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4"/>
  </p:sldMasterIdLst>
  <p:notesMasterIdLst>
    <p:notesMasterId r:id="rId31"/>
  </p:notesMasterIdLst>
  <p:sldIdLst>
    <p:sldId id="256" r:id="rId5"/>
    <p:sldId id="264" r:id="rId6"/>
    <p:sldId id="257" r:id="rId7"/>
    <p:sldId id="266" r:id="rId8"/>
    <p:sldId id="267" r:id="rId9"/>
    <p:sldId id="268" r:id="rId10"/>
    <p:sldId id="272" r:id="rId11"/>
    <p:sldId id="285" r:id="rId12"/>
    <p:sldId id="286" r:id="rId13"/>
    <p:sldId id="287" r:id="rId14"/>
    <p:sldId id="288" r:id="rId15"/>
    <p:sldId id="289" r:id="rId16"/>
    <p:sldId id="273" r:id="rId17"/>
    <p:sldId id="270" r:id="rId18"/>
    <p:sldId id="290" r:id="rId19"/>
    <p:sldId id="271" r:id="rId20"/>
    <p:sldId id="274" r:id="rId21"/>
    <p:sldId id="275" r:id="rId22"/>
    <p:sldId id="276" r:id="rId23"/>
    <p:sldId id="281" r:id="rId24"/>
    <p:sldId id="277" r:id="rId25"/>
    <p:sldId id="278" r:id="rId26"/>
    <p:sldId id="279" r:id="rId27"/>
    <p:sldId id="282" r:id="rId28"/>
    <p:sldId id="283" r:id="rId29"/>
    <p:sldId id="284" r:id="rId30"/>
  </p:sldIdLst>
  <p:sldSz cx="9144000" cy="6858000" type="screen4x3"/>
  <p:notesSz cx="6858000" cy="9144000"/>
  <p:embeddedFontLst>
    <p:embeddedFont>
      <p:font typeface="Economica" panose="02000506040000020004"/>
      <p:regular r:id="rId32"/>
      <p:bold r:id="rId33"/>
      <p:italic r:id="rId34"/>
      <p:boldItalic r:id="rId35"/>
    </p:embeddedFont>
    <p:embeddedFont>
      <p:font typeface="Open Sans" panose="020B0606030504020204" pitchFamily="34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4EE269-E3D1-3345-BAC8-AA07F1B659C9}" v="90" dt="2025-09-25T14:24:22.0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89"/>
    <p:restoredTop sz="96164"/>
  </p:normalViewPr>
  <p:slideViewPr>
    <p:cSldViewPr snapToGrid="0" snapToObjects="1">
      <p:cViewPr varScale="1">
        <p:scale>
          <a:sx n="122" d="100"/>
          <a:sy n="122" d="100"/>
        </p:scale>
        <p:origin x="244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8.fntdata"/><Relationship Id="rId21" Type="http://schemas.openxmlformats.org/officeDocument/2006/relationships/slide" Target="slides/slide17.xml"/><Relationship Id="rId34" Type="http://schemas.openxmlformats.org/officeDocument/2006/relationships/font" Target="fonts/font3.fntdata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5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4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4.fntdata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20" Type="http://schemas.openxmlformats.org/officeDocument/2006/relationships/slide" Target="slides/slide16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A8290FA7-622A-D149-8650-9DF3F18680D5}"/>
    <pc:docChg chg="undo redo custSel addSld delSld modSld sldOrd modMainMaster">
      <pc:chgData name="Riccardo Berta" userId="c8694f89-bba4-4576-b0a8-456619ca5a8c" providerId="ADAL" clId="{A8290FA7-622A-D149-8650-9DF3F18680D5}" dt="2022-07-27T13:36:04.688" v="2998"/>
      <pc:docMkLst>
        <pc:docMk/>
      </pc:docMkLst>
      <pc:sldChg chg="delSp modSp mod">
        <pc:chgData name="Riccardo Berta" userId="c8694f89-bba4-4576-b0a8-456619ca5a8c" providerId="ADAL" clId="{A8290FA7-622A-D149-8650-9DF3F18680D5}" dt="2022-07-27T13:35:14.530" v="2993" actId="20577"/>
        <pc:sldMkLst>
          <pc:docMk/>
          <pc:sldMk cId="0" sldId="256"/>
        </pc:sldMkLst>
      </pc:sldChg>
      <pc:sldChg chg="delSp modSp mod">
        <pc:chgData name="Riccardo Berta" userId="c8694f89-bba4-4576-b0a8-456619ca5a8c" providerId="ADAL" clId="{A8290FA7-622A-D149-8650-9DF3F18680D5}" dt="2022-07-27T08:46:23.569" v="1166" actId="948"/>
        <pc:sldMkLst>
          <pc:docMk/>
          <pc:sldMk cId="0" sldId="257"/>
        </pc:sldMkLst>
      </pc:sldChg>
      <pc:sldChg chg="addSp modSp new mod modNotes">
        <pc:chgData name="Riccardo Berta" userId="c8694f89-bba4-4576-b0a8-456619ca5a8c" providerId="ADAL" clId="{A8290FA7-622A-D149-8650-9DF3F18680D5}" dt="2022-07-27T08:52:46.755" v="1313" actId="113"/>
        <pc:sldMkLst>
          <pc:docMk/>
          <pc:sldMk cId="1899110855" sldId="258"/>
        </pc:sldMkLst>
      </pc:sldChg>
      <pc:sldChg chg="new del">
        <pc:chgData name="Riccardo Berta" userId="c8694f89-bba4-4576-b0a8-456619ca5a8c" providerId="ADAL" clId="{A8290FA7-622A-D149-8650-9DF3F18680D5}" dt="2022-07-27T07:48:28.832" v="223" actId="2696"/>
        <pc:sldMkLst>
          <pc:docMk/>
          <pc:sldMk cId="182339981" sldId="259"/>
        </pc:sldMkLst>
      </pc:sldChg>
      <pc:sldChg chg="del">
        <pc:chgData name="Riccardo Berta" userId="c8694f89-bba4-4576-b0a8-456619ca5a8c" providerId="ADAL" clId="{A8290FA7-622A-D149-8650-9DF3F18680D5}" dt="2022-07-18T11:39:57.790" v="23" actId="2696"/>
        <pc:sldMkLst>
          <pc:docMk/>
          <pc:sldMk cId="3018556184" sldId="259"/>
        </pc:sldMkLst>
      </pc:sldChg>
      <pc:sldChg chg="addSp modSp new mod">
        <pc:chgData name="Riccardo Berta" userId="c8694f89-bba4-4576-b0a8-456619ca5a8c" providerId="ADAL" clId="{A8290FA7-622A-D149-8650-9DF3F18680D5}" dt="2022-07-27T08:48:59.292" v="1210" actId="1076"/>
        <pc:sldMkLst>
          <pc:docMk/>
          <pc:sldMk cId="1104208334" sldId="260"/>
        </pc:sldMkLst>
      </pc:sldChg>
      <pc:sldChg chg="del">
        <pc:chgData name="Riccardo Berta" userId="c8694f89-bba4-4576-b0a8-456619ca5a8c" providerId="ADAL" clId="{A8290FA7-622A-D149-8650-9DF3F18680D5}" dt="2022-07-18T11:39:58.142" v="25" actId="2696"/>
        <pc:sldMkLst>
          <pc:docMk/>
          <pc:sldMk cId="1290395919" sldId="261"/>
        </pc:sldMkLst>
      </pc:sldChg>
      <pc:sldChg chg="new del">
        <pc:chgData name="Riccardo Berta" userId="c8694f89-bba4-4576-b0a8-456619ca5a8c" providerId="ADAL" clId="{A8290FA7-622A-D149-8650-9DF3F18680D5}" dt="2022-07-27T10:14:34.151" v="1776" actId="2696"/>
        <pc:sldMkLst>
          <pc:docMk/>
          <pc:sldMk cId="1228403239" sldId="262"/>
        </pc:sldMkLst>
      </pc:sldChg>
      <pc:sldChg chg="addSp modSp add mod">
        <pc:chgData name="Riccardo Berta" userId="c8694f89-bba4-4576-b0a8-456619ca5a8c" providerId="ADAL" clId="{A8290FA7-622A-D149-8650-9DF3F18680D5}" dt="2022-07-27T10:42:13.820" v="2230" actId="113"/>
        <pc:sldMkLst>
          <pc:docMk/>
          <pc:sldMk cId="4130549615" sldId="262"/>
        </pc:sldMkLst>
      </pc:sldChg>
      <pc:sldChg chg="new del">
        <pc:chgData name="Riccardo Berta" userId="c8694f89-bba4-4576-b0a8-456619ca5a8c" providerId="ADAL" clId="{A8290FA7-622A-D149-8650-9DF3F18680D5}" dt="2022-07-27T10:14:17.648" v="1770" actId="2696"/>
        <pc:sldMkLst>
          <pc:docMk/>
          <pc:sldMk cId="4179454221" sldId="262"/>
        </pc:sldMkLst>
      </pc:sldChg>
      <pc:sldChg chg="addSp delSp modSp new del mod">
        <pc:chgData name="Riccardo Berta" userId="c8694f89-bba4-4576-b0a8-456619ca5a8c" providerId="ADAL" clId="{A8290FA7-622A-D149-8650-9DF3F18680D5}" dt="2022-07-27T10:14:36.007" v="1777" actId="2696"/>
        <pc:sldMkLst>
          <pc:docMk/>
          <pc:sldMk cId="2702540954" sldId="263"/>
        </pc:sldMkLst>
      </pc:sldChg>
      <pc:sldChg chg="del">
        <pc:chgData name="Riccardo Berta" userId="c8694f89-bba4-4576-b0a8-456619ca5a8c" providerId="ADAL" clId="{A8290FA7-622A-D149-8650-9DF3F18680D5}" dt="2022-07-18T11:39:58.451" v="27" actId="2696"/>
        <pc:sldMkLst>
          <pc:docMk/>
          <pc:sldMk cId="3102138681" sldId="263"/>
        </pc:sldMkLst>
      </pc:sldChg>
      <pc:sldChg chg="addSp modSp add del mod">
        <pc:chgData name="Riccardo Berta" userId="c8694f89-bba4-4576-b0a8-456619ca5a8c" providerId="ADAL" clId="{A8290FA7-622A-D149-8650-9DF3F18680D5}" dt="2022-07-27T10:42:20.886" v="2231" actId="2696"/>
        <pc:sldMkLst>
          <pc:docMk/>
          <pc:sldMk cId="3911169705" sldId="263"/>
        </pc:sldMkLst>
      </pc:sldChg>
      <pc:sldChg chg="del">
        <pc:chgData name="Riccardo Berta" userId="c8694f89-bba4-4576-b0a8-456619ca5a8c" providerId="ADAL" clId="{A8290FA7-622A-D149-8650-9DF3F18680D5}" dt="2022-07-18T11:39:58.616" v="28" actId="2696"/>
        <pc:sldMkLst>
          <pc:docMk/>
          <pc:sldMk cId="2113557187" sldId="264"/>
        </pc:sldMkLst>
      </pc:sldChg>
      <pc:sldChg chg="del">
        <pc:chgData name="Riccardo Berta" userId="c8694f89-bba4-4576-b0a8-456619ca5a8c" providerId="ADAL" clId="{A8290FA7-622A-D149-8650-9DF3F18680D5}" dt="2022-07-18T11:39:58.749" v="29" actId="2696"/>
        <pc:sldMkLst>
          <pc:docMk/>
          <pc:sldMk cId="2045385232" sldId="265"/>
        </pc:sldMkLst>
      </pc:sldChg>
      <pc:sldChg chg="del">
        <pc:chgData name="Riccardo Berta" userId="c8694f89-bba4-4576-b0a8-456619ca5a8c" providerId="ADAL" clId="{A8290FA7-622A-D149-8650-9DF3F18680D5}" dt="2022-07-18T11:39:58.869" v="30" actId="2696"/>
        <pc:sldMkLst>
          <pc:docMk/>
          <pc:sldMk cId="4181844165" sldId="266"/>
        </pc:sldMkLst>
      </pc:sldChg>
      <pc:sldChg chg="del">
        <pc:chgData name="Riccardo Berta" userId="c8694f89-bba4-4576-b0a8-456619ca5a8c" providerId="ADAL" clId="{A8290FA7-622A-D149-8650-9DF3F18680D5}" dt="2022-07-18T11:39:59.035" v="31" actId="2696"/>
        <pc:sldMkLst>
          <pc:docMk/>
          <pc:sldMk cId="216455838" sldId="267"/>
        </pc:sldMkLst>
      </pc:sldChg>
      <pc:sldChg chg="del">
        <pc:chgData name="Riccardo Berta" userId="c8694f89-bba4-4576-b0a8-456619ca5a8c" providerId="ADAL" clId="{A8290FA7-622A-D149-8650-9DF3F18680D5}" dt="2022-07-18T11:39:59.202" v="32" actId="2696"/>
        <pc:sldMkLst>
          <pc:docMk/>
          <pc:sldMk cId="3471997037" sldId="269"/>
        </pc:sldMkLst>
      </pc:sldChg>
      <pc:sldChg chg="del">
        <pc:chgData name="Riccardo Berta" userId="c8694f89-bba4-4576-b0a8-456619ca5a8c" providerId="ADAL" clId="{A8290FA7-622A-D149-8650-9DF3F18680D5}" dt="2022-07-18T11:39:59.363" v="33" actId="2696"/>
        <pc:sldMkLst>
          <pc:docMk/>
          <pc:sldMk cId="3130917410" sldId="270"/>
        </pc:sldMkLst>
      </pc:sldChg>
      <pc:sldChg chg="del">
        <pc:chgData name="Riccardo Berta" userId="c8694f89-bba4-4576-b0a8-456619ca5a8c" providerId="ADAL" clId="{A8290FA7-622A-D149-8650-9DF3F18680D5}" dt="2022-07-18T11:39:59.502" v="34" actId="2696"/>
        <pc:sldMkLst>
          <pc:docMk/>
          <pc:sldMk cId="2266699268" sldId="271"/>
        </pc:sldMkLst>
      </pc:sldChg>
      <pc:sldChg chg="del">
        <pc:chgData name="Riccardo Berta" userId="c8694f89-bba4-4576-b0a8-456619ca5a8c" providerId="ADAL" clId="{A8290FA7-622A-D149-8650-9DF3F18680D5}" dt="2022-07-18T11:40:00.091" v="38" actId="2696"/>
        <pc:sldMkLst>
          <pc:docMk/>
          <pc:sldMk cId="993270251" sldId="272"/>
        </pc:sldMkLst>
      </pc:sldChg>
      <pc:sldChg chg="del">
        <pc:chgData name="Riccardo Berta" userId="c8694f89-bba4-4576-b0a8-456619ca5a8c" providerId="ADAL" clId="{A8290FA7-622A-D149-8650-9DF3F18680D5}" dt="2022-07-18T11:39:59.623" v="35" actId="2696"/>
        <pc:sldMkLst>
          <pc:docMk/>
          <pc:sldMk cId="3843819371" sldId="273"/>
        </pc:sldMkLst>
      </pc:sldChg>
      <pc:sldChg chg="del">
        <pc:chgData name="Riccardo Berta" userId="c8694f89-bba4-4576-b0a8-456619ca5a8c" providerId="ADAL" clId="{A8290FA7-622A-D149-8650-9DF3F18680D5}" dt="2022-07-18T11:39:59.806" v="36" actId="2696"/>
        <pc:sldMkLst>
          <pc:docMk/>
          <pc:sldMk cId="3084049364" sldId="274"/>
        </pc:sldMkLst>
      </pc:sldChg>
      <pc:sldChg chg="del">
        <pc:chgData name="Riccardo Berta" userId="c8694f89-bba4-4576-b0a8-456619ca5a8c" providerId="ADAL" clId="{A8290FA7-622A-D149-8650-9DF3F18680D5}" dt="2022-07-18T11:39:59.937" v="37" actId="2696"/>
        <pc:sldMkLst>
          <pc:docMk/>
          <pc:sldMk cId="284781631" sldId="275"/>
        </pc:sldMkLst>
      </pc:sldChg>
      <pc:sldMasterChg chg="modSp mod delSldLayout modSldLayout">
        <pc:chgData name="Riccardo Berta" userId="c8694f89-bba4-4576-b0a8-456619ca5a8c" providerId="ADAL" clId="{A8290FA7-622A-D149-8650-9DF3F18680D5}" dt="2022-07-27T08:45:00.853" v="1135" actId="20577"/>
        <pc:sldMasterMkLst>
          <pc:docMk/>
          <pc:sldMasterMk cId="0" sldId="2147483659"/>
        </pc:sldMasterMkLst>
        <pc:sldLayoutChg chg="del">
          <pc:chgData name="Riccardo Berta" userId="c8694f89-bba4-4576-b0a8-456619ca5a8c" providerId="ADAL" clId="{A8290FA7-622A-D149-8650-9DF3F18680D5}" dt="2022-07-27T07:48:28.832" v="223" actId="2696"/>
          <pc:sldLayoutMkLst>
            <pc:docMk/>
            <pc:sldMasterMk cId="0" sldId="2147483659"/>
            <pc:sldLayoutMk cId="0" sldId="2147483649"/>
          </pc:sldLayoutMkLst>
        </pc:sldLayoutChg>
        <pc:sldLayoutChg chg="delSp">
          <pc:chgData name="Riccardo Berta" userId="c8694f89-bba4-4576-b0a8-456619ca5a8c" providerId="ADAL" clId="{A8290FA7-622A-D149-8650-9DF3F18680D5}" dt="2022-07-27T08:44:23.725" v="1124"/>
          <pc:sldLayoutMkLst>
            <pc:docMk/>
            <pc:sldMasterMk cId="0" sldId="2147483659"/>
            <pc:sldLayoutMk cId="0" sldId="2147483650"/>
          </pc:sldLayoutMkLst>
        </pc:sldLayoutChg>
      </pc:sldMasterChg>
    </pc:docChg>
  </pc:docChgLst>
  <pc:docChgLst>
    <pc:chgData name="Riccardo Berta" userId="c8694f89-bba4-4576-b0a8-456619ca5a8c" providerId="ADAL" clId="{FDDBFC5A-5EA9-5330-BEB8-433D7E3B4C4E}"/>
    <pc:docChg chg="undo custSel addSld delSld modSld sldOrd">
      <pc:chgData name="Riccardo Berta" userId="c8694f89-bba4-4576-b0a8-456619ca5a8c" providerId="ADAL" clId="{FDDBFC5A-5EA9-5330-BEB8-433D7E3B4C4E}" dt="2025-09-25T14:24:28.086" v="3569" actId="113"/>
      <pc:docMkLst>
        <pc:docMk/>
      </pc:docMkLst>
      <pc:sldChg chg="modSp mod">
        <pc:chgData name="Riccardo Berta" userId="c8694f89-bba4-4576-b0a8-456619ca5a8c" providerId="ADAL" clId="{FDDBFC5A-5EA9-5330-BEB8-433D7E3B4C4E}" dt="2025-09-08T04:59:01.791" v="18" actId="20577"/>
        <pc:sldMkLst>
          <pc:docMk/>
          <pc:sldMk cId="0" sldId="256"/>
        </pc:sldMkLst>
        <pc:spChg chg="mod">
          <ac:chgData name="Riccardo Berta" userId="c8694f89-bba4-4576-b0a8-456619ca5a8c" providerId="ADAL" clId="{FDDBFC5A-5EA9-5330-BEB8-433D7E3B4C4E}" dt="2025-09-08T04:59:01.791" v="18" actId="20577"/>
          <ac:spMkLst>
            <pc:docMk/>
            <pc:sldMk cId="0" sldId="256"/>
            <ac:spMk id="62" creationId="{00000000-0000-0000-0000-000000000000}"/>
          </ac:spMkLst>
        </pc:spChg>
      </pc:sldChg>
      <pc:sldChg chg="addSp modSp mod">
        <pc:chgData name="Riccardo Berta" userId="c8694f89-bba4-4576-b0a8-456619ca5a8c" providerId="ADAL" clId="{FDDBFC5A-5EA9-5330-BEB8-433D7E3B4C4E}" dt="2025-09-08T07:25:12.332" v="2046" actId="20577"/>
        <pc:sldMkLst>
          <pc:docMk/>
          <pc:sldMk cId="0" sldId="257"/>
        </pc:sldMkLst>
        <pc:spChg chg="mod">
          <ac:chgData name="Riccardo Berta" userId="c8694f89-bba4-4576-b0a8-456619ca5a8c" providerId="ADAL" clId="{FDDBFC5A-5EA9-5330-BEB8-433D7E3B4C4E}" dt="2025-09-08T07:25:12.332" v="2046" actId="20577"/>
          <ac:spMkLst>
            <pc:docMk/>
            <pc:sldMk cId="0" sldId="257"/>
            <ac:spMk id="83" creationId="{00000000-0000-0000-0000-000000000000}"/>
          </ac:spMkLst>
        </pc:spChg>
        <pc:spChg chg="mod">
          <ac:chgData name="Riccardo Berta" userId="c8694f89-bba4-4576-b0a8-456619ca5a8c" providerId="ADAL" clId="{FDDBFC5A-5EA9-5330-BEB8-433D7E3B4C4E}" dt="2025-09-08T05:25:37.947" v="469" actId="14100"/>
          <ac:spMkLst>
            <pc:docMk/>
            <pc:sldMk cId="0" sldId="257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FDDBFC5A-5EA9-5330-BEB8-433D7E3B4C4E}" dt="2025-09-08T05:25:25.758" v="464" actId="1035"/>
          <ac:picMkLst>
            <pc:docMk/>
            <pc:sldMk cId="0" sldId="257"/>
            <ac:picMk id="3" creationId="{6BECB3F5-5CEA-43D1-B9DD-3F423D3AB742}"/>
          </ac:picMkLst>
        </pc:picChg>
      </pc:sldChg>
      <pc:sldChg chg="modSp mod">
        <pc:chgData name="Riccardo Berta" userId="c8694f89-bba4-4576-b0a8-456619ca5a8c" providerId="ADAL" clId="{FDDBFC5A-5EA9-5330-BEB8-433D7E3B4C4E}" dt="2025-09-08T07:58:39.109" v="2856" actId="14100"/>
        <pc:sldMkLst>
          <pc:docMk/>
          <pc:sldMk cId="0" sldId="264"/>
        </pc:sldMkLst>
        <pc:spChg chg="mod">
          <ac:chgData name="Riccardo Berta" userId="c8694f89-bba4-4576-b0a8-456619ca5a8c" providerId="ADAL" clId="{FDDBFC5A-5EA9-5330-BEB8-433D7E3B4C4E}" dt="2025-09-08T07:58:39.109" v="2856" actId="14100"/>
          <ac:spMkLst>
            <pc:docMk/>
            <pc:sldMk cId="0" sldId="264"/>
            <ac:spMk id="84" creationId="{00000000-0000-0000-0000-000000000000}"/>
          </ac:spMkLst>
        </pc:spChg>
      </pc:sldChg>
      <pc:sldChg chg="new del">
        <pc:chgData name="Riccardo Berta" userId="c8694f89-bba4-4576-b0a8-456619ca5a8c" providerId="ADAL" clId="{FDDBFC5A-5EA9-5330-BEB8-433D7E3B4C4E}" dt="2025-09-08T05:11:32.046" v="194" actId="2696"/>
        <pc:sldMkLst>
          <pc:docMk/>
          <pc:sldMk cId="1487099220" sldId="265"/>
        </pc:sldMkLst>
      </pc:sldChg>
      <pc:sldChg chg="addSp delSp modSp add del mod">
        <pc:chgData name="Riccardo Berta" userId="c8694f89-bba4-4576-b0a8-456619ca5a8c" providerId="ADAL" clId="{FDDBFC5A-5EA9-5330-BEB8-433D7E3B4C4E}" dt="2025-09-08T06:11:13.256" v="519" actId="2696"/>
        <pc:sldMkLst>
          <pc:docMk/>
          <pc:sldMk cId="3824210513" sldId="265"/>
        </pc:sldMkLst>
      </pc:sldChg>
      <pc:sldChg chg="del">
        <pc:chgData name="Riccardo Berta" userId="c8694f89-bba4-4576-b0a8-456619ca5a8c" providerId="ADAL" clId="{FDDBFC5A-5EA9-5330-BEB8-433D7E3B4C4E}" dt="2025-09-08T04:59:14.669" v="26" actId="2696"/>
        <pc:sldMkLst>
          <pc:docMk/>
          <pc:sldMk cId="4260925133" sldId="265"/>
        </pc:sldMkLst>
      </pc:sldChg>
      <pc:sldChg chg="del">
        <pc:chgData name="Riccardo Berta" userId="c8694f89-bba4-4576-b0a8-456619ca5a8c" providerId="ADAL" clId="{FDDBFC5A-5EA9-5330-BEB8-433D7E3B4C4E}" dt="2025-09-08T04:59:16.941" v="30" actId="2696"/>
        <pc:sldMkLst>
          <pc:docMk/>
          <pc:sldMk cId="2074499598" sldId="266"/>
        </pc:sldMkLst>
      </pc:sldChg>
      <pc:sldChg chg="addSp delSp modSp add mod ord">
        <pc:chgData name="Riccardo Berta" userId="c8694f89-bba4-4576-b0a8-456619ca5a8c" providerId="ADAL" clId="{FDDBFC5A-5EA9-5330-BEB8-433D7E3B4C4E}" dt="2025-09-08T05:39:36.467" v="514" actId="1076"/>
        <pc:sldMkLst>
          <pc:docMk/>
          <pc:sldMk cId="2574779397" sldId="266"/>
        </pc:sldMkLst>
        <pc:spChg chg="mod">
          <ac:chgData name="Riccardo Berta" userId="c8694f89-bba4-4576-b0a8-456619ca5a8c" providerId="ADAL" clId="{FDDBFC5A-5EA9-5330-BEB8-433D7E3B4C4E}" dt="2025-09-08T05:38:48.166" v="494" actId="20577"/>
          <ac:spMkLst>
            <pc:docMk/>
            <pc:sldMk cId="2574779397" sldId="266"/>
            <ac:spMk id="83" creationId="{BD829373-6093-CB28-98A7-CAF732850AE6}"/>
          </ac:spMkLst>
        </pc:spChg>
        <pc:spChg chg="mod">
          <ac:chgData name="Riccardo Berta" userId="c8694f89-bba4-4576-b0a8-456619ca5a8c" providerId="ADAL" clId="{FDDBFC5A-5EA9-5330-BEB8-433D7E3B4C4E}" dt="2025-09-08T05:39:20.931" v="512" actId="20577"/>
          <ac:spMkLst>
            <pc:docMk/>
            <pc:sldMk cId="2574779397" sldId="266"/>
            <ac:spMk id="84" creationId="{5D9E1ACD-0811-DB68-A322-FCA990567B41}"/>
          </ac:spMkLst>
        </pc:spChg>
        <pc:picChg chg="add mod">
          <ac:chgData name="Riccardo Berta" userId="c8694f89-bba4-4576-b0a8-456619ca5a8c" providerId="ADAL" clId="{FDDBFC5A-5EA9-5330-BEB8-433D7E3B4C4E}" dt="2025-09-08T05:39:36.467" v="514" actId="1076"/>
          <ac:picMkLst>
            <pc:docMk/>
            <pc:sldMk cId="2574779397" sldId="266"/>
            <ac:picMk id="3" creationId="{AA054C9B-DD2E-20C8-DA97-040F17B43534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09-24T11:16:05.689" v="3537" actId="21"/>
        <pc:sldMkLst>
          <pc:docMk/>
          <pc:sldMk cId="632147328" sldId="267"/>
        </pc:sldMkLst>
        <pc:spChg chg="mod">
          <ac:chgData name="Riccardo Berta" userId="c8694f89-bba4-4576-b0a8-456619ca5a8c" providerId="ADAL" clId="{FDDBFC5A-5EA9-5330-BEB8-433D7E3B4C4E}" dt="2025-09-08T07:12:44.899" v="1431" actId="20577"/>
          <ac:spMkLst>
            <pc:docMk/>
            <pc:sldMk cId="632147328" sldId="267"/>
            <ac:spMk id="83" creationId="{039C07E6-EBD0-0E1F-B152-DBAFB5157B16}"/>
          </ac:spMkLst>
        </pc:spChg>
        <pc:spChg chg="mod">
          <ac:chgData name="Riccardo Berta" userId="c8694f89-bba4-4576-b0a8-456619ca5a8c" providerId="ADAL" clId="{FDDBFC5A-5EA9-5330-BEB8-433D7E3B4C4E}" dt="2025-09-24T05:36:31.792" v="3356" actId="20577"/>
          <ac:spMkLst>
            <pc:docMk/>
            <pc:sldMk cId="632147328" sldId="267"/>
            <ac:spMk id="84" creationId="{20116FB7-7A59-EEAB-15C0-003B1BA4B31E}"/>
          </ac:spMkLst>
        </pc:spChg>
        <pc:picChg chg="add mod">
          <ac:chgData name="Riccardo Berta" userId="c8694f89-bba4-4576-b0a8-456619ca5a8c" providerId="ADAL" clId="{FDDBFC5A-5EA9-5330-BEB8-433D7E3B4C4E}" dt="2025-09-08T06:44:57.675" v="1082" actId="1076"/>
          <ac:picMkLst>
            <pc:docMk/>
            <pc:sldMk cId="632147328" sldId="267"/>
            <ac:picMk id="3" creationId="{41C151BF-A6A1-74C7-009E-FA50BB594451}"/>
          </ac:picMkLst>
        </pc:picChg>
        <pc:picChg chg="add mod">
          <ac:chgData name="Riccardo Berta" userId="c8694f89-bba4-4576-b0a8-456619ca5a8c" providerId="ADAL" clId="{FDDBFC5A-5EA9-5330-BEB8-433D7E3B4C4E}" dt="2025-09-08T07:05:49.398" v="1415" actId="1037"/>
          <ac:picMkLst>
            <pc:docMk/>
            <pc:sldMk cId="632147328" sldId="267"/>
            <ac:picMk id="4" creationId="{78ED9D3A-9D72-8AF6-1603-ACD90F4D26C5}"/>
          </ac:picMkLst>
        </pc:picChg>
        <pc:picChg chg="add del mod">
          <ac:chgData name="Riccardo Berta" userId="c8694f89-bba4-4576-b0a8-456619ca5a8c" providerId="ADAL" clId="{FDDBFC5A-5EA9-5330-BEB8-433D7E3B4C4E}" dt="2025-09-24T11:16:05.689" v="3537" actId="21"/>
          <ac:picMkLst>
            <pc:docMk/>
            <pc:sldMk cId="632147328" sldId="267"/>
            <ac:picMk id="5" creationId="{DE0ADD2B-6FFF-FAF2-72A4-2CA5C03FE7DC}"/>
          </ac:picMkLst>
        </pc:picChg>
      </pc:sldChg>
      <pc:sldChg chg="del">
        <pc:chgData name="Riccardo Berta" userId="c8694f89-bba4-4576-b0a8-456619ca5a8c" providerId="ADAL" clId="{FDDBFC5A-5EA9-5330-BEB8-433D7E3B4C4E}" dt="2025-09-08T04:59:15.226" v="27" actId="2696"/>
        <pc:sldMkLst>
          <pc:docMk/>
          <pc:sldMk cId="2259674710" sldId="267"/>
        </pc:sldMkLst>
      </pc:sldChg>
      <pc:sldChg chg="addSp delSp modSp add mod">
        <pc:chgData name="Riccardo Berta" userId="c8694f89-bba4-4576-b0a8-456619ca5a8c" providerId="ADAL" clId="{FDDBFC5A-5EA9-5330-BEB8-433D7E3B4C4E}" dt="2025-09-24T11:16:50.033" v="3567" actId="1076"/>
        <pc:sldMkLst>
          <pc:docMk/>
          <pc:sldMk cId="757365480" sldId="268"/>
        </pc:sldMkLst>
        <pc:spChg chg="mod">
          <ac:chgData name="Riccardo Berta" userId="c8694f89-bba4-4576-b0a8-456619ca5a8c" providerId="ADAL" clId="{FDDBFC5A-5EA9-5330-BEB8-433D7E3B4C4E}" dt="2025-09-08T07:12:52.363" v="1437" actId="20577"/>
          <ac:spMkLst>
            <pc:docMk/>
            <pc:sldMk cId="757365480" sldId="268"/>
            <ac:spMk id="83" creationId="{D949E695-9418-3B69-D239-3380FC4C4BAE}"/>
          </ac:spMkLst>
        </pc:spChg>
        <pc:spChg chg="mod">
          <ac:chgData name="Riccardo Berta" userId="c8694f89-bba4-4576-b0a8-456619ca5a8c" providerId="ADAL" clId="{FDDBFC5A-5EA9-5330-BEB8-433D7E3B4C4E}" dt="2025-09-24T11:16:43.180" v="3566" actId="20577"/>
          <ac:spMkLst>
            <pc:docMk/>
            <pc:sldMk cId="757365480" sldId="268"/>
            <ac:spMk id="84" creationId="{8ECC1E0B-7A2D-417D-FAE1-909D1C1AEE69}"/>
          </ac:spMkLst>
        </pc:spChg>
        <pc:picChg chg="add mod">
          <ac:chgData name="Riccardo Berta" userId="c8694f89-bba4-4576-b0a8-456619ca5a8c" providerId="ADAL" clId="{FDDBFC5A-5EA9-5330-BEB8-433D7E3B4C4E}" dt="2025-09-24T11:16:50.033" v="3567" actId="1076"/>
          <ac:picMkLst>
            <pc:docMk/>
            <pc:sldMk cId="757365480" sldId="268"/>
            <ac:picMk id="2" creationId="{3AF52F89-834A-B567-C041-4AFBFAE91D9C}"/>
          </ac:picMkLst>
        </pc:picChg>
        <pc:picChg chg="add del mod">
          <ac:chgData name="Riccardo Berta" userId="c8694f89-bba4-4576-b0a8-456619ca5a8c" providerId="ADAL" clId="{FDDBFC5A-5EA9-5330-BEB8-433D7E3B4C4E}" dt="2025-09-24T11:15:24.852" v="3532" actId="478"/>
          <ac:picMkLst>
            <pc:docMk/>
            <pc:sldMk cId="757365480" sldId="268"/>
            <ac:picMk id="3" creationId="{CF9345E0-50A7-6525-8269-2344093975A1}"/>
          </ac:picMkLst>
        </pc:picChg>
      </pc:sldChg>
      <pc:sldChg chg="del">
        <pc:chgData name="Riccardo Berta" userId="c8694f89-bba4-4576-b0a8-456619ca5a8c" providerId="ADAL" clId="{FDDBFC5A-5EA9-5330-BEB8-433D7E3B4C4E}" dt="2025-09-08T04:59:15.830" v="28" actId="2696"/>
        <pc:sldMkLst>
          <pc:docMk/>
          <pc:sldMk cId="2756532613" sldId="268"/>
        </pc:sldMkLst>
      </pc:sldChg>
      <pc:sldChg chg="modSp add del mod">
        <pc:chgData name="Riccardo Berta" userId="c8694f89-bba4-4576-b0a8-456619ca5a8c" providerId="ADAL" clId="{FDDBFC5A-5EA9-5330-BEB8-433D7E3B4C4E}" dt="2025-09-08T07:28:54.720" v="2073" actId="2696"/>
        <pc:sldMkLst>
          <pc:docMk/>
          <pc:sldMk cId="2234237106" sldId="269"/>
        </pc:sldMkLst>
      </pc:sldChg>
      <pc:sldChg chg="del">
        <pc:chgData name="Riccardo Berta" userId="c8694f89-bba4-4576-b0a8-456619ca5a8c" providerId="ADAL" clId="{FDDBFC5A-5EA9-5330-BEB8-433D7E3B4C4E}" dt="2025-09-08T04:59:16.409" v="29" actId="2696"/>
        <pc:sldMkLst>
          <pc:docMk/>
          <pc:sldMk cId="3950372499" sldId="269"/>
        </pc:sldMkLst>
      </pc:sldChg>
      <pc:sldChg chg="del">
        <pc:chgData name="Riccardo Berta" userId="c8694f89-bba4-4576-b0a8-456619ca5a8c" providerId="ADAL" clId="{FDDBFC5A-5EA9-5330-BEB8-433D7E3B4C4E}" dt="2025-09-08T04:59:17.531" v="31" actId="2696"/>
        <pc:sldMkLst>
          <pc:docMk/>
          <pc:sldMk cId="3668836689" sldId="270"/>
        </pc:sldMkLst>
      </pc:sldChg>
      <pc:sldChg chg="modSp add mod ord">
        <pc:chgData name="Riccardo Berta" userId="c8694f89-bba4-4576-b0a8-456619ca5a8c" providerId="ADAL" clId="{FDDBFC5A-5EA9-5330-BEB8-433D7E3B4C4E}" dt="2025-09-24T05:46:42.966" v="3455" actId="20577"/>
        <pc:sldMkLst>
          <pc:docMk/>
          <pc:sldMk cId="4199544858" sldId="270"/>
        </pc:sldMkLst>
        <pc:spChg chg="mod">
          <ac:chgData name="Riccardo Berta" userId="c8694f89-bba4-4576-b0a8-456619ca5a8c" providerId="ADAL" clId="{FDDBFC5A-5EA9-5330-BEB8-433D7E3B4C4E}" dt="2025-09-08T06:58:32.440" v="1230" actId="20577"/>
          <ac:spMkLst>
            <pc:docMk/>
            <pc:sldMk cId="4199544858" sldId="270"/>
            <ac:spMk id="83" creationId="{C910674B-66ED-BDE4-4428-41A973F8D148}"/>
          </ac:spMkLst>
        </pc:spChg>
        <pc:spChg chg="mod">
          <ac:chgData name="Riccardo Berta" userId="c8694f89-bba4-4576-b0a8-456619ca5a8c" providerId="ADAL" clId="{FDDBFC5A-5EA9-5330-BEB8-433D7E3B4C4E}" dt="2025-09-24T05:46:42.966" v="3455" actId="20577"/>
          <ac:spMkLst>
            <pc:docMk/>
            <pc:sldMk cId="4199544858" sldId="270"/>
            <ac:spMk id="84" creationId="{86B4E067-5424-4C69-4449-D5647CD5683F}"/>
          </ac:spMkLst>
        </pc:spChg>
      </pc:sldChg>
      <pc:sldChg chg="del">
        <pc:chgData name="Riccardo Berta" userId="c8694f89-bba4-4576-b0a8-456619ca5a8c" providerId="ADAL" clId="{FDDBFC5A-5EA9-5330-BEB8-433D7E3B4C4E}" dt="2025-09-08T04:59:18.261" v="32" actId="2696"/>
        <pc:sldMkLst>
          <pc:docMk/>
          <pc:sldMk cId="1894295752" sldId="271"/>
        </pc:sldMkLst>
      </pc:sldChg>
      <pc:sldChg chg="modSp add mod ord">
        <pc:chgData name="Riccardo Berta" userId="c8694f89-bba4-4576-b0a8-456619ca5a8c" providerId="ADAL" clId="{FDDBFC5A-5EA9-5330-BEB8-433D7E3B4C4E}" dt="2025-09-24T05:47:25.578" v="3460" actId="1076"/>
        <pc:sldMkLst>
          <pc:docMk/>
          <pc:sldMk cId="2085155987" sldId="271"/>
        </pc:sldMkLst>
        <pc:spChg chg="mod">
          <ac:chgData name="Riccardo Berta" userId="c8694f89-bba4-4576-b0a8-456619ca5a8c" providerId="ADAL" clId="{FDDBFC5A-5EA9-5330-BEB8-433D7E3B4C4E}" dt="2025-09-08T07:03:24.097" v="1387"/>
          <ac:spMkLst>
            <pc:docMk/>
            <pc:sldMk cId="2085155987" sldId="271"/>
            <ac:spMk id="83" creationId="{E7711E70-7BDD-7797-C911-34AED81DDE09}"/>
          </ac:spMkLst>
        </pc:spChg>
        <pc:spChg chg="mod">
          <ac:chgData name="Riccardo Berta" userId="c8694f89-bba4-4576-b0a8-456619ca5a8c" providerId="ADAL" clId="{FDDBFC5A-5EA9-5330-BEB8-433D7E3B4C4E}" dt="2025-09-24T05:47:25.578" v="3460" actId="1076"/>
          <ac:spMkLst>
            <pc:docMk/>
            <pc:sldMk cId="2085155987" sldId="271"/>
            <ac:spMk id="84" creationId="{BAF853FA-C3AE-F252-89F6-8E8452F8A4E5}"/>
          </ac:spMkLst>
        </pc:spChg>
      </pc:sldChg>
      <pc:sldChg chg="del">
        <pc:chgData name="Riccardo Berta" userId="c8694f89-bba4-4576-b0a8-456619ca5a8c" providerId="ADAL" clId="{FDDBFC5A-5EA9-5330-BEB8-433D7E3B4C4E}" dt="2025-09-08T04:59:18.846" v="33" actId="2696"/>
        <pc:sldMkLst>
          <pc:docMk/>
          <pc:sldMk cId="732868139" sldId="272"/>
        </pc:sldMkLst>
      </pc:sldChg>
      <pc:sldChg chg="modSp add mod">
        <pc:chgData name="Riccardo Berta" userId="c8694f89-bba4-4576-b0a8-456619ca5a8c" providerId="ADAL" clId="{FDDBFC5A-5EA9-5330-BEB8-433D7E3B4C4E}" dt="2025-09-24T05:41:30.665" v="3424" actId="313"/>
        <pc:sldMkLst>
          <pc:docMk/>
          <pc:sldMk cId="2008252242" sldId="272"/>
        </pc:sldMkLst>
        <pc:spChg chg="mod">
          <ac:chgData name="Riccardo Berta" userId="c8694f89-bba4-4576-b0a8-456619ca5a8c" providerId="ADAL" clId="{FDDBFC5A-5EA9-5330-BEB8-433D7E3B4C4E}" dt="2025-09-08T07:17:02.551" v="1585" actId="20577"/>
          <ac:spMkLst>
            <pc:docMk/>
            <pc:sldMk cId="2008252242" sldId="272"/>
            <ac:spMk id="83" creationId="{F2C31D5D-E0D5-54C4-9DCC-6F8EF8E19573}"/>
          </ac:spMkLst>
        </pc:spChg>
        <pc:spChg chg="mod">
          <ac:chgData name="Riccardo Berta" userId="c8694f89-bba4-4576-b0a8-456619ca5a8c" providerId="ADAL" clId="{FDDBFC5A-5EA9-5330-BEB8-433D7E3B4C4E}" dt="2025-09-24T05:41:30.665" v="3424" actId="313"/>
          <ac:spMkLst>
            <pc:docMk/>
            <pc:sldMk cId="2008252242" sldId="272"/>
            <ac:spMk id="84" creationId="{1A47AB00-7541-984B-1381-24F75EE0E3E5}"/>
          </ac:spMkLst>
        </pc:spChg>
      </pc:sldChg>
      <pc:sldChg chg="addSp delSp modSp add mod">
        <pc:chgData name="Riccardo Berta" userId="c8694f89-bba4-4576-b0a8-456619ca5a8c" providerId="ADAL" clId="{FDDBFC5A-5EA9-5330-BEB8-433D7E3B4C4E}" dt="2025-09-24T05:45:21.817" v="3447" actId="113"/>
        <pc:sldMkLst>
          <pc:docMk/>
          <pc:sldMk cId="901973074" sldId="273"/>
        </pc:sldMkLst>
        <pc:spChg chg="mod">
          <ac:chgData name="Riccardo Berta" userId="c8694f89-bba4-4576-b0a8-456619ca5a8c" providerId="ADAL" clId="{FDDBFC5A-5EA9-5330-BEB8-433D7E3B4C4E}" dt="2025-09-08T07:17:06.880" v="1589" actId="20577"/>
          <ac:spMkLst>
            <pc:docMk/>
            <pc:sldMk cId="901973074" sldId="273"/>
            <ac:spMk id="83" creationId="{37EF995B-7F5A-58BD-52A4-C82989A24C01}"/>
          </ac:spMkLst>
        </pc:spChg>
        <pc:spChg chg="mod">
          <ac:chgData name="Riccardo Berta" userId="c8694f89-bba4-4576-b0a8-456619ca5a8c" providerId="ADAL" clId="{FDDBFC5A-5EA9-5330-BEB8-433D7E3B4C4E}" dt="2025-09-24T05:45:21.817" v="3447" actId="113"/>
          <ac:spMkLst>
            <pc:docMk/>
            <pc:sldMk cId="901973074" sldId="273"/>
            <ac:spMk id="84" creationId="{EACF2A4F-7485-3605-8D5E-FE7B06798AD3}"/>
          </ac:spMkLst>
        </pc:spChg>
        <pc:picChg chg="add del mod">
          <ac:chgData name="Riccardo Berta" userId="c8694f89-bba4-4576-b0a8-456619ca5a8c" providerId="ADAL" clId="{FDDBFC5A-5EA9-5330-BEB8-433D7E3B4C4E}" dt="2025-09-24T05:44:31.908" v="3427" actId="478"/>
          <ac:picMkLst>
            <pc:docMk/>
            <pc:sldMk cId="901973074" sldId="273"/>
            <ac:picMk id="3" creationId="{8F0AF2D0-271D-36E7-5CED-1D8E4D374648}"/>
          </ac:picMkLst>
        </pc:picChg>
        <pc:picChg chg="add mod">
          <ac:chgData name="Riccardo Berta" userId="c8694f89-bba4-4576-b0a8-456619ca5a8c" providerId="ADAL" clId="{FDDBFC5A-5EA9-5330-BEB8-433D7E3B4C4E}" dt="2025-09-24T05:44:43.891" v="3432" actId="1076"/>
          <ac:picMkLst>
            <pc:docMk/>
            <pc:sldMk cId="901973074" sldId="273"/>
            <ac:picMk id="4" creationId="{88DD99C6-6611-FF59-5777-CE5097021290}"/>
          </ac:picMkLst>
        </pc:picChg>
      </pc:sldChg>
      <pc:sldChg chg="del">
        <pc:chgData name="Riccardo Berta" userId="c8694f89-bba4-4576-b0a8-456619ca5a8c" providerId="ADAL" clId="{FDDBFC5A-5EA9-5330-BEB8-433D7E3B4C4E}" dt="2025-09-08T04:59:20.005" v="35" actId="2696"/>
        <pc:sldMkLst>
          <pc:docMk/>
          <pc:sldMk cId="3859598341" sldId="273"/>
        </pc:sldMkLst>
      </pc:sldChg>
      <pc:sldChg chg="modSp add mod">
        <pc:chgData name="Riccardo Berta" userId="c8694f89-bba4-4576-b0a8-456619ca5a8c" providerId="ADAL" clId="{FDDBFC5A-5EA9-5330-BEB8-433D7E3B4C4E}" dt="2025-09-25T14:24:28.086" v="3569" actId="113"/>
        <pc:sldMkLst>
          <pc:docMk/>
          <pc:sldMk cId="779221979" sldId="274"/>
        </pc:sldMkLst>
        <pc:spChg chg="mod">
          <ac:chgData name="Riccardo Berta" userId="c8694f89-bba4-4576-b0a8-456619ca5a8c" providerId="ADAL" clId="{FDDBFC5A-5EA9-5330-BEB8-433D7E3B4C4E}" dt="2025-09-08T07:28:11.527" v="2072" actId="20577"/>
          <ac:spMkLst>
            <pc:docMk/>
            <pc:sldMk cId="779221979" sldId="274"/>
            <ac:spMk id="83" creationId="{7954A800-7B68-C7E1-D2E1-4DAC86E9BB03}"/>
          </ac:spMkLst>
        </pc:spChg>
        <pc:spChg chg="mod">
          <ac:chgData name="Riccardo Berta" userId="c8694f89-bba4-4576-b0a8-456619ca5a8c" providerId="ADAL" clId="{FDDBFC5A-5EA9-5330-BEB8-433D7E3B4C4E}" dt="2025-09-25T14:24:28.086" v="3569" actId="113"/>
          <ac:spMkLst>
            <pc:docMk/>
            <pc:sldMk cId="779221979" sldId="274"/>
            <ac:spMk id="84" creationId="{78791DD4-6343-3345-509C-6DB096ECA3BE}"/>
          </ac:spMkLst>
        </pc:spChg>
      </pc:sldChg>
      <pc:sldChg chg="del">
        <pc:chgData name="Riccardo Berta" userId="c8694f89-bba4-4576-b0a8-456619ca5a8c" providerId="ADAL" clId="{FDDBFC5A-5EA9-5330-BEB8-433D7E3B4C4E}" dt="2025-09-08T04:59:20.356" v="36" actId="2696"/>
        <pc:sldMkLst>
          <pc:docMk/>
          <pc:sldMk cId="2213323745" sldId="274"/>
        </pc:sldMkLst>
      </pc:sldChg>
      <pc:sldChg chg="del">
        <pc:chgData name="Riccardo Berta" userId="c8694f89-bba4-4576-b0a8-456619ca5a8c" providerId="ADAL" clId="{FDDBFC5A-5EA9-5330-BEB8-433D7E3B4C4E}" dt="2025-09-08T04:59:21.260" v="37" actId="2696"/>
        <pc:sldMkLst>
          <pc:docMk/>
          <pc:sldMk cId="303121765" sldId="275"/>
        </pc:sldMkLst>
      </pc:sldChg>
      <pc:sldChg chg="addSp modSp add mod">
        <pc:chgData name="Riccardo Berta" userId="c8694f89-bba4-4576-b0a8-456619ca5a8c" providerId="ADAL" clId="{FDDBFC5A-5EA9-5330-BEB8-433D7E3B4C4E}" dt="2025-09-08T07:39:38.362" v="2382" actId="14100"/>
        <pc:sldMkLst>
          <pc:docMk/>
          <pc:sldMk cId="440563900" sldId="275"/>
        </pc:sldMkLst>
        <pc:spChg chg="mod">
          <ac:chgData name="Riccardo Berta" userId="c8694f89-bba4-4576-b0a8-456619ca5a8c" providerId="ADAL" clId="{FDDBFC5A-5EA9-5330-BEB8-433D7E3B4C4E}" dt="2025-09-08T07:29:10.335" v="2080"/>
          <ac:spMkLst>
            <pc:docMk/>
            <pc:sldMk cId="440563900" sldId="275"/>
            <ac:spMk id="83" creationId="{7CBD9833-3AB8-D4B3-4F24-DEF5AA15CD27}"/>
          </ac:spMkLst>
        </pc:spChg>
        <pc:spChg chg="mod">
          <ac:chgData name="Riccardo Berta" userId="c8694f89-bba4-4576-b0a8-456619ca5a8c" providerId="ADAL" clId="{FDDBFC5A-5EA9-5330-BEB8-433D7E3B4C4E}" dt="2025-09-08T07:39:38.362" v="2382" actId="14100"/>
          <ac:spMkLst>
            <pc:docMk/>
            <pc:sldMk cId="440563900" sldId="275"/>
            <ac:spMk id="84" creationId="{FDBE6BF7-BAB4-F712-E57A-82C46B0A9687}"/>
          </ac:spMkLst>
        </pc:spChg>
        <pc:picChg chg="add mod">
          <ac:chgData name="Riccardo Berta" userId="c8694f89-bba4-4576-b0a8-456619ca5a8c" providerId="ADAL" clId="{FDDBFC5A-5EA9-5330-BEB8-433D7E3B4C4E}" dt="2025-09-08T07:29:17.182" v="2081"/>
          <ac:picMkLst>
            <pc:docMk/>
            <pc:sldMk cId="440563900" sldId="275"/>
            <ac:picMk id="2" creationId="{E391025C-F73E-3FDF-28E5-15C0014352D3}"/>
          </ac:picMkLst>
        </pc:picChg>
        <pc:picChg chg="add mod">
          <ac:chgData name="Riccardo Berta" userId="c8694f89-bba4-4576-b0a8-456619ca5a8c" providerId="ADAL" clId="{FDDBFC5A-5EA9-5330-BEB8-433D7E3B4C4E}" dt="2025-09-08T07:39:24.184" v="2373" actId="1076"/>
          <ac:picMkLst>
            <pc:docMk/>
            <pc:sldMk cId="440563900" sldId="275"/>
            <ac:picMk id="3" creationId="{01A4F494-D9A7-39FC-A845-DF7E3D6D07C4}"/>
          </ac:picMkLst>
        </pc:picChg>
      </pc:sldChg>
      <pc:sldChg chg="addSp modSp add mod">
        <pc:chgData name="Riccardo Berta" userId="c8694f89-bba4-4576-b0a8-456619ca5a8c" providerId="ADAL" clId="{FDDBFC5A-5EA9-5330-BEB8-433D7E3B4C4E}" dt="2025-09-24T05:54:09.565" v="3466" actId="113"/>
        <pc:sldMkLst>
          <pc:docMk/>
          <pc:sldMk cId="1462028873" sldId="276"/>
        </pc:sldMkLst>
        <pc:spChg chg="mod">
          <ac:chgData name="Riccardo Berta" userId="c8694f89-bba4-4576-b0a8-456619ca5a8c" providerId="ADAL" clId="{FDDBFC5A-5EA9-5330-BEB8-433D7E3B4C4E}" dt="2025-09-08T07:47:26.990" v="2551" actId="20577"/>
          <ac:spMkLst>
            <pc:docMk/>
            <pc:sldMk cId="1462028873" sldId="276"/>
            <ac:spMk id="83" creationId="{02378264-66F3-B7F0-1EB4-53FB27228886}"/>
          </ac:spMkLst>
        </pc:spChg>
        <pc:spChg chg="mod">
          <ac:chgData name="Riccardo Berta" userId="c8694f89-bba4-4576-b0a8-456619ca5a8c" providerId="ADAL" clId="{FDDBFC5A-5EA9-5330-BEB8-433D7E3B4C4E}" dt="2025-09-24T05:54:09.565" v="3466" actId="113"/>
          <ac:spMkLst>
            <pc:docMk/>
            <pc:sldMk cId="1462028873" sldId="276"/>
            <ac:spMk id="84" creationId="{AD7BD729-F07F-64BC-0952-D9656C8E77E0}"/>
          </ac:spMkLst>
        </pc:spChg>
        <pc:picChg chg="add mod">
          <ac:chgData name="Riccardo Berta" userId="c8694f89-bba4-4576-b0a8-456619ca5a8c" providerId="ADAL" clId="{FDDBFC5A-5EA9-5330-BEB8-433D7E3B4C4E}" dt="2025-09-08T07:47:00.772" v="2539" actId="1076"/>
          <ac:picMkLst>
            <pc:docMk/>
            <pc:sldMk cId="1462028873" sldId="276"/>
            <ac:picMk id="2" creationId="{9B95130F-543C-4BB0-28C2-F5060890942C}"/>
          </ac:picMkLst>
        </pc:picChg>
      </pc:sldChg>
      <pc:sldChg chg="del">
        <pc:chgData name="Riccardo Berta" userId="c8694f89-bba4-4576-b0a8-456619ca5a8c" providerId="ADAL" clId="{FDDBFC5A-5EA9-5330-BEB8-433D7E3B4C4E}" dt="2025-09-08T04:59:21.718" v="38" actId="2696"/>
        <pc:sldMkLst>
          <pc:docMk/>
          <pc:sldMk cId="2020526202" sldId="276"/>
        </pc:sldMkLst>
      </pc:sldChg>
      <pc:sldChg chg="addSp modSp add mod">
        <pc:chgData name="Riccardo Berta" userId="c8694f89-bba4-4576-b0a8-456619ca5a8c" providerId="ADAL" clId="{FDDBFC5A-5EA9-5330-BEB8-433D7E3B4C4E}" dt="2025-09-24T05:58:23.130" v="3469" actId="113"/>
        <pc:sldMkLst>
          <pc:docMk/>
          <pc:sldMk cId="3105780525" sldId="277"/>
        </pc:sldMkLst>
        <pc:spChg chg="mod">
          <ac:chgData name="Riccardo Berta" userId="c8694f89-bba4-4576-b0a8-456619ca5a8c" providerId="ADAL" clId="{FDDBFC5A-5EA9-5330-BEB8-433D7E3B4C4E}" dt="2025-09-08T07:55:19.981" v="2750" actId="20577"/>
          <ac:spMkLst>
            <pc:docMk/>
            <pc:sldMk cId="3105780525" sldId="277"/>
            <ac:spMk id="83" creationId="{306790A7-3F3F-3EED-742E-ECC6CBD25AA1}"/>
          </ac:spMkLst>
        </pc:spChg>
        <pc:spChg chg="mod">
          <ac:chgData name="Riccardo Berta" userId="c8694f89-bba4-4576-b0a8-456619ca5a8c" providerId="ADAL" clId="{FDDBFC5A-5EA9-5330-BEB8-433D7E3B4C4E}" dt="2025-09-24T05:58:23.130" v="3469" actId="113"/>
          <ac:spMkLst>
            <pc:docMk/>
            <pc:sldMk cId="3105780525" sldId="277"/>
            <ac:spMk id="84" creationId="{5ED19569-3C3D-D802-2046-97F7B8AD5EB7}"/>
          </ac:spMkLst>
        </pc:spChg>
        <pc:picChg chg="add mod">
          <ac:chgData name="Riccardo Berta" userId="c8694f89-bba4-4576-b0a8-456619ca5a8c" providerId="ADAL" clId="{FDDBFC5A-5EA9-5330-BEB8-433D7E3B4C4E}" dt="2025-09-08T07:55:16.707" v="2746" actId="1076"/>
          <ac:picMkLst>
            <pc:docMk/>
            <pc:sldMk cId="3105780525" sldId="277"/>
            <ac:picMk id="2" creationId="{AC2241A1-423D-774F-D1D3-B1A0929FB735}"/>
          </ac:picMkLst>
        </pc:picChg>
      </pc:sldChg>
      <pc:sldChg chg="del">
        <pc:chgData name="Riccardo Berta" userId="c8694f89-bba4-4576-b0a8-456619ca5a8c" providerId="ADAL" clId="{FDDBFC5A-5EA9-5330-BEB8-433D7E3B4C4E}" dt="2025-09-08T04:59:22.355" v="39" actId="2696"/>
        <pc:sldMkLst>
          <pc:docMk/>
          <pc:sldMk cId="3156887330" sldId="277"/>
        </pc:sldMkLst>
      </pc:sldChg>
      <pc:sldChg chg="addSp modSp add mod">
        <pc:chgData name="Riccardo Berta" userId="c8694f89-bba4-4576-b0a8-456619ca5a8c" providerId="ADAL" clId="{FDDBFC5A-5EA9-5330-BEB8-433D7E3B4C4E}" dt="2025-09-24T06:00:33.289" v="3476" actId="113"/>
        <pc:sldMkLst>
          <pc:docMk/>
          <pc:sldMk cId="1282956213" sldId="278"/>
        </pc:sldMkLst>
        <pc:spChg chg="mod">
          <ac:chgData name="Riccardo Berta" userId="c8694f89-bba4-4576-b0a8-456619ca5a8c" providerId="ADAL" clId="{FDDBFC5A-5EA9-5330-BEB8-433D7E3B4C4E}" dt="2025-09-08T07:55:31.216" v="2754" actId="20577"/>
          <ac:spMkLst>
            <pc:docMk/>
            <pc:sldMk cId="1282956213" sldId="278"/>
            <ac:spMk id="83" creationId="{F0BB4D0C-CB2A-C878-00BC-34C5D2BD9ED8}"/>
          </ac:spMkLst>
        </pc:spChg>
        <pc:spChg chg="mod">
          <ac:chgData name="Riccardo Berta" userId="c8694f89-bba4-4576-b0a8-456619ca5a8c" providerId="ADAL" clId="{FDDBFC5A-5EA9-5330-BEB8-433D7E3B4C4E}" dt="2025-09-24T06:00:33.289" v="3476" actId="113"/>
          <ac:spMkLst>
            <pc:docMk/>
            <pc:sldMk cId="1282956213" sldId="278"/>
            <ac:spMk id="84" creationId="{3091399F-DFC3-DE16-AF43-0EC691431444}"/>
          </ac:spMkLst>
        </pc:spChg>
        <pc:picChg chg="add mod">
          <ac:chgData name="Riccardo Berta" userId="c8694f89-bba4-4576-b0a8-456619ca5a8c" providerId="ADAL" clId="{FDDBFC5A-5EA9-5330-BEB8-433D7E3B4C4E}" dt="2025-09-08T07:57:47.432" v="2835" actId="1035"/>
          <ac:picMkLst>
            <pc:docMk/>
            <pc:sldMk cId="1282956213" sldId="278"/>
            <ac:picMk id="2" creationId="{01B1B27D-64E2-2181-5D15-9CB18F0F5F1F}"/>
          </ac:picMkLst>
        </pc:picChg>
      </pc:sldChg>
      <pc:sldChg chg="del">
        <pc:chgData name="Riccardo Berta" userId="c8694f89-bba4-4576-b0a8-456619ca5a8c" providerId="ADAL" clId="{FDDBFC5A-5EA9-5330-BEB8-433D7E3B4C4E}" dt="2025-09-08T04:59:22.992" v="40" actId="2696"/>
        <pc:sldMkLst>
          <pc:docMk/>
          <pc:sldMk cId="1586284290" sldId="278"/>
        </pc:sldMkLst>
      </pc:sldChg>
      <pc:sldChg chg="del">
        <pc:chgData name="Riccardo Berta" userId="c8694f89-bba4-4576-b0a8-456619ca5a8c" providerId="ADAL" clId="{FDDBFC5A-5EA9-5330-BEB8-433D7E3B4C4E}" dt="2025-09-08T04:59:24.049" v="41" actId="2696"/>
        <pc:sldMkLst>
          <pc:docMk/>
          <pc:sldMk cId="2677523252" sldId="279"/>
        </pc:sldMkLst>
      </pc:sldChg>
      <pc:sldChg chg="addSp modSp add mod">
        <pc:chgData name="Riccardo Berta" userId="c8694f89-bba4-4576-b0a8-456619ca5a8c" providerId="ADAL" clId="{FDDBFC5A-5EA9-5330-BEB8-433D7E3B4C4E}" dt="2025-09-24T06:01:02.239" v="3482" actId="20577"/>
        <pc:sldMkLst>
          <pc:docMk/>
          <pc:sldMk cId="3608922323" sldId="279"/>
        </pc:sldMkLst>
        <pc:spChg chg="mod">
          <ac:chgData name="Riccardo Berta" userId="c8694f89-bba4-4576-b0a8-456619ca5a8c" providerId="ADAL" clId="{FDDBFC5A-5EA9-5330-BEB8-433D7E3B4C4E}" dt="2025-09-08T07:58:58.575" v="2857"/>
          <ac:spMkLst>
            <pc:docMk/>
            <pc:sldMk cId="3608922323" sldId="279"/>
            <ac:spMk id="83" creationId="{64A225F4-7D90-9980-2724-B826A33A1BE7}"/>
          </ac:spMkLst>
        </pc:spChg>
        <pc:spChg chg="mod">
          <ac:chgData name="Riccardo Berta" userId="c8694f89-bba4-4576-b0a8-456619ca5a8c" providerId="ADAL" clId="{FDDBFC5A-5EA9-5330-BEB8-433D7E3B4C4E}" dt="2025-09-24T06:01:02.239" v="3482" actId="20577"/>
          <ac:spMkLst>
            <pc:docMk/>
            <pc:sldMk cId="3608922323" sldId="279"/>
            <ac:spMk id="84" creationId="{1A6D9D9C-DA03-5D58-BA14-20FD3665C148}"/>
          </ac:spMkLst>
        </pc:spChg>
        <pc:picChg chg="add mod">
          <ac:chgData name="Riccardo Berta" userId="c8694f89-bba4-4576-b0a8-456619ca5a8c" providerId="ADAL" clId="{FDDBFC5A-5EA9-5330-BEB8-433D7E3B4C4E}" dt="2025-09-08T08:03:56.431" v="2940" actId="1076"/>
          <ac:picMkLst>
            <pc:docMk/>
            <pc:sldMk cId="3608922323" sldId="279"/>
            <ac:picMk id="2" creationId="{B23CBC72-22E0-2AE7-97E6-B61CC2467BBA}"/>
          </ac:picMkLst>
        </pc:picChg>
      </pc:sldChg>
      <pc:sldChg chg="del">
        <pc:chgData name="Riccardo Berta" userId="c8694f89-bba4-4576-b0a8-456619ca5a8c" providerId="ADAL" clId="{FDDBFC5A-5EA9-5330-BEB8-433D7E3B4C4E}" dt="2025-09-08T04:59:24.860" v="42" actId="2696"/>
        <pc:sldMkLst>
          <pc:docMk/>
          <pc:sldMk cId="635836889" sldId="280"/>
        </pc:sldMkLst>
      </pc:sldChg>
      <pc:sldChg chg="add del">
        <pc:chgData name="Riccardo Berta" userId="c8694f89-bba4-4576-b0a8-456619ca5a8c" providerId="ADAL" clId="{FDDBFC5A-5EA9-5330-BEB8-433D7E3B4C4E}" dt="2025-09-08T11:12:32.861" v="3354" actId="2696"/>
        <pc:sldMkLst>
          <pc:docMk/>
          <pc:sldMk cId="961988891" sldId="280"/>
        </pc:sldMkLst>
      </pc:sldChg>
      <pc:sldChg chg="del">
        <pc:chgData name="Riccardo Berta" userId="c8694f89-bba4-4576-b0a8-456619ca5a8c" providerId="ADAL" clId="{FDDBFC5A-5EA9-5330-BEB8-433D7E3B4C4E}" dt="2025-09-08T04:59:25.332" v="43" actId="2696"/>
        <pc:sldMkLst>
          <pc:docMk/>
          <pc:sldMk cId="2288803032" sldId="281"/>
        </pc:sldMkLst>
      </pc:sldChg>
      <pc:sldChg chg="addSp delSp modSp add mod">
        <pc:chgData name="Riccardo Berta" userId="c8694f89-bba4-4576-b0a8-456619ca5a8c" providerId="ADAL" clId="{FDDBFC5A-5EA9-5330-BEB8-433D7E3B4C4E}" dt="2025-09-08T08:10:18.048" v="3139" actId="1035"/>
        <pc:sldMkLst>
          <pc:docMk/>
          <pc:sldMk cId="3493374860" sldId="281"/>
        </pc:sldMkLst>
        <pc:spChg chg="mod">
          <ac:chgData name="Riccardo Berta" userId="c8694f89-bba4-4576-b0a8-456619ca5a8c" providerId="ADAL" clId="{FDDBFC5A-5EA9-5330-BEB8-433D7E3B4C4E}" dt="2025-09-08T07:47:31.757" v="2555" actId="20577"/>
          <ac:spMkLst>
            <pc:docMk/>
            <pc:sldMk cId="3493374860" sldId="281"/>
            <ac:spMk id="83" creationId="{7DF9C635-B8F2-8535-7CB2-BE8AE5DD70CA}"/>
          </ac:spMkLst>
        </pc:spChg>
        <pc:spChg chg="mod">
          <ac:chgData name="Riccardo Berta" userId="c8694f89-bba4-4576-b0a8-456619ca5a8c" providerId="ADAL" clId="{FDDBFC5A-5EA9-5330-BEB8-433D7E3B4C4E}" dt="2025-09-08T07:49:28.735" v="2643" actId="20577"/>
          <ac:spMkLst>
            <pc:docMk/>
            <pc:sldMk cId="3493374860" sldId="281"/>
            <ac:spMk id="84" creationId="{94A16BAA-5FAD-0995-FDC7-8DF739D85ACC}"/>
          </ac:spMkLst>
        </pc:spChg>
        <pc:picChg chg="add mod">
          <ac:chgData name="Riccardo Berta" userId="c8694f89-bba4-4576-b0a8-456619ca5a8c" providerId="ADAL" clId="{FDDBFC5A-5EA9-5330-BEB8-433D7E3B4C4E}" dt="2025-09-08T08:10:18.048" v="3139" actId="1035"/>
          <ac:picMkLst>
            <pc:docMk/>
            <pc:sldMk cId="3493374860" sldId="281"/>
            <ac:picMk id="3" creationId="{37332DE9-C9FB-3B61-7961-42AC49CADA8C}"/>
          </ac:picMkLst>
        </pc:picChg>
      </pc:sldChg>
      <pc:sldChg chg="del">
        <pc:chgData name="Riccardo Berta" userId="c8694f89-bba4-4576-b0a8-456619ca5a8c" providerId="ADAL" clId="{FDDBFC5A-5EA9-5330-BEB8-433D7E3B4C4E}" dt="2025-09-08T04:59:26.119" v="44" actId="2696"/>
        <pc:sldMkLst>
          <pc:docMk/>
          <pc:sldMk cId="663506827" sldId="282"/>
        </pc:sldMkLst>
      </pc:sldChg>
      <pc:sldChg chg="addSp modSp add mod">
        <pc:chgData name="Riccardo Berta" userId="c8694f89-bba4-4576-b0a8-456619ca5a8c" providerId="ADAL" clId="{FDDBFC5A-5EA9-5330-BEB8-433D7E3B4C4E}" dt="2025-09-24T06:01:36.214" v="3483" actId="113"/>
        <pc:sldMkLst>
          <pc:docMk/>
          <pc:sldMk cId="3245779911" sldId="282"/>
        </pc:sldMkLst>
        <pc:spChg chg="mod">
          <ac:chgData name="Riccardo Berta" userId="c8694f89-bba4-4576-b0a8-456619ca5a8c" providerId="ADAL" clId="{FDDBFC5A-5EA9-5330-BEB8-433D7E3B4C4E}" dt="2025-09-08T08:04:08.615" v="2941"/>
          <ac:spMkLst>
            <pc:docMk/>
            <pc:sldMk cId="3245779911" sldId="282"/>
            <ac:spMk id="83" creationId="{AEAC9D79-13B8-AD77-BDE3-7B2D81351ED8}"/>
          </ac:spMkLst>
        </pc:spChg>
        <pc:spChg chg="mod">
          <ac:chgData name="Riccardo Berta" userId="c8694f89-bba4-4576-b0a8-456619ca5a8c" providerId="ADAL" clId="{FDDBFC5A-5EA9-5330-BEB8-433D7E3B4C4E}" dt="2025-09-24T06:01:36.214" v="3483" actId="113"/>
          <ac:spMkLst>
            <pc:docMk/>
            <pc:sldMk cId="3245779911" sldId="282"/>
            <ac:spMk id="84" creationId="{49C734FD-AFE6-9D0A-D4BC-E97505D8BA24}"/>
          </ac:spMkLst>
        </pc:spChg>
        <pc:picChg chg="add mod">
          <ac:chgData name="Riccardo Berta" userId="c8694f89-bba4-4576-b0a8-456619ca5a8c" providerId="ADAL" clId="{FDDBFC5A-5EA9-5330-BEB8-433D7E3B4C4E}" dt="2025-09-08T08:09:54.242" v="3123" actId="1076"/>
          <ac:picMkLst>
            <pc:docMk/>
            <pc:sldMk cId="3245779911" sldId="282"/>
            <ac:picMk id="2" creationId="{B18F2283-51E8-912A-987A-2F290995D099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09-24T06:05:46.183" v="3493" actId="313"/>
        <pc:sldMkLst>
          <pc:docMk/>
          <pc:sldMk cId="142251770" sldId="283"/>
        </pc:sldMkLst>
        <pc:spChg chg="mod">
          <ac:chgData name="Riccardo Berta" userId="c8694f89-bba4-4576-b0a8-456619ca5a8c" providerId="ADAL" clId="{FDDBFC5A-5EA9-5330-BEB8-433D7E3B4C4E}" dt="2025-09-08T08:17:07.680" v="3242" actId="20577"/>
          <ac:spMkLst>
            <pc:docMk/>
            <pc:sldMk cId="142251770" sldId="283"/>
            <ac:spMk id="83" creationId="{640709A6-D68D-A002-A62E-CBC94D494DB4}"/>
          </ac:spMkLst>
        </pc:spChg>
        <pc:spChg chg="mod">
          <ac:chgData name="Riccardo Berta" userId="c8694f89-bba4-4576-b0a8-456619ca5a8c" providerId="ADAL" clId="{FDDBFC5A-5EA9-5330-BEB8-433D7E3B4C4E}" dt="2025-09-24T06:05:46.183" v="3493" actId="313"/>
          <ac:spMkLst>
            <pc:docMk/>
            <pc:sldMk cId="142251770" sldId="283"/>
            <ac:spMk id="84" creationId="{A63B52D3-7BDF-3BF3-885C-37D6E7DB09FB}"/>
          </ac:spMkLst>
        </pc:spChg>
        <pc:picChg chg="add mod">
          <ac:chgData name="Riccardo Berta" userId="c8694f89-bba4-4576-b0a8-456619ca5a8c" providerId="ADAL" clId="{FDDBFC5A-5EA9-5330-BEB8-433D7E3B4C4E}" dt="2025-09-08T11:08:39.905" v="3296" actId="1076"/>
          <ac:picMkLst>
            <pc:docMk/>
            <pc:sldMk cId="142251770" sldId="283"/>
            <ac:picMk id="3" creationId="{60A5784D-24A3-4638-72C8-F13925BE3936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09-24T06:06:31.331" v="3523" actId="20577"/>
        <pc:sldMkLst>
          <pc:docMk/>
          <pc:sldMk cId="1934613724" sldId="284"/>
        </pc:sldMkLst>
        <pc:spChg chg="mod">
          <ac:chgData name="Riccardo Berta" userId="c8694f89-bba4-4576-b0a8-456619ca5a8c" providerId="ADAL" clId="{FDDBFC5A-5EA9-5330-BEB8-433D7E3B4C4E}" dt="2025-09-08T11:12:29.583" v="3353" actId="20577"/>
          <ac:spMkLst>
            <pc:docMk/>
            <pc:sldMk cId="1934613724" sldId="284"/>
            <ac:spMk id="83" creationId="{BD70BCD5-DECC-B39C-87CE-EF1E72E143FE}"/>
          </ac:spMkLst>
        </pc:spChg>
        <pc:spChg chg="mod">
          <ac:chgData name="Riccardo Berta" userId="c8694f89-bba4-4576-b0a8-456619ca5a8c" providerId="ADAL" clId="{FDDBFC5A-5EA9-5330-BEB8-433D7E3B4C4E}" dt="2025-09-24T06:06:31.331" v="3523" actId="20577"/>
          <ac:spMkLst>
            <pc:docMk/>
            <pc:sldMk cId="1934613724" sldId="284"/>
            <ac:spMk id="84" creationId="{45DC9428-4030-41DA-71CF-8394CD903FF4}"/>
          </ac:spMkLst>
        </pc:spChg>
        <pc:picChg chg="add mod">
          <ac:chgData name="Riccardo Berta" userId="c8694f89-bba4-4576-b0a8-456619ca5a8c" providerId="ADAL" clId="{FDDBFC5A-5EA9-5330-BEB8-433D7E3B4C4E}" dt="2025-09-08T08:17:20.307" v="3246"/>
          <ac:picMkLst>
            <pc:docMk/>
            <pc:sldMk cId="1934613724" sldId="284"/>
            <ac:picMk id="2" creationId="{FDD2A0D9-5995-DCDA-00ED-0B430487FA8C}"/>
          </ac:picMkLst>
        </pc:picChg>
        <pc:picChg chg="add mod">
          <ac:chgData name="Riccardo Berta" userId="c8694f89-bba4-4576-b0a8-456619ca5a8c" providerId="ADAL" clId="{FDDBFC5A-5EA9-5330-BEB8-433D7E3B4C4E}" dt="2025-09-24T06:06:20.466" v="3513" actId="1036"/>
          <ac:picMkLst>
            <pc:docMk/>
            <pc:sldMk cId="1934613724" sldId="284"/>
            <ac:picMk id="6" creationId="{5C7D47C9-B5A1-0FF1-97B7-5DB87EA469DE}"/>
          </ac:picMkLst>
        </pc:picChg>
        <pc:picChg chg="add mod">
          <ac:chgData name="Riccardo Berta" userId="c8694f89-bba4-4576-b0a8-456619ca5a8c" providerId="ADAL" clId="{FDDBFC5A-5EA9-5330-BEB8-433D7E3B4C4E}" dt="2025-09-24T06:06:20.466" v="3513" actId="1036"/>
          <ac:picMkLst>
            <pc:docMk/>
            <pc:sldMk cId="1934613724" sldId="284"/>
            <ac:picMk id="8" creationId="{69AA7686-91D4-8E1D-7C93-3AA4385C8FFC}"/>
          </ac:picMkLst>
        </pc:picChg>
        <pc:picChg chg="add mod">
          <ac:chgData name="Riccardo Berta" userId="c8694f89-bba4-4576-b0a8-456619ca5a8c" providerId="ADAL" clId="{FDDBFC5A-5EA9-5330-BEB8-433D7E3B4C4E}" dt="2025-09-24T06:06:23.188" v="3518" actId="1035"/>
          <ac:picMkLst>
            <pc:docMk/>
            <pc:sldMk cId="1934613724" sldId="284"/>
            <ac:picMk id="10" creationId="{93AA239B-3643-5B12-4CFB-ECF353CE6AF2}"/>
          </ac:picMkLst>
        </pc:picChg>
      </pc:sldChg>
      <pc:sldChg chg="del">
        <pc:chgData name="Riccardo Berta" userId="c8694f89-bba4-4576-b0a8-456619ca5a8c" providerId="ADAL" clId="{FDDBFC5A-5EA9-5330-BEB8-433D7E3B4C4E}" dt="2025-09-08T04:59:26.886" v="45" actId="2696"/>
        <pc:sldMkLst>
          <pc:docMk/>
          <pc:sldMk cId="1602265730" sldId="285"/>
        </pc:sldMkLst>
      </pc:sldChg>
      <pc:sldChg chg="del">
        <pc:chgData name="Riccardo Berta" userId="c8694f89-bba4-4576-b0a8-456619ca5a8c" providerId="ADAL" clId="{FDDBFC5A-5EA9-5330-BEB8-433D7E3B4C4E}" dt="2025-09-08T04:59:28.282" v="46" actId="2696"/>
        <pc:sldMkLst>
          <pc:docMk/>
          <pc:sldMk cId="0" sldId="286"/>
        </pc:sldMkLst>
      </pc:sldChg>
      <pc:sldChg chg="del">
        <pc:chgData name="Riccardo Berta" userId="c8694f89-bba4-4576-b0a8-456619ca5a8c" providerId="ADAL" clId="{FDDBFC5A-5EA9-5330-BEB8-433D7E3B4C4E}" dt="2025-09-08T04:59:19.571" v="34" actId="2696"/>
        <pc:sldMkLst>
          <pc:docMk/>
          <pc:sldMk cId="675018885" sldId="287"/>
        </pc:sldMkLst>
      </pc:sldChg>
    </pc:docChg>
  </pc:docChgLst>
  <pc:docChgLst>
    <pc:chgData name="Riccardo Berta" userId="c8694f89-bba4-4576-b0a8-456619ca5a8c" providerId="ADAL" clId="{58424B7E-67A2-E24B-9516-C248AFA19009}"/>
    <pc:docChg chg="undo custSel addSld delSld modSld sldOrd modMainMaster">
      <pc:chgData name="Riccardo Berta" userId="c8694f89-bba4-4576-b0a8-456619ca5a8c" providerId="ADAL" clId="{58424B7E-67A2-E24B-9516-C248AFA19009}" dt="2022-08-30T09:41:00.751" v="1457" actId="20577"/>
      <pc:docMkLst>
        <pc:docMk/>
      </pc:docMkLst>
      <pc:sldChg chg="modSp mod">
        <pc:chgData name="Riccardo Berta" userId="c8694f89-bba4-4576-b0a8-456619ca5a8c" providerId="ADAL" clId="{58424B7E-67A2-E24B-9516-C248AFA19009}" dt="2022-08-30T09:38:38.114" v="1432" actId="790"/>
        <pc:sldMkLst>
          <pc:docMk/>
          <pc:sldMk cId="0" sldId="256"/>
        </pc:sldMkLst>
      </pc:sldChg>
      <pc:sldChg chg="addSp modSp mod">
        <pc:chgData name="Riccardo Berta" userId="c8694f89-bba4-4576-b0a8-456619ca5a8c" providerId="ADAL" clId="{58424B7E-67A2-E24B-9516-C248AFA19009}" dt="2022-08-30T09:37:52.468" v="1397" actId="20577"/>
        <pc:sldMkLst>
          <pc:docMk/>
          <pc:sldMk cId="0" sldId="257"/>
        </pc:sldMkLst>
      </pc:sldChg>
      <pc:sldChg chg="modSp mod">
        <pc:chgData name="Riccardo Berta" userId="c8694f89-bba4-4576-b0a8-456619ca5a8c" providerId="ADAL" clId="{58424B7E-67A2-E24B-9516-C248AFA19009}" dt="2022-08-30T09:41:00.751" v="1457" actId="20577"/>
        <pc:sldMkLst>
          <pc:docMk/>
          <pc:sldMk cId="3018556184" sldId="259"/>
        </pc:sldMkLst>
      </pc:sldChg>
      <pc:sldChg chg="del">
        <pc:chgData name="Riccardo Berta" userId="c8694f89-bba4-4576-b0a8-456619ca5a8c" providerId="ADAL" clId="{58424B7E-67A2-E24B-9516-C248AFA19009}" dt="2022-08-30T08:44:09.932" v="12" actId="2696"/>
        <pc:sldMkLst>
          <pc:docMk/>
          <pc:sldMk cId="1066709261" sldId="260"/>
        </pc:sldMkLst>
      </pc:sldChg>
      <pc:sldChg chg="addSp modSp add mod">
        <pc:chgData name="Riccardo Berta" userId="c8694f89-bba4-4576-b0a8-456619ca5a8c" providerId="ADAL" clId="{58424B7E-67A2-E24B-9516-C248AFA19009}" dt="2022-08-30T09:38:04.406" v="1411" actId="20577"/>
        <pc:sldMkLst>
          <pc:docMk/>
          <pc:sldMk cId="3692252167" sldId="260"/>
        </pc:sldMkLst>
      </pc:sldChg>
      <pc:sldChg chg="addSp modSp add mod">
        <pc:chgData name="Riccardo Berta" userId="c8694f89-bba4-4576-b0a8-456619ca5a8c" providerId="ADAL" clId="{58424B7E-67A2-E24B-9516-C248AFA19009}" dt="2022-08-30T09:35:29.211" v="1307" actId="21"/>
        <pc:sldMkLst>
          <pc:docMk/>
          <pc:sldMk cId="846979211" sldId="261"/>
        </pc:sldMkLst>
      </pc:sldChg>
      <pc:sldChg chg="modSp add mod">
        <pc:chgData name="Riccardo Berta" userId="c8694f89-bba4-4576-b0a8-456619ca5a8c" providerId="ADAL" clId="{58424B7E-67A2-E24B-9516-C248AFA19009}" dt="2022-08-30T09:19:27.119" v="830" actId="20577"/>
        <pc:sldMkLst>
          <pc:docMk/>
          <pc:sldMk cId="447929702" sldId="262"/>
        </pc:sldMkLst>
      </pc:sldChg>
      <pc:sldChg chg="addSp modSp add mod ord">
        <pc:chgData name="Riccardo Berta" userId="c8694f89-bba4-4576-b0a8-456619ca5a8c" providerId="ADAL" clId="{58424B7E-67A2-E24B-9516-C248AFA19009}" dt="2022-08-30T09:40:40.663" v="1434" actId="20578"/>
        <pc:sldMkLst>
          <pc:docMk/>
          <pc:sldMk cId="11402927" sldId="263"/>
        </pc:sldMkLst>
      </pc:sldChg>
      <pc:sldChg chg="del">
        <pc:chgData name="Riccardo Berta" userId="c8694f89-bba4-4576-b0a8-456619ca5a8c" providerId="ADAL" clId="{58424B7E-67A2-E24B-9516-C248AFA19009}" dt="2022-08-30T08:44:10.781" v="14" actId="2696"/>
        <pc:sldMkLst>
          <pc:docMk/>
          <pc:sldMk cId="2190566097" sldId="263"/>
        </pc:sldMkLst>
      </pc:sldChg>
      <pc:sldChg chg="modSp add mod ord">
        <pc:chgData name="Riccardo Berta" userId="c8694f89-bba4-4576-b0a8-456619ca5a8c" providerId="ADAL" clId="{58424B7E-67A2-E24B-9516-C248AFA19009}" dt="2022-08-30T09:40:38.066" v="1433" actId="20578"/>
        <pc:sldMkLst>
          <pc:docMk/>
          <pc:sldMk cId="2794482370" sldId="264"/>
        </pc:sldMkLst>
      </pc:sldChg>
      <pc:sldChg chg="del">
        <pc:chgData name="Riccardo Berta" userId="c8694f89-bba4-4576-b0a8-456619ca5a8c" providerId="ADAL" clId="{58424B7E-67A2-E24B-9516-C248AFA19009}" dt="2022-08-30T08:44:11.185" v="15" actId="2696"/>
        <pc:sldMkLst>
          <pc:docMk/>
          <pc:sldMk cId="3888810046" sldId="264"/>
        </pc:sldMkLst>
      </pc:sldChg>
      <pc:sldChg chg="add del">
        <pc:chgData name="Riccardo Berta" userId="c8694f89-bba4-4576-b0a8-456619ca5a8c" providerId="ADAL" clId="{58424B7E-67A2-E24B-9516-C248AFA19009}" dt="2022-08-30T09:40:43.113" v="1435" actId="2696"/>
        <pc:sldMkLst>
          <pc:docMk/>
          <pc:sldMk cId="1840044115" sldId="265"/>
        </pc:sldMkLst>
      </pc:sldChg>
      <pc:sldChg chg="del">
        <pc:chgData name="Riccardo Berta" userId="c8694f89-bba4-4576-b0a8-456619ca5a8c" providerId="ADAL" clId="{58424B7E-67A2-E24B-9516-C248AFA19009}" dt="2022-08-30T08:44:10.392" v="13" actId="2696"/>
        <pc:sldMkLst>
          <pc:docMk/>
          <pc:sldMk cId="2733657070" sldId="265"/>
        </pc:sldMkLst>
      </pc:sldChg>
      <pc:sldChg chg="del">
        <pc:chgData name="Riccardo Berta" userId="c8694f89-bba4-4576-b0a8-456619ca5a8c" providerId="ADAL" clId="{58424B7E-67A2-E24B-9516-C248AFA19009}" dt="2022-08-30T08:44:11.546" v="16" actId="2696"/>
        <pc:sldMkLst>
          <pc:docMk/>
          <pc:sldMk cId="2836957529" sldId="266"/>
        </pc:sldMkLst>
      </pc:sldChg>
      <pc:sldChg chg="add del">
        <pc:chgData name="Riccardo Berta" userId="c8694f89-bba4-4576-b0a8-456619ca5a8c" providerId="ADAL" clId="{58424B7E-67A2-E24B-9516-C248AFA19009}" dt="2022-08-30T09:40:44.686" v="1436" actId="2696"/>
        <pc:sldMkLst>
          <pc:docMk/>
          <pc:sldMk cId="3173063083" sldId="266"/>
        </pc:sldMkLst>
      </pc:sldChg>
      <pc:sldChg chg="del">
        <pc:chgData name="Riccardo Berta" userId="c8694f89-bba4-4576-b0a8-456619ca5a8c" providerId="ADAL" clId="{58424B7E-67A2-E24B-9516-C248AFA19009}" dt="2022-08-30T08:44:11.879" v="17" actId="2696"/>
        <pc:sldMkLst>
          <pc:docMk/>
          <pc:sldMk cId="3519359877" sldId="267"/>
        </pc:sldMkLst>
      </pc:sldChg>
      <pc:sldChg chg="add del">
        <pc:chgData name="Riccardo Berta" userId="c8694f89-bba4-4576-b0a8-456619ca5a8c" providerId="ADAL" clId="{58424B7E-67A2-E24B-9516-C248AFA19009}" dt="2022-08-30T09:40:45.351" v="1437" actId="2696"/>
        <pc:sldMkLst>
          <pc:docMk/>
          <pc:sldMk cId="4284808824" sldId="267"/>
        </pc:sldMkLst>
      </pc:sldChg>
      <pc:sldChg chg="add del">
        <pc:chgData name="Riccardo Berta" userId="c8694f89-bba4-4576-b0a8-456619ca5a8c" providerId="ADAL" clId="{58424B7E-67A2-E24B-9516-C248AFA19009}" dt="2022-08-30T09:40:46.386" v="1438" actId="2696"/>
        <pc:sldMkLst>
          <pc:docMk/>
          <pc:sldMk cId="2262434218" sldId="268"/>
        </pc:sldMkLst>
      </pc:sldChg>
      <pc:sldChg chg="del">
        <pc:chgData name="Riccardo Berta" userId="c8694f89-bba4-4576-b0a8-456619ca5a8c" providerId="ADAL" clId="{58424B7E-67A2-E24B-9516-C248AFA19009}" dt="2022-08-30T08:44:12.296" v="18" actId="2696"/>
        <pc:sldMkLst>
          <pc:docMk/>
          <pc:sldMk cId="3883776362" sldId="268"/>
        </pc:sldMkLst>
      </pc:sldChg>
      <pc:sldChg chg="del">
        <pc:chgData name="Riccardo Berta" userId="c8694f89-bba4-4576-b0a8-456619ca5a8c" providerId="ADAL" clId="{58424B7E-67A2-E24B-9516-C248AFA19009}" dt="2022-08-30T08:44:12.734" v="19" actId="2696"/>
        <pc:sldMkLst>
          <pc:docMk/>
          <pc:sldMk cId="482081013" sldId="269"/>
        </pc:sldMkLst>
      </pc:sldChg>
      <pc:sldChg chg="del">
        <pc:chgData name="Riccardo Berta" userId="c8694f89-bba4-4576-b0a8-456619ca5a8c" providerId="ADAL" clId="{58424B7E-67A2-E24B-9516-C248AFA19009}" dt="2022-08-30T08:44:13.162" v="20" actId="2696"/>
        <pc:sldMkLst>
          <pc:docMk/>
          <pc:sldMk cId="761532774" sldId="270"/>
        </pc:sldMkLst>
      </pc:sldChg>
      <pc:sldChg chg="del">
        <pc:chgData name="Riccardo Berta" userId="c8694f89-bba4-4576-b0a8-456619ca5a8c" providerId="ADAL" clId="{58424B7E-67A2-E24B-9516-C248AFA19009}" dt="2022-08-30T08:44:13.596" v="21" actId="2696"/>
        <pc:sldMkLst>
          <pc:docMk/>
          <pc:sldMk cId="3967202540" sldId="271"/>
        </pc:sldMkLst>
      </pc:sldChg>
      <pc:sldChg chg="del">
        <pc:chgData name="Riccardo Berta" userId="c8694f89-bba4-4576-b0a8-456619ca5a8c" providerId="ADAL" clId="{58424B7E-67A2-E24B-9516-C248AFA19009}" dt="2022-08-30T08:44:14.037" v="22" actId="2696"/>
        <pc:sldMkLst>
          <pc:docMk/>
          <pc:sldMk cId="2355894371" sldId="272"/>
        </pc:sldMkLst>
      </pc:sldChg>
      <pc:sldChg chg="del">
        <pc:chgData name="Riccardo Berta" userId="c8694f89-bba4-4576-b0a8-456619ca5a8c" providerId="ADAL" clId="{58424B7E-67A2-E24B-9516-C248AFA19009}" dt="2022-08-30T08:44:14.570" v="23" actId="2696"/>
        <pc:sldMkLst>
          <pc:docMk/>
          <pc:sldMk cId="3843819371" sldId="273"/>
        </pc:sldMkLst>
      </pc:sldChg>
      <pc:sldChg chg="del">
        <pc:chgData name="Riccardo Berta" userId="c8694f89-bba4-4576-b0a8-456619ca5a8c" providerId="ADAL" clId="{58424B7E-67A2-E24B-9516-C248AFA19009}" dt="2022-08-30T08:44:15.613" v="24" actId="2696"/>
        <pc:sldMkLst>
          <pc:docMk/>
          <pc:sldMk cId="806177680" sldId="274"/>
        </pc:sldMkLst>
      </pc:sldChg>
      <pc:sldChg chg="del">
        <pc:chgData name="Riccardo Berta" userId="c8694f89-bba4-4576-b0a8-456619ca5a8c" providerId="ADAL" clId="{58424B7E-67A2-E24B-9516-C248AFA19009}" dt="2022-08-30T08:44:16.250" v="25" actId="2696"/>
        <pc:sldMkLst>
          <pc:docMk/>
          <pc:sldMk cId="284781631" sldId="275"/>
        </pc:sldMkLst>
      </pc:sldChg>
      <pc:sldChg chg="del">
        <pc:chgData name="Riccardo Berta" userId="c8694f89-bba4-4576-b0a8-456619ca5a8c" providerId="ADAL" clId="{58424B7E-67A2-E24B-9516-C248AFA19009}" dt="2022-08-30T08:44:17.013" v="26" actId="2696"/>
        <pc:sldMkLst>
          <pc:docMk/>
          <pc:sldMk cId="4125292156" sldId="276"/>
        </pc:sldMkLst>
      </pc:sldChg>
      <pc:sldChg chg="del">
        <pc:chgData name="Riccardo Berta" userId="c8694f89-bba4-4576-b0a8-456619ca5a8c" providerId="ADAL" clId="{58424B7E-67A2-E24B-9516-C248AFA19009}" dt="2022-08-30T08:44:17.602" v="27" actId="2696"/>
        <pc:sldMkLst>
          <pc:docMk/>
          <pc:sldMk cId="1388305878" sldId="277"/>
        </pc:sldMkLst>
      </pc:sldChg>
      <pc:sldChg chg="del">
        <pc:chgData name="Riccardo Berta" userId="c8694f89-bba4-4576-b0a8-456619ca5a8c" providerId="ADAL" clId="{58424B7E-67A2-E24B-9516-C248AFA19009}" dt="2022-08-30T08:44:18.091" v="28" actId="2696"/>
        <pc:sldMkLst>
          <pc:docMk/>
          <pc:sldMk cId="2276488042" sldId="278"/>
        </pc:sldMkLst>
      </pc:sldChg>
      <pc:sldMasterChg chg="modSldLayout">
        <pc:chgData name="Riccardo Berta" userId="c8694f89-bba4-4576-b0a8-456619ca5a8c" providerId="ADAL" clId="{58424B7E-67A2-E24B-9516-C248AFA19009}" dt="2022-08-30T08:51:17.059" v="152" actId="948"/>
        <pc:sldMasterMkLst>
          <pc:docMk/>
          <pc:sldMasterMk cId="0" sldId="2147483659"/>
        </pc:sldMasterMkLst>
        <pc:sldLayoutChg chg="modSp mod">
          <pc:chgData name="Riccardo Berta" userId="c8694f89-bba4-4576-b0a8-456619ca5a8c" providerId="ADAL" clId="{58424B7E-67A2-E24B-9516-C248AFA19009}" dt="2022-08-30T08:51:17.059" v="152" actId="948"/>
          <pc:sldLayoutMkLst>
            <pc:docMk/>
            <pc:sldMasterMk cId="0" sldId="2147483659"/>
            <pc:sldLayoutMk cId="0" sldId="2147483650"/>
          </pc:sldLayoutMkLst>
        </pc:sldLayoutChg>
      </pc:sldMasterChg>
    </pc:docChg>
  </pc:docChgLst>
  <pc:docChgLst>
    <pc:chgData name="Riccardo Berta" userId="c8694f89-bba4-4576-b0a8-456619ca5a8c" providerId="ADAL" clId="{F4AAAA8C-1CB2-214C-996A-F15BCA6CB64E}"/>
    <pc:docChg chg="undo custSel addSld delSld modSld">
      <pc:chgData name="Riccardo Berta" userId="c8694f89-bba4-4576-b0a8-456619ca5a8c" providerId="ADAL" clId="{F4AAAA8C-1CB2-214C-996A-F15BCA6CB64E}" dt="2022-07-29T16:21:50.628" v="2975" actId="1076"/>
      <pc:docMkLst>
        <pc:docMk/>
      </pc:docMkLst>
      <pc:sldChg chg="modSp mod">
        <pc:chgData name="Riccardo Berta" userId="c8694f89-bba4-4576-b0a8-456619ca5a8c" providerId="ADAL" clId="{F4AAAA8C-1CB2-214C-996A-F15BCA6CB64E}" dt="2022-07-27T13:37:29.445" v="2" actId="20577"/>
        <pc:sldMkLst>
          <pc:docMk/>
          <pc:sldMk cId="0" sldId="256"/>
        </pc:sldMkLst>
      </pc:sldChg>
      <pc:sldChg chg="addSp modSp mod">
        <pc:chgData name="Riccardo Berta" userId="c8694f89-bba4-4576-b0a8-456619ca5a8c" providerId="ADAL" clId="{F4AAAA8C-1CB2-214C-996A-F15BCA6CB64E}" dt="2022-07-27T13:43:23.760" v="162" actId="20577"/>
        <pc:sldMkLst>
          <pc:docMk/>
          <pc:sldMk cId="0" sldId="257"/>
        </pc:sldMkLst>
      </pc:sldChg>
      <pc:sldChg chg="modSp del">
        <pc:chgData name="Riccardo Berta" userId="c8694f89-bba4-4576-b0a8-456619ca5a8c" providerId="ADAL" clId="{F4AAAA8C-1CB2-214C-996A-F15BCA6CB64E}" dt="2022-07-27T13:43:43.714" v="164" actId="2696"/>
        <pc:sldMkLst>
          <pc:docMk/>
          <pc:sldMk cId="1899110855" sldId="258"/>
        </pc:sldMkLst>
      </pc:sldChg>
      <pc:sldChg chg="addSp delSp modSp mod">
        <pc:chgData name="Riccardo Berta" userId="c8694f89-bba4-4576-b0a8-456619ca5a8c" providerId="ADAL" clId="{F4AAAA8C-1CB2-214C-996A-F15BCA6CB64E}" dt="2022-07-29T16:13:43.411" v="2890" actId="20577"/>
        <pc:sldMkLst>
          <pc:docMk/>
          <pc:sldMk cId="3018556184" sldId="259"/>
        </pc:sldMkLst>
      </pc:sldChg>
      <pc:sldChg chg="del">
        <pc:chgData name="Riccardo Berta" userId="c8694f89-bba4-4576-b0a8-456619ca5a8c" providerId="ADAL" clId="{F4AAAA8C-1CB2-214C-996A-F15BCA6CB64E}" dt="2022-07-27T13:43:45.045" v="165" actId="2696"/>
        <pc:sldMkLst>
          <pc:docMk/>
          <pc:sldMk cId="1104208334" sldId="260"/>
        </pc:sldMkLst>
      </pc:sldChg>
      <pc:sldChg chg="addSp delSp modSp add mod">
        <pc:chgData name="Riccardo Berta" userId="c8694f89-bba4-4576-b0a8-456619ca5a8c" providerId="ADAL" clId="{F4AAAA8C-1CB2-214C-996A-F15BCA6CB64E}" dt="2022-07-28T05:47:21.216" v="337" actId="1076"/>
        <pc:sldMkLst>
          <pc:docMk/>
          <pc:sldMk cId="2119751735" sldId="260"/>
        </pc:sldMkLst>
      </pc:sldChg>
      <pc:sldChg chg="del">
        <pc:chgData name="Riccardo Berta" userId="c8694f89-bba4-4576-b0a8-456619ca5a8c" providerId="ADAL" clId="{F4AAAA8C-1CB2-214C-996A-F15BCA6CB64E}" dt="2022-07-27T13:43:46.058" v="166" actId="2696"/>
        <pc:sldMkLst>
          <pc:docMk/>
          <pc:sldMk cId="1290395919" sldId="261"/>
        </pc:sldMkLst>
      </pc:sldChg>
      <pc:sldChg chg="delSp modSp add mod">
        <pc:chgData name="Riccardo Berta" userId="c8694f89-bba4-4576-b0a8-456619ca5a8c" providerId="ADAL" clId="{F4AAAA8C-1CB2-214C-996A-F15BCA6CB64E}" dt="2022-07-28T06:08:36.900" v="979" actId="20577"/>
        <pc:sldMkLst>
          <pc:docMk/>
          <pc:sldMk cId="2389937581" sldId="261"/>
        </pc:sldMkLst>
      </pc:sldChg>
      <pc:sldChg chg="addSp delSp modSp add mod">
        <pc:chgData name="Riccardo Berta" userId="c8694f89-bba4-4576-b0a8-456619ca5a8c" providerId="ADAL" clId="{F4AAAA8C-1CB2-214C-996A-F15BCA6CB64E}" dt="2022-07-28T06:20:33.799" v="1324" actId="58"/>
        <pc:sldMkLst>
          <pc:docMk/>
          <pc:sldMk cId="1270389364" sldId="262"/>
        </pc:sldMkLst>
      </pc:sldChg>
      <pc:sldChg chg="del">
        <pc:chgData name="Riccardo Berta" userId="c8694f89-bba4-4576-b0a8-456619ca5a8c" providerId="ADAL" clId="{F4AAAA8C-1CB2-214C-996A-F15BCA6CB64E}" dt="2022-07-27T13:43:47.251" v="167" actId="2696"/>
        <pc:sldMkLst>
          <pc:docMk/>
          <pc:sldMk cId="4130549615" sldId="262"/>
        </pc:sldMkLst>
      </pc:sldChg>
      <pc:sldChg chg="modSp add mod">
        <pc:chgData name="Riccardo Berta" userId="c8694f89-bba4-4576-b0a8-456619ca5a8c" providerId="ADAL" clId="{F4AAAA8C-1CB2-214C-996A-F15BCA6CB64E}" dt="2022-07-29T07:18:15.970" v="2126" actId="1076"/>
        <pc:sldMkLst>
          <pc:docMk/>
          <pc:sldMk cId="2644872656" sldId="263"/>
        </pc:sldMkLst>
      </pc:sldChg>
      <pc:sldChg chg="del">
        <pc:chgData name="Riccardo Berta" userId="c8694f89-bba4-4576-b0a8-456619ca5a8c" providerId="ADAL" clId="{F4AAAA8C-1CB2-214C-996A-F15BCA6CB64E}" dt="2022-07-27T13:43:48.139" v="168" actId="2696"/>
        <pc:sldMkLst>
          <pc:docMk/>
          <pc:sldMk cId="3102138681" sldId="263"/>
        </pc:sldMkLst>
      </pc:sldChg>
      <pc:sldChg chg="modSp add mod">
        <pc:chgData name="Riccardo Berta" userId="c8694f89-bba4-4576-b0a8-456619ca5a8c" providerId="ADAL" clId="{F4AAAA8C-1CB2-214C-996A-F15BCA6CB64E}" dt="2022-07-28T13:59:43.403" v="1794" actId="20577"/>
        <pc:sldMkLst>
          <pc:docMk/>
          <pc:sldMk cId="1681389695" sldId="264"/>
        </pc:sldMkLst>
      </pc:sldChg>
      <pc:sldChg chg="del">
        <pc:chgData name="Riccardo Berta" userId="c8694f89-bba4-4576-b0a8-456619ca5a8c" providerId="ADAL" clId="{F4AAAA8C-1CB2-214C-996A-F15BCA6CB64E}" dt="2022-07-27T13:43:49.652" v="169" actId="2696"/>
        <pc:sldMkLst>
          <pc:docMk/>
          <pc:sldMk cId="2113557187" sldId="264"/>
        </pc:sldMkLst>
      </pc:sldChg>
      <pc:sldChg chg="del">
        <pc:chgData name="Riccardo Berta" userId="c8694f89-bba4-4576-b0a8-456619ca5a8c" providerId="ADAL" clId="{F4AAAA8C-1CB2-214C-996A-F15BCA6CB64E}" dt="2022-07-27T13:43:57.658" v="170" actId="2696"/>
        <pc:sldMkLst>
          <pc:docMk/>
          <pc:sldMk cId="2045385232" sldId="265"/>
        </pc:sldMkLst>
      </pc:sldChg>
      <pc:sldChg chg="addSp modSp add mod">
        <pc:chgData name="Riccardo Berta" userId="c8694f89-bba4-4576-b0a8-456619ca5a8c" providerId="ADAL" clId="{F4AAAA8C-1CB2-214C-996A-F15BCA6CB64E}" dt="2022-07-29T07:15:19.612" v="2059" actId="1037"/>
        <pc:sldMkLst>
          <pc:docMk/>
          <pc:sldMk cId="2862573505" sldId="265"/>
        </pc:sldMkLst>
      </pc:sldChg>
      <pc:sldChg chg="modSp add mod">
        <pc:chgData name="Riccardo Berta" userId="c8694f89-bba4-4576-b0a8-456619ca5a8c" providerId="ADAL" clId="{F4AAAA8C-1CB2-214C-996A-F15BCA6CB64E}" dt="2022-07-29T15:42:16.243" v="2364" actId="404"/>
        <pc:sldMkLst>
          <pc:docMk/>
          <pc:sldMk cId="4181844165" sldId="266"/>
        </pc:sldMkLst>
      </pc:sldChg>
      <pc:sldChg chg="addSp delSp modSp add mod">
        <pc:chgData name="Riccardo Berta" userId="c8694f89-bba4-4576-b0a8-456619ca5a8c" providerId="ADAL" clId="{F4AAAA8C-1CB2-214C-996A-F15BCA6CB64E}" dt="2022-07-29T16:21:50.628" v="2975" actId="1076"/>
        <pc:sldMkLst>
          <pc:docMk/>
          <pc:sldMk cId="216455838" sldId="267"/>
        </pc:sldMkLst>
      </pc:sldChg>
      <pc:sldChg chg="modSp add mod">
        <pc:chgData name="Riccardo Berta" userId="c8694f89-bba4-4576-b0a8-456619ca5a8c" providerId="ADAL" clId="{F4AAAA8C-1CB2-214C-996A-F15BCA6CB64E}" dt="2022-07-29T16:13:07.544" v="2873" actId="20577"/>
        <pc:sldMkLst>
          <pc:docMk/>
          <pc:sldMk cId="925286286" sldId="268"/>
        </pc:sldMkLst>
      </pc:sldChg>
      <pc:sldChg chg="addSp modSp add mod">
        <pc:chgData name="Riccardo Berta" userId="c8694f89-bba4-4576-b0a8-456619ca5a8c" providerId="ADAL" clId="{F4AAAA8C-1CB2-214C-996A-F15BCA6CB64E}" dt="2022-07-29T16:20:35.039" v="2951" actId="962"/>
        <pc:sldMkLst>
          <pc:docMk/>
          <pc:sldMk cId="3471997037" sldId="269"/>
        </pc:sldMkLst>
      </pc:sldChg>
      <pc:sldChg chg="add">
        <pc:chgData name="Riccardo Berta" userId="c8694f89-bba4-4576-b0a8-456619ca5a8c" providerId="ADAL" clId="{F4AAAA8C-1CB2-214C-996A-F15BCA6CB64E}" dt="2022-07-28T14:01:20.148" v="1808"/>
        <pc:sldMkLst>
          <pc:docMk/>
          <pc:sldMk cId="3130917410" sldId="270"/>
        </pc:sldMkLst>
      </pc:sldChg>
      <pc:sldChg chg="add">
        <pc:chgData name="Riccardo Berta" userId="c8694f89-bba4-4576-b0a8-456619ca5a8c" providerId="ADAL" clId="{F4AAAA8C-1CB2-214C-996A-F15BCA6CB64E}" dt="2022-07-28T14:01:20.483" v="1809"/>
        <pc:sldMkLst>
          <pc:docMk/>
          <pc:sldMk cId="2266699268" sldId="271"/>
        </pc:sldMkLst>
      </pc:sldChg>
    </pc:docChg>
  </pc:docChgLst>
  <pc:docChgLst>
    <pc:chgData name="Riccardo Berta" userId="c8694f89-bba4-4576-b0a8-456619ca5a8c" providerId="ADAL" clId="{285D91C1-4BF4-0841-A283-B28F698AE366}"/>
    <pc:docChg chg="custSel addSld modSld">
      <pc:chgData name="Riccardo Berta" userId="c8694f89-bba4-4576-b0a8-456619ca5a8c" providerId="ADAL" clId="{285D91C1-4BF4-0841-A283-B28F698AE366}" dt="2022-08-26T17:01:29.210" v="222" actId="20577"/>
      <pc:docMkLst>
        <pc:docMk/>
      </pc:docMkLst>
      <pc:sldChg chg="addSp delSp modSp add mod">
        <pc:chgData name="Riccardo Berta" userId="c8694f89-bba4-4576-b0a8-456619ca5a8c" providerId="ADAL" clId="{285D91C1-4BF4-0841-A283-B28F698AE366}" dt="2022-08-26T17:01:29.210" v="222" actId="20577"/>
        <pc:sldMkLst>
          <pc:docMk/>
          <pc:sldMk cId="1388305878" sldId="277"/>
        </pc:sldMkLst>
      </pc:sldChg>
      <pc:sldChg chg="addSp delSp modSp add mod">
        <pc:chgData name="Riccardo Berta" userId="c8694f89-bba4-4576-b0a8-456619ca5a8c" providerId="ADAL" clId="{285D91C1-4BF4-0841-A283-B28F698AE366}" dt="2022-08-26T17:01:19.085" v="220" actId="1076"/>
        <pc:sldMkLst>
          <pc:docMk/>
          <pc:sldMk cId="2276488042" sldId="278"/>
        </pc:sldMkLst>
      </pc:sldChg>
    </pc:docChg>
  </pc:docChgLst>
  <pc:docChgLst>
    <pc:chgData name="Riccardo Berta" userId="c8694f89-bba4-4576-b0a8-456619ca5a8c" providerId="ADAL" clId="{35C5D11B-424E-5B41-A9C4-509DD0A59BFD}"/>
    <pc:docChg chg="custSel delSld modSld sldOrd">
      <pc:chgData name="Riccardo Berta" userId="c8694f89-bba4-4576-b0a8-456619ca5a8c" providerId="ADAL" clId="{35C5D11B-424E-5B41-A9C4-509DD0A59BFD}" dt="2022-04-01T12:12:56.906" v="135" actId="20577"/>
      <pc:docMkLst>
        <pc:docMk/>
      </pc:docMkLst>
      <pc:sldChg chg="modSp">
        <pc:chgData name="Riccardo Berta" userId="c8694f89-bba4-4576-b0a8-456619ca5a8c" providerId="ADAL" clId="{35C5D11B-424E-5B41-A9C4-509DD0A59BFD}" dt="2022-03-22T07:34:03.014" v="5"/>
        <pc:sldMkLst>
          <pc:docMk/>
          <pc:sldMk cId="0" sldId="257"/>
        </pc:sldMkLst>
      </pc:sldChg>
      <pc:sldChg chg="modSp">
        <pc:chgData name="Riccardo Berta" userId="c8694f89-bba4-4576-b0a8-456619ca5a8c" providerId="ADAL" clId="{35C5D11B-424E-5B41-A9C4-509DD0A59BFD}" dt="2022-03-22T07:34:23.187" v="6"/>
        <pc:sldMkLst>
          <pc:docMk/>
          <pc:sldMk cId="1899110855" sldId="258"/>
        </pc:sldMkLst>
      </pc:sldChg>
      <pc:sldChg chg="modSp">
        <pc:chgData name="Riccardo Berta" userId="c8694f89-bba4-4576-b0a8-456619ca5a8c" providerId="ADAL" clId="{35C5D11B-424E-5B41-A9C4-509DD0A59BFD}" dt="2022-03-22T07:39:20.191" v="16"/>
        <pc:sldMkLst>
          <pc:docMk/>
          <pc:sldMk cId="3018556184" sldId="259"/>
        </pc:sldMkLst>
      </pc:sldChg>
      <pc:sldChg chg="modSp mod">
        <pc:chgData name="Riccardo Berta" userId="c8694f89-bba4-4576-b0a8-456619ca5a8c" providerId="ADAL" clId="{35C5D11B-424E-5B41-A9C4-509DD0A59BFD}" dt="2022-03-23T07:58:19.601" v="41" actId="20577"/>
        <pc:sldMkLst>
          <pc:docMk/>
          <pc:sldMk cId="1104208334" sldId="260"/>
        </pc:sldMkLst>
      </pc:sldChg>
      <pc:sldChg chg="modSp">
        <pc:chgData name="Riccardo Berta" userId="c8694f89-bba4-4576-b0a8-456619ca5a8c" providerId="ADAL" clId="{35C5D11B-424E-5B41-A9C4-509DD0A59BFD}" dt="2022-03-22T07:42:45.729" v="19"/>
        <pc:sldMkLst>
          <pc:docMk/>
          <pc:sldMk cId="1290395919" sldId="261"/>
        </pc:sldMkLst>
      </pc:sldChg>
      <pc:sldChg chg="modSp mod modNotes">
        <pc:chgData name="Riccardo Berta" userId="c8694f89-bba4-4576-b0a8-456619ca5a8c" providerId="ADAL" clId="{35C5D11B-424E-5B41-A9C4-509DD0A59BFD}" dt="2022-03-25T14:38:53.205" v="88" actId="20577"/>
        <pc:sldMkLst>
          <pc:docMk/>
          <pc:sldMk cId="4130549615" sldId="262"/>
        </pc:sldMkLst>
      </pc:sldChg>
      <pc:sldChg chg="modSp">
        <pc:chgData name="Riccardo Berta" userId="c8694f89-bba4-4576-b0a8-456619ca5a8c" providerId="ADAL" clId="{35C5D11B-424E-5B41-A9C4-509DD0A59BFD}" dt="2022-03-22T07:43:16.691" v="21"/>
        <pc:sldMkLst>
          <pc:docMk/>
          <pc:sldMk cId="3102138681" sldId="263"/>
        </pc:sldMkLst>
      </pc:sldChg>
      <pc:sldChg chg="modSp mod">
        <pc:chgData name="Riccardo Berta" userId="c8694f89-bba4-4576-b0a8-456619ca5a8c" providerId="ADAL" clId="{35C5D11B-424E-5B41-A9C4-509DD0A59BFD}" dt="2022-03-25T15:16:54.434" v="126" actId="20577"/>
        <pc:sldMkLst>
          <pc:docMk/>
          <pc:sldMk cId="2113557187" sldId="264"/>
        </pc:sldMkLst>
      </pc:sldChg>
      <pc:sldChg chg="modSp">
        <pc:chgData name="Riccardo Berta" userId="c8694f89-bba4-4576-b0a8-456619ca5a8c" providerId="ADAL" clId="{35C5D11B-424E-5B41-A9C4-509DD0A59BFD}" dt="2022-03-22T07:44:03.240" v="24"/>
        <pc:sldMkLst>
          <pc:docMk/>
          <pc:sldMk cId="2045385232" sldId="265"/>
        </pc:sldMkLst>
      </pc:sldChg>
      <pc:sldChg chg="modSp">
        <pc:chgData name="Riccardo Berta" userId="c8694f89-bba4-4576-b0a8-456619ca5a8c" providerId="ADAL" clId="{35C5D11B-424E-5B41-A9C4-509DD0A59BFD}" dt="2022-03-22T07:44:22.734" v="25"/>
        <pc:sldMkLst>
          <pc:docMk/>
          <pc:sldMk cId="4181844165" sldId="266"/>
        </pc:sldMkLst>
      </pc:sldChg>
      <pc:sldChg chg="modSp mod">
        <pc:chgData name="Riccardo Berta" userId="c8694f89-bba4-4576-b0a8-456619ca5a8c" providerId="ADAL" clId="{35C5D11B-424E-5B41-A9C4-509DD0A59BFD}" dt="2022-04-01T12:12:56.906" v="135" actId="20577"/>
        <pc:sldMkLst>
          <pc:docMk/>
          <pc:sldMk cId="216455838" sldId="267"/>
        </pc:sldMkLst>
      </pc:sldChg>
      <pc:sldChg chg="del">
        <pc:chgData name="Riccardo Berta" userId="c8694f89-bba4-4576-b0a8-456619ca5a8c" providerId="ADAL" clId="{35C5D11B-424E-5B41-A9C4-509DD0A59BFD}" dt="2022-03-22T07:29:13.529" v="3" actId="2696"/>
        <pc:sldMkLst>
          <pc:docMk/>
          <pc:sldMk cId="925286286" sldId="268"/>
        </pc:sldMkLst>
      </pc:sldChg>
      <pc:sldChg chg="modSp">
        <pc:chgData name="Riccardo Berta" userId="c8694f89-bba4-4576-b0a8-456619ca5a8c" providerId="ADAL" clId="{35C5D11B-424E-5B41-A9C4-509DD0A59BFD}" dt="2022-03-22T07:44:59.403" v="28"/>
        <pc:sldMkLst>
          <pc:docMk/>
          <pc:sldMk cId="3471997037" sldId="269"/>
        </pc:sldMkLst>
      </pc:sldChg>
      <pc:sldChg chg="modSp mod">
        <pc:chgData name="Riccardo Berta" userId="c8694f89-bba4-4576-b0a8-456619ca5a8c" providerId="ADAL" clId="{35C5D11B-424E-5B41-A9C4-509DD0A59BFD}" dt="2022-03-22T07:47:03.443" v="33"/>
        <pc:sldMkLst>
          <pc:docMk/>
          <pc:sldMk cId="3130917410" sldId="270"/>
        </pc:sldMkLst>
      </pc:sldChg>
      <pc:sldChg chg="modSp mod">
        <pc:chgData name="Riccardo Berta" userId="c8694f89-bba4-4576-b0a8-456619ca5a8c" providerId="ADAL" clId="{35C5D11B-424E-5B41-A9C4-509DD0A59BFD}" dt="2022-03-22T07:47:51.976" v="38"/>
        <pc:sldMkLst>
          <pc:docMk/>
          <pc:sldMk cId="2266699268" sldId="271"/>
        </pc:sldMkLst>
      </pc:sldChg>
      <pc:sldChg chg="modSp mod ord">
        <pc:chgData name="Riccardo Berta" userId="c8694f89-bba4-4576-b0a8-456619ca5a8c" providerId="ADAL" clId="{35C5D11B-424E-5B41-A9C4-509DD0A59BFD}" dt="2022-03-22T07:29:04.952" v="2"/>
        <pc:sldMkLst>
          <pc:docMk/>
          <pc:sldMk cId="993270251" sldId="272"/>
        </pc:sldMkLst>
      </pc:sldChg>
      <pc:sldChg chg="modSp">
        <pc:chgData name="Riccardo Berta" userId="c8694f89-bba4-4576-b0a8-456619ca5a8c" providerId="ADAL" clId="{35C5D11B-424E-5B41-A9C4-509DD0A59BFD}" dt="2022-03-22T07:48:04.230" v="39"/>
        <pc:sldMkLst>
          <pc:docMk/>
          <pc:sldMk cId="3843819371" sldId="273"/>
        </pc:sldMkLst>
      </pc:sldChg>
      <pc:sldChg chg="modSp">
        <pc:chgData name="Riccardo Berta" userId="c8694f89-bba4-4576-b0a8-456619ca5a8c" providerId="ADAL" clId="{35C5D11B-424E-5B41-A9C4-509DD0A59BFD}" dt="2022-03-22T07:48:21.111" v="40"/>
        <pc:sldMkLst>
          <pc:docMk/>
          <pc:sldMk cId="284781631" sldId="275"/>
        </pc:sldMkLst>
      </pc:sldChg>
    </pc:docChg>
  </pc:docChgLst>
  <pc:docChgLst>
    <pc:chgData name="Riccardo Berta" userId="c8694f89-bba4-4576-b0a8-456619ca5a8c" providerId="ADAL" clId="{89457721-8AF9-BB44-BAF2-46F7B0D7D7E8}"/>
    <pc:docChg chg="custSel addSld delSld modSld">
      <pc:chgData name="Riccardo Berta" userId="c8694f89-bba4-4576-b0a8-456619ca5a8c" providerId="ADAL" clId="{89457721-8AF9-BB44-BAF2-46F7B0D7D7E8}" dt="2022-08-30T09:55:24.863" v="44" actId="20577"/>
      <pc:docMkLst>
        <pc:docMk/>
      </pc:docMkLst>
      <pc:sldChg chg="modSp mod">
        <pc:chgData name="Riccardo Berta" userId="c8694f89-bba4-4576-b0a8-456619ca5a8c" providerId="ADAL" clId="{89457721-8AF9-BB44-BAF2-46F7B0D7D7E8}" dt="2022-08-30T09:54:06.379" v="7" actId="20577"/>
        <pc:sldMkLst>
          <pc:docMk/>
          <pc:sldMk cId="0" sldId="256"/>
        </pc:sldMkLst>
      </pc:sldChg>
      <pc:sldChg chg="delSp modSp mod">
        <pc:chgData name="Riccardo Berta" userId="c8694f89-bba4-4576-b0a8-456619ca5a8c" providerId="ADAL" clId="{89457721-8AF9-BB44-BAF2-46F7B0D7D7E8}" dt="2022-08-30T09:54:23.221" v="18" actId="478"/>
        <pc:sldMkLst>
          <pc:docMk/>
          <pc:sldMk cId="0" sldId="257"/>
        </pc:sldMkLst>
      </pc:sldChg>
      <pc:sldChg chg="modSp mod">
        <pc:chgData name="Riccardo Berta" userId="c8694f89-bba4-4576-b0a8-456619ca5a8c" providerId="ADAL" clId="{89457721-8AF9-BB44-BAF2-46F7B0D7D7E8}" dt="2022-08-30T09:54:11.362" v="10" actId="20577"/>
        <pc:sldMkLst>
          <pc:docMk/>
          <pc:sldMk cId="3018556184" sldId="259"/>
        </pc:sldMkLst>
      </pc:sldChg>
      <pc:sldChg chg="add">
        <pc:chgData name="Riccardo Berta" userId="c8694f89-bba4-4576-b0a8-456619ca5a8c" providerId="ADAL" clId="{89457721-8AF9-BB44-BAF2-46F7B0D7D7E8}" dt="2022-08-30T09:54:31.238" v="24"/>
        <pc:sldMkLst>
          <pc:docMk/>
          <pc:sldMk cId="3239712184" sldId="260"/>
        </pc:sldMkLst>
      </pc:sldChg>
      <pc:sldChg chg="del">
        <pc:chgData name="Riccardo Berta" userId="c8694f89-bba4-4576-b0a8-456619ca5a8c" providerId="ADAL" clId="{89457721-8AF9-BB44-BAF2-46F7B0D7D7E8}" dt="2022-08-30T09:54:26.068" v="19" actId="2696"/>
        <pc:sldMkLst>
          <pc:docMk/>
          <pc:sldMk cId="3692252167" sldId="260"/>
        </pc:sldMkLst>
      </pc:sldChg>
      <pc:sldChg chg="add">
        <pc:chgData name="Riccardo Berta" userId="c8694f89-bba4-4576-b0a8-456619ca5a8c" providerId="ADAL" clId="{89457721-8AF9-BB44-BAF2-46F7B0D7D7E8}" dt="2022-08-30T09:54:32.176" v="25"/>
        <pc:sldMkLst>
          <pc:docMk/>
          <pc:sldMk cId="723946338" sldId="261"/>
        </pc:sldMkLst>
      </pc:sldChg>
      <pc:sldChg chg="del">
        <pc:chgData name="Riccardo Berta" userId="c8694f89-bba4-4576-b0a8-456619ca5a8c" providerId="ADAL" clId="{89457721-8AF9-BB44-BAF2-46F7B0D7D7E8}" dt="2022-08-30T09:54:26.532" v="20" actId="2696"/>
        <pc:sldMkLst>
          <pc:docMk/>
          <pc:sldMk cId="846979211" sldId="261"/>
        </pc:sldMkLst>
      </pc:sldChg>
      <pc:sldChg chg="del">
        <pc:chgData name="Riccardo Berta" userId="c8694f89-bba4-4576-b0a8-456619ca5a8c" providerId="ADAL" clId="{89457721-8AF9-BB44-BAF2-46F7B0D7D7E8}" dt="2022-08-30T09:54:26.938" v="21" actId="2696"/>
        <pc:sldMkLst>
          <pc:docMk/>
          <pc:sldMk cId="447929702" sldId="262"/>
        </pc:sldMkLst>
      </pc:sldChg>
      <pc:sldChg chg="add">
        <pc:chgData name="Riccardo Berta" userId="c8694f89-bba4-4576-b0a8-456619ca5a8c" providerId="ADAL" clId="{89457721-8AF9-BB44-BAF2-46F7B0D7D7E8}" dt="2022-08-30T09:54:33.167" v="26"/>
        <pc:sldMkLst>
          <pc:docMk/>
          <pc:sldMk cId="1167696200" sldId="262"/>
        </pc:sldMkLst>
      </pc:sldChg>
      <pc:sldChg chg="del">
        <pc:chgData name="Riccardo Berta" userId="c8694f89-bba4-4576-b0a8-456619ca5a8c" providerId="ADAL" clId="{89457721-8AF9-BB44-BAF2-46F7B0D7D7E8}" dt="2022-08-30T09:54:27.400" v="22" actId="2696"/>
        <pc:sldMkLst>
          <pc:docMk/>
          <pc:sldMk cId="11402927" sldId="263"/>
        </pc:sldMkLst>
      </pc:sldChg>
      <pc:sldChg chg="modSp add mod">
        <pc:chgData name="Riccardo Berta" userId="c8694f89-bba4-4576-b0a8-456619ca5a8c" providerId="ADAL" clId="{89457721-8AF9-BB44-BAF2-46F7B0D7D7E8}" dt="2022-08-30T09:55:24.863" v="44" actId="20577"/>
        <pc:sldMkLst>
          <pc:docMk/>
          <pc:sldMk cId="1817587258" sldId="263"/>
        </pc:sldMkLst>
      </pc:sldChg>
      <pc:sldChg chg="del">
        <pc:chgData name="Riccardo Berta" userId="c8694f89-bba4-4576-b0a8-456619ca5a8c" providerId="ADAL" clId="{89457721-8AF9-BB44-BAF2-46F7B0D7D7E8}" dt="2022-08-30T09:54:27.959" v="23" actId="2696"/>
        <pc:sldMkLst>
          <pc:docMk/>
          <pc:sldMk cId="2794482370" sldId="264"/>
        </pc:sldMkLst>
      </pc:sldChg>
    </pc:docChg>
  </pc:docChgLst>
  <pc:docChgLst>
    <pc:chgData name="Riccardo Berta" userId="c8694f89-bba4-4576-b0a8-456619ca5a8c" providerId="ADAL" clId="{4967B734-A465-2844-BA15-7FBACE49D2F8}"/>
    <pc:docChg chg="undo redo custSel addSld delSld modSld sldOrd">
      <pc:chgData name="Riccardo Berta" userId="c8694f89-bba4-4576-b0a8-456619ca5a8c" providerId="ADAL" clId="{4967B734-A465-2844-BA15-7FBACE49D2F8}" dt="2022-10-10T07:13:16.328" v="2720" actId="403"/>
      <pc:docMkLst>
        <pc:docMk/>
      </pc:docMkLst>
      <pc:sldChg chg="modSp mod">
        <pc:chgData name="Riccardo Berta" userId="c8694f89-bba4-4576-b0a8-456619ca5a8c" providerId="ADAL" clId="{4967B734-A465-2844-BA15-7FBACE49D2F8}" dt="2022-10-04T09:21:06.296" v="1514" actId="790"/>
        <pc:sldMkLst>
          <pc:docMk/>
          <pc:sldMk cId="0" sldId="256"/>
        </pc:sldMkLst>
      </pc:sldChg>
      <pc:sldChg chg="delSp modSp mod">
        <pc:chgData name="Riccardo Berta" userId="c8694f89-bba4-4576-b0a8-456619ca5a8c" providerId="ADAL" clId="{4967B734-A465-2844-BA15-7FBACE49D2F8}" dt="2022-10-05T05:37:06.487" v="2566" actId="20577"/>
        <pc:sldMkLst>
          <pc:docMk/>
          <pc:sldMk cId="0" sldId="257"/>
        </pc:sldMkLst>
      </pc:sldChg>
      <pc:sldChg chg="del">
        <pc:chgData name="Riccardo Berta" userId="c8694f89-bba4-4576-b0a8-456619ca5a8c" providerId="ADAL" clId="{4967B734-A465-2844-BA15-7FBACE49D2F8}" dt="2022-10-04T06:54:03.310" v="50" actId="2696"/>
        <pc:sldMkLst>
          <pc:docMk/>
          <pc:sldMk cId="3018556184" sldId="259"/>
        </pc:sldMkLst>
      </pc:sldChg>
      <pc:sldChg chg="del">
        <pc:chgData name="Riccardo Berta" userId="c8694f89-bba4-4576-b0a8-456619ca5a8c" providerId="ADAL" clId="{4967B734-A465-2844-BA15-7FBACE49D2F8}" dt="2022-10-04T06:54:03.809" v="51" actId="2696"/>
        <pc:sldMkLst>
          <pc:docMk/>
          <pc:sldMk cId="723946338" sldId="261"/>
        </pc:sldMkLst>
      </pc:sldChg>
      <pc:sldChg chg="modSp mod">
        <pc:chgData name="Riccardo Berta" userId="c8694f89-bba4-4576-b0a8-456619ca5a8c" providerId="ADAL" clId="{4967B734-A465-2844-BA15-7FBACE49D2F8}" dt="2022-10-10T07:13:16.328" v="2720" actId="403"/>
        <pc:sldMkLst>
          <pc:docMk/>
          <pc:sldMk cId="0" sldId="264"/>
        </pc:sldMkLst>
      </pc:sldChg>
      <pc:sldChg chg="del">
        <pc:chgData name="Riccardo Berta" userId="c8694f89-bba4-4576-b0a8-456619ca5a8c" providerId="ADAL" clId="{4967B734-A465-2844-BA15-7FBACE49D2F8}" dt="2022-10-04T06:54:04.269" v="52" actId="2696"/>
        <pc:sldMkLst>
          <pc:docMk/>
          <pc:sldMk cId="2752186034" sldId="265"/>
        </pc:sldMkLst>
      </pc:sldChg>
      <pc:sldChg chg="addSp modSp add mod">
        <pc:chgData name="Riccardo Berta" userId="c8694f89-bba4-4576-b0a8-456619ca5a8c" providerId="ADAL" clId="{4967B734-A465-2844-BA15-7FBACE49D2F8}" dt="2022-10-05T05:38:43.218" v="2573" actId="20577"/>
        <pc:sldMkLst>
          <pc:docMk/>
          <pc:sldMk cId="4260925133" sldId="265"/>
        </pc:sldMkLst>
      </pc:sldChg>
      <pc:sldChg chg="addSp delSp modSp add mod">
        <pc:chgData name="Riccardo Berta" userId="c8694f89-bba4-4576-b0a8-456619ca5a8c" providerId="ADAL" clId="{4967B734-A465-2844-BA15-7FBACE49D2F8}" dt="2022-10-05T05:43:30.967" v="2628" actId="20577"/>
        <pc:sldMkLst>
          <pc:docMk/>
          <pc:sldMk cId="2074499598" sldId="266"/>
        </pc:sldMkLst>
      </pc:sldChg>
      <pc:sldChg chg="addSp delSp modSp add mod ord">
        <pc:chgData name="Riccardo Berta" userId="c8694f89-bba4-4576-b0a8-456619ca5a8c" providerId="ADAL" clId="{4967B734-A465-2844-BA15-7FBACE49D2F8}" dt="2022-10-05T05:40:18.404" v="2582" actId="20577"/>
        <pc:sldMkLst>
          <pc:docMk/>
          <pc:sldMk cId="2259674710" sldId="267"/>
        </pc:sldMkLst>
      </pc:sldChg>
      <pc:sldChg chg="addSp delSp modSp add mod ord">
        <pc:chgData name="Riccardo Berta" userId="c8694f89-bba4-4576-b0a8-456619ca5a8c" providerId="ADAL" clId="{4967B734-A465-2844-BA15-7FBACE49D2F8}" dt="2022-10-04T08:21:03.314" v="615" actId="20577"/>
        <pc:sldMkLst>
          <pc:docMk/>
          <pc:sldMk cId="2756532613" sldId="268"/>
        </pc:sldMkLst>
      </pc:sldChg>
      <pc:sldChg chg="addSp delSp modSp add mod ord">
        <pc:chgData name="Riccardo Berta" userId="c8694f89-bba4-4576-b0a8-456619ca5a8c" providerId="ADAL" clId="{4967B734-A465-2844-BA15-7FBACE49D2F8}" dt="2022-10-04T08:22:30.428" v="629" actId="20577"/>
        <pc:sldMkLst>
          <pc:docMk/>
          <pc:sldMk cId="3950372499" sldId="269"/>
        </pc:sldMkLst>
      </pc:sldChg>
      <pc:sldChg chg="addSp delSp modSp add mod">
        <pc:chgData name="Riccardo Berta" userId="c8694f89-bba4-4576-b0a8-456619ca5a8c" providerId="ADAL" clId="{4967B734-A465-2844-BA15-7FBACE49D2F8}" dt="2022-10-04T08:30:10.946" v="871" actId="1076"/>
        <pc:sldMkLst>
          <pc:docMk/>
          <pc:sldMk cId="3668836689" sldId="270"/>
        </pc:sldMkLst>
      </pc:sldChg>
      <pc:sldChg chg="addSp modSp add mod">
        <pc:chgData name="Riccardo Berta" userId="c8694f89-bba4-4576-b0a8-456619ca5a8c" providerId="ADAL" clId="{4967B734-A465-2844-BA15-7FBACE49D2F8}" dt="2022-10-04T08:33:08.776" v="912" actId="1076"/>
        <pc:sldMkLst>
          <pc:docMk/>
          <pc:sldMk cId="1894295752" sldId="271"/>
        </pc:sldMkLst>
      </pc:sldChg>
      <pc:sldChg chg="del">
        <pc:chgData name="Riccardo Berta" userId="c8694f89-bba4-4576-b0a8-456619ca5a8c" providerId="ADAL" clId="{4967B734-A465-2844-BA15-7FBACE49D2F8}" dt="2022-10-04T06:54:05.175" v="54" actId="2696"/>
        <pc:sldMkLst>
          <pc:docMk/>
          <pc:sldMk cId="1942012932" sldId="271"/>
        </pc:sldMkLst>
      </pc:sldChg>
      <pc:sldChg chg="addSp modSp add mod">
        <pc:chgData name="Riccardo Berta" userId="c8694f89-bba4-4576-b0a8-456619ca5a8c" providerId="ADAL" clId="{4967B734-A465-2844-BA15-7FBACE49D2F8}" dt="2022-10-05T05:45:21.155" v="2636" actId="20577"/>
        <pc:sldMkLst>
          <pc:docMk/>
          <pc:sldMk cId="732868139" sldId="272"/>
        </pc:sldMkLst>
      </pc:sldChg>
      <pc:sldChg chg="addSp delSp modSp add mod">
        <pc:chgData name="Riccardo Berta" userId="c8694f89-bba4-4576-b0a8-456619ca5a8c" providerId="ADAL" clId="{4967B734-A465-2844-BA15-7FBACE49D2F8}" dt="2022-10-04T08:54:59.469" v="1509" actId="20577"/>
        <pc:sldMkLst>
          <pc:docMk/>
          <pc:sldMk cId="3859598341" sldId="273"/>
        </pc:sldMkLst>
      </pc:sldChg>
      <pc:sldChg chg="addSp modSp add mod">
        <pc:chgData name="Riccardo Berta" userId="c8694f89-bba4-4576-b0a8-456619ca5a8c" providerId="ADAL" clId="{4967B734-A465-2844-BA15-7FBACE49D2F8}" dt="2022-10-04T08:55:10.050" v="1510" actId="1076"/>
        <pc:sldMkLst>
          <pc:docMk/>
          <pc:sldMk cId="2213323745" sldId="274"/>
        </pc:sldMkLst>
      </pc:sldChg>
      <pc:sldChg chg="del">
        <pc:chgData name="Riccardo Berta" userId="c8694f89-bba4-4576-b0a8-456619ca5a8c" providerId="ADAL" clId="{4967B734-A465-2844-BA15-7FBACE49D2F8}" dt="2022-10-04T06:54:05.569" v="55" actId="2696"/>
        <pc:sldMkLst>
          <pc:docMk/>
          <pc:sldMk cId="2759966790" sldId="274"/>
        </pc:sldMkLst>
      </pc:sldChg>
      <pc:sldChg chg="addSp modSp add mod">
        <pc:chgData name="Riccardo Berta" userId="c8694f89-bba4-4576-b0a8-456619ca5a8c" providerId="ADAL" clId="{4967B734-A465-2844-BA15-7FBACE49D2F8}" dt="2022-10-10T05:36:43.547" v="2688" actId="20577"/>
        <pc:sldMkLst>
          <pc:docMk/>
          <pc:sldMk cId="303121765" sldId="275"/>
        </pc:sldMkLst>
      </pc:sldChg>
      <pc:sldChg chg="del">
        <pc:chgData name="Riccardo Berta" userId="c8694f89-bba4-4576-b0a8-456619ca5a8c" providerId="ADAL" clId="{4967B734-A465-2844-BA15-7FBACE49D2F8}" dt="2022-10-04T06:54:06.082" v="56" actId="2696"/>
        <pc:sldMkLst>
          <pc:docMk/>
          <pc:sldMk cId="3965473342" sldId="275"/>
        </pc:sldMkLst>
      </pc:sldChg>
      <pc:sldChg chg="addSp modSp add mod">
        <pc:chgData name="Riccardo Berta" userId="c8694f89-bba4-4576-b0a8-456619ca5a8c" providerId="ADAL" clId="{4967B734-A465-2844-BA15-7FBACE49D2F8}" dt="2022-10-04T09:35:09.338" v="1844" actId="113"/>
        <pc:sldMkLst>
          <pc:docMk/>
          <pc:sldMk cId="2020526202" sldId="276"/>
        </pc:sldMkLst>
      </pc:sldChg>
      <pc:sldChg chg="del">
        <pc:chgData name="Riccardo Berta" userId="c8694f89-bba4-4576-b0a8-456619ca5a8c" providerId="ADAL" clId="{4967B734-A465-2844-BA15-7FBACE49D2F8}" dt="2022-10-04T06:54:06.650" v="57" actId="2696"/>
        <pc:sldMkLst>
          <pc:docMk/>
          <pc:sldMk cId="3364334937" sldId="276"/>
        </pc:sldMkLst>
      </pc:sldChg>
      <pc:sldChg chg="del">
        <pc:chgData name="Riccardo Berta" userId="c8694f89-bba4-4576-b0a8-456619ca5a8c" providerId="ADAL" clId="{4967B734-A465-2844-BA15-7FBACE49D2F8}" dt="2022-10-04T06:54:07.117" v="58" actId="2696"/>
        <pc:sldMkLst>
          <pc:docMk/>
          <pc:sldMk cId="2920432797" sldId="277"/>
        </pc:sldMkLst>
      </pc:sldChg>
      <pc:sldChg chg="addSp modSp add mod">
        <pc:chgData name="Riccardo Berta" userId="c8694f89-bba4-4576-b0a8-456619ca5a8c" providerId="ADAL" clId="{4967B734-A465-2844-BA15-7FBACE49D2F8}" dt="2022-10-10T05:38:42.742" v="2693" actId="20577"/>
        <pc:sldMkLst>
          <pc:docMk/>
          <pc:sldMk cId="3156887330" sldId="277"/>
        </pc:sldMkLst>
      </pc:sldChg>
      <pc:sldChg chg="addSp modSp add mod">
        <pc:chgData name="Riccardo Berta" userId="c8694f89-bba4-4576-b0a8-456619ca5a8c" providerId="ADAL" clId="{4967B734-A465-2844-BA15-7FBACE49D2F8}" dt="2022-10-04T09:50:43.485" v="2061" actId="1076"/>
        <pc:sldMkLst>
          <pc:docMk/>
          <pc:sldMk cId="1586284290" sldId="278"/>
        </pc:sldMkLst>
      </pc:sldChg>
      <pc:sldChg chg="del">
        <pc:chgData name="Riccardo Berta" userId="c8694f89-bba4-4576-b0a8-456619ca5a8c" providerId="ADAL" clId="{4967B734-A465-2844-BA15-7FBACE49D2F8}" dt="2022-10-04T06:54:07.594" v="59" actId="2696"/>
        <pc:sldMkLst>
          <pc:docMk/>
          <pc:sldMk cId="3024273348" sldId="278"/>
        </pc:sldMkLst>
      </pc:sldChg>
      <pc:sldChg chg="del">
        <pc:chgData name="Riccardo Berta" userId="c8694f89-bba4-4576-b0a8-456619ca5a8c" providerId="ADAL" clId="{4967B734-A465-2844-BA15-7FBACE49D2F8}" dt="2022-10-04T06:54:08.017" v="60" actId="2696"/>
        <pc:sldMkLst>
          <pc:docMk/>
          <pc:sldMk cId="2505677359" sldId="279"/>
        </pc:sldMkLst>
      </pc:sldChg>
      <pc:sldChg chg="modSp add mod">
        <pc:chgData name="Riccardo Berta" userId="c8694f89-bba4-4576-b0a8-456619ca5a8c" providerId="ADAL" clId="{4967B734-A465-2844-BA15-7FBACE49D2F8}" dt="2022-10-04T09:56:29.719" v="2268" actId="404"/>
        <pc:sldMkLst>
          <pc:docMk/>
          <pc:sldMk cId="2677523252" sldId="279"/>
        </pc:sldMkLst>
      </pc:sldChg>
      <pc:sldChg chg="addSp delSp modSp add mod">
        <pc:chgData name="Riccardo Berta" userId="c8694f89-bba4-4576-b0a8-456619ca5a8c" providerId="ADAL" clId="{4967B734-A465-2844-BA15-7FBACE49D2F8}" dt="2022-10-10T05:41:52.141" v="2700" actId="1036"/>
        <pc:sldMkLst>
          <pc:docMk/>
          <pc:sldMk cId="635836889" sldId="280"/>
        </pc:sldMkLst>
      </pc:sldChg>
      <pc:sldChg chg="del">
        <pc:chgData name="Riccardo Berta" userId="c8694f89-bba4-4576-b0a8-456619ca5a8c" providerId="ADAL" clId="{4967B734-A465-2844-BA15-7FBACE49D2F8}" dt="2022-10-04T06:54:08.481" v="61" actId="2696"/>
        <pc:sldMkLst>
          <pc:docMk/>
          <pc:sldMk cId="3525330065" sldId="280"/>
        </pc:sldMkLst>
      </pc:sldChg>
      <pc:sldChg chg="del">
        <pc:chgData name="Riccardo Berta" userId="c8694f89-bba4-4576-b0a8-456619ca5a8c" providerId="ADAL" clId="{4967B734-A465-2844-BA15-7FBACE49D2F8}" dt="2022-10-04T06:54:08.911" v="62" actId="2696"/>
        <pc:sldMkLst>
          <pc:docMk/>
          <pc:sldMk cId="349541788" sldId="281"/>
        </pc:sldMkLst>
      </pc:sldChg>
      <pc:sldChg chg="addSp modSp add mod">
        <pc:chgData name="Riccardo Berta" userId="c8694f89-bba4-4576-b0a8-456619ca5a8c" providerId="ADAL" clId="{4967B734-A465-2844-BA15-7FBACE49D2F8}" dt="2022-10-04T10:06:15.809" v="2385" actId="1076"/>
        <pc:sldMkLst>
          <pc:docMk/>
          <pc:sldMk cId="2288803032" sldId="281"/>
        </pc:sldMkLst>
      </pc:sldChg>
      <pc:sldChg chg="addSp delSp modSp add mod">
        <pc:chgData name="Riccardo Berta" userId="c8694f89-bba4-4576-b0a8-456619ca5a8c" providerId="ADAL" clId="{4967B734-A465-2844-BA15-7FBACE49D2F8}" dt="2022-10-04T10:16:31.835" v="2463" actId="20577"/>
        <pc:sldMkLst>
          <pc:docMk/>
          <pc:sldMk cId="663506827" sldId="282"/>
        </pc:sldMkLst>
      </pc:sldChg>
      <pc:sldChg chg="del">
        <pc:chgData name="Riccardo Berta" userId="c8694f89-bba4-4576-b0a8-456619ca5a8c" providerId="ADAL" clId="{4967B734-A465-2844-BA15-7FBACE49D2F8}" dt="2022-10-04T06:54:09.464" v="63" actId="2696"/>
        <pc:sldMkLst>
          <pc:docMk/>
          <pc:sldMk cId="2584172506" sldId="282"/>
        </pc:sldMkLst>
      </pc:sldChg>
      <pc:sldChg chg="addSp delSp modSp add mod">
        <pc:chgData name="Riccardo Berta" userId="c8694f89-bba4-4576-b0a8-456619ca5a8c" providerId="ADAL" clId="{4967B734-A465-2844-BA15-7FBACE49D2F8}" dt="2022-10-04T10:17:39.088" v="2550" actId="20577"/>
        <pc:sldMkLst>
          <pc:docMk/>
          <pc:sldMk cId="2423864326" sldId="283"/>
        </pc:sldMkLst>
      </pc:sldChg>
      <pc:sldChg chg="del">
        <pc:chgData name="Riccardo Berta" userId="c8694f89-bba4-4576-b0a8-456619ca5a8c" providerId="ADAL" clId="{4967B734-A465-2844-BA15-7FBACE49D2F8}" dt="2022-10-04T06:54:09.892" v="64" actId="2696"/>
        <pc:sldMkLst>
          <pc:docMk/>
          <pc:sldMk cId="2548826204" sldId="283"/>
        </pc:sldMkLst>
      </pc:sldChg>
      <pc:sldChg chg="add del">
        <pc:chgData name="Riccardo Berta" userId="c8694f89-bba4-4576-b0a8-456619ca5a8c" providerId="ADAL" clId="{4967B734-A465-2844-BA15-7FBACE49D2F8}" dt="2022-10-04T10:14:48.405" v="2429"/>
        <pc:sldMkLst>
          <pc:docMk/>
          <pc:sldMk cId="196183857" sldId="284"/>
        </pc:sldMkLst>
      </pc:sldChg>
      <pc:sldChg chg="addSp delSp modSp add mod">
        <pc:chgData name="Riccardo Berta" userId="c8694f89-bba4-4576-b0a8-456619ca5a8c" providerId="ADAL" clId="{4967B734-A465-2844-BA15-7FBACE49D2F8}" dt="2022-10-04T10:16:23.053" v="2461" actId="1076"/>
        <pc:sldMkLst>
          <pc:docMk/>
          <pc:sldMk cId="852930802" sldId="284"/>
        </pc:sldMkLst>
      </pc:sldChg>
      <pc:sldChg chg="del">
        <pc:chgData name="Riccardo Berta" userId="c8694f89-bba4-4576-b0a8-456619ca5a8c" providerId="ADAL" clId="{4967B734-A465-2844-BA15-7FBACE49D2F8}" dt="2022-10-04T06:54:10.321" v="65" actId="2696"/>
        <pc:sldMkLst>
          <pc:docMk/>
          <pc:sldMk cId="3494619461" sldId="284"/>
        </pc:sldMkLst>
      </pc:sldChg>
      <pc:sldChg chg="add">
        <pc:chgData name="Riccardo Berta" userId="c8694f89-bba4-4576-b0a8-456619ca5a8c" providerId="ADAL" clId="{4967B734-A465-2844-BA15-7FBACE49D2F8}" dt="2022-10-10T06:49:42.934" v="2718"/>
        <pc:sldMkLst>
          <pc:docMk/>
          <pc:sldMk cId="1602265730" sldId="285"/>
        </pc:sldMkLst>
      </pc:sldChg>
      <pc:sldChg chg="del">
        <pc:chgData name="Riccardo Berta" userId="c8694f89-bba4-4576-b0a8-456619ca5a8c" providerId="ADAL" clId="{4967B734-A465-2844-BA15-7FBACE49D2F8}" dt="2022-10-04T06:54:10.985" v="66" actId="2696"/>
        <pc:sldMkLst>
          <pc:docMk/>
          <pc:sldMk cId="3458162749" sldId="285"/>
        </pc:sldMkLst>
      </pc:sldChg>
      <pc:sldChg chg="add">
        <pc:chgData name="Riccardo Berta" userId="c8694f89-bba4-4576-b0a8-456619ca5a8c" providerId="ADAL" clId="{4967B734-A465-2844-BA15-7FBACE49D2F8}" dt="2022-10-10T06:49:52.734" v="2719"/>
        <pc:sldMkLst>
          <pc:docMk/>
          <pc:sldMk cId="0" sldId="286"/>
        </pc:sldMkLst>
      </pc:sldChg>
      <pc:sldChg chg="del">
        <pc:chgData name="Riccardo Berta" userId="c8694f89-bba4-4576-b0a8-456619ca5a8c" providerId="ADAL" clId="{4967B734-A465-2844-BA15-7FBACE49D2F8}" dt="2022-10-04T06:54:13.372" v="69" actId="2696"/>
        <pc:sldMkLst>
          <pc:docMk/>
          <pc:sldMk cId="3186725423" sldId="286"/>
        </pc:sldMkLst>
      </pc:sldChg>
      <pc:sldChg chg="del">
        <pc:chgData name="Riccardo Berta" userId="c8694f89-bba4-4576-b0a8-456619ca5a8c" providerId="ADAL" clId="{4967B734-A465-2844-BA15-7FBACE49D2F8}" dt="2022-10-04T06:54:04.705" v="53" actId="2696"/>
        <pc:sldMkLst>
          <pc:docMk/>
          <pc:sldMk cId="1166550415" sldId="288"/>
        </pc:sldMkLst>
      </pc:sldChg>
      <pc:sldChg chg="del">
        <pc:chgData name="Riccardo Berta" userId="c8694f89-bba4-4576-b0a8-456619ca5a8c" providerId="ADAL" clId="{4967B734-A465-2844-BA15-7FBACE49D2F8}" dt="2022-10-04T06:54:12.030" v="67" actId="2696"/>
        <pc:sldMkLst>
          <pc:docMk/>
          <pc:sldMk cId="0" sldId="344"/>
        </pc:sldMkLst>
      </pc:sldChg>
      <pc:sldChg chg="del">
        <pc:chgData name="Riccardo Berta" userId="c8694f89-bba4-4576-b0a8-456619ca5a8c" providerId="ADAL" clId="{4967B734-A465-2844-BA15-7FBACE49D2F8}" dt="2022-10-04T06:54:12.601" v="68" actId="2696"/>
        <pc:sldMkLst>
          <pc:docMk/>
          <pc:sldMk cId="615642029" sldId="403"/>
        </pc:sldMkLst>
      </pc:sldChg>
      <pc:sldMasterChg chg="delSldLayout">
        <pc:chgData name="Riccardo Berta" userId="c8694f89-bba4-4576-b0a8-456619ca5a8c" providerId="ADAL" clId="{4967B734-A465-2844-BA15-7FBACE49D2F8}" dt="2022-10-04T06:54:12.601" v="68" actId="2696"/>
        <pc:sldMasterMkLst>
          <pc:docMk/>
          <pc:sldMasterMk cId="0" sldId="2147483659"/>
        </pc:sldMasterMkLst>
        <pc:sldLayoutChg chg="del">
          <pc:chgData name="Riccardo Berta" userId="c8694f89-bba4-4576-b0a8-456619ca5a8c" providerId="ADAL" clId="{4967B734-A465-2844-BA15-7FBACE49D2F8}" dt="2022-10-04T06:54:12.601" v="68" actId="2696"/>
          <pc:sldLayoutMkLst>
            <pc:docMk/>
            <pc:sldMasterMk cId="0" sldId="2147483659"/>
            <pc:sldLayoutMk cId="2937273629" sldId="214748366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1DA7F84B-82F7-C513-B66F-CE185ACB6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CE580AC8-7D9A-7341-F37D-689E7C8908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ECBC6290-0EA1-8E8E-3E9B-0F52F91147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077494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D55BE7B4-EF79-A2A5-F858-D0B611D20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B98A4FC7-F6A4-E4A5-70DD-0E830055CC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74477C54-90D6-069B-CDD5-B361244D0A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242375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6B9532EE-ABAC-63E9-727D-9C846C717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6ED0501B-7B89-5116-6AB1-657B1120A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BC386C4E-35B7-8DF8-5DEB-2C9C62D5FF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1998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83A554D4-02E8-4FF9-70EF-450775700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C484B90B-9955-9618-7247-C3D9A7B2AC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953F486D-492F-E217-F398-646AAF09FE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63712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1BA5675E-2BD1-E76E-893A-C9B0F9A54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FDBBD68D-18AB-285C-F230-A60D263924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3F75000E-640E-BA4E-ADDF-6260B15745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647256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3076105E-5AB9-DB4E-D72B-8F8DBCEA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E10C3BA9-BB72-F385-F5C2-443E0D7973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C50DC492-12D7-1E6B-B9D3-E10706E9B7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4575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BF11C360-CD9A-7C5A-0CF6-A02A4D647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8CA96FAD-C428-D47A-1595-3728D5D62C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73FD6F7F-45C7-9FCF-8311-3C3FAE99A8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209641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9AD7576C-F30B-29B8-485F-FD395875C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1A11AC10-8B91-C37B-7039-28A1C16153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2341718F-B7AA-3A18-6510-D085DA8088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16053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3D89428F-32C0-0D26-5985-9792B5E1C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8FDFCE72-DEE6-DE55-B393-ADCDED2E45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3DE79C28-A85F-03FC-CBC6-36037F5473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99618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4112479E-F307-0EC9-0942-B75F4ECE6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C240AA4C-B68C-BCC4-4E6F-2D8B77FF1F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21C7D736-D129-F45F-EDE2-572CBEBDB7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078932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338D818C-863F-191F-4D01-86313D486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EFB12DC3-9DA6-0C5C-B7E1-365F05B97E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7266B9B3-78A0-F7A2-8A23-E9C692697A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116511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0496D7B9-2FDD-4ED6-E71D-014A1350E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46AD467A-CC50-163B-47BA-6FF7B2D3D5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48149B9F-3413-F4BB-7755-7BFEB4167D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943712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6CE7A037-C10C-5CBA-23B0-7E0E22EF5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DC17E429-C3D6-4229-3FA7-1179049A2D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0819434B-D40C-2A47-76ED-F686989439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71640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C9CF52C0-167F-DCC7-9E72-EFDDD4512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DDEFBEED-89FD-882E-40A2-5B80A6513B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FFCB154E-AE60-A21F-ABFE-65C18EC035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08578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1C6818F8-78BF-4953-0907-F3A315383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FCCEE6BA-98CA-D1DF-FFBD-81C4380A3D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9D92CA4A-1108-EF89-5900-38784D80F9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629124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5B7C8416-7F51-8C3C-ABA8-DC220FF79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F14144F0-7CE8-9391-493A-0B63D5EE29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F89BA87D-9C59-8E6E-3905-7E035BE1C5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75388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30E234B4-355B-A529-6F83-28297AEE0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4BDC7AED-1E62-7DED-F9BE-373BC95CE4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F7CD7042-A928-7FEB-C927-C90E848D5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95633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A19A3A47-D489-E759-3F39-D1F9339CC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D5158B57-4BC7-1B98-4B20-D51C9FE442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7EE0BD44-CC2A-CF22-92C3-A82D559619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4243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C910D2B0-53B9-1486-9C46-842181027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0423896F-560B-5796-FC61-1717D71A5D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52F96A8A-599B-75C5-E41F-A7CF58EC2D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19043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8B87A3BD-09F9-833E-D237-15C8974CD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A7DAD77C-181F-D2AA-06F8-9EAE1DF46A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586E6D97-6328-F4C4-32FE-5A7D43FCE2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20634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00DC6F6F-F465-4F72-233F-959076D1A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6069FBB2-88C3-688B-5AE2-0F8323E87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3E62C639-AD1D-E558-013B-2077A47921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280265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1567A0C4-D922-CBF1-2242-BCB527B3C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D54B2804-E664-B7AA-49DF-E5DD59FFA0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23882319-DE9E-8F24-7021-A3CBC90CDF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408650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B31B193A-A396-E2D0-AAE8-9ABC440A8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51479E0F-E380-80B5-7F2B-B672728D60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it-IT"/>
          </a:p>
        </p:txBody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23AD72F6-337D-B31B-9053-942B33B224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98985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userDrawn="1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500"/>
              <a:buChar char="○"/>
              <a:defRPr sz="1500"/>
            </a:lvl2pPr>
            <a:lvl3pPr marL="1371600" lvl="2" indent="-3175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 lang="it-IT" dirty="0"/>
          </a:p>
          <a:p>
            <a:pPr lvl="2"/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888012" y="1937550"/>
            <a:ext cx="3367975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Agent Architectures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Objectives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388403"/>
            <a:ext cx="8520600" cy="50483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Agent definition</a:t>
            </a:r>
          </a:p>
          <a:p>
            <a:pPr lvl="0"/>
            <a:r>
              <a:rPr lang="en-GB" sz="1800" dirty="0"/>
              <a:t>Environment definition</a:t>
            </a:r>
          </a:p>
          <a:p>
            <a:pPr lvl="0"/>
            <a:r>
              <a:rPr lang="en-GB" sz="1800" dirty="0"/>
              <a:t>Performance measure</a:t>
            </a:r>
          </a:p>
          <a:p>
            <a:pPr lvl="0"/>
            <a:r>
              <a:rPr lang="en-GB" sz="1800" dirty="0"/>
              <a:t>Rationality</a:t>
            </a:r>
          </a:p>
          <a:p>
            <a:pPr lvl="0"/>
            <a:endParaRPr lang="en-GB" sz="1800" dirty="0"/>
          </a:p>
          <a:p>
            <a:pPr lvl="0"/>
            <a:r>
              <a:rPr lang="en-GB" sz="1800" dirty="0"/>
              <a:t>Agent Architectures</a:t>
            </a:r>
          </a:p>
          <a:p>
            <a:pPr lvl="1"/>
            <a:r>
              <a:rPr lang="en-GB" dirty="0"/>
              <a:t>Reflex agent</a:t>
            </a:r>
          </a:p>
          <a:p>
            <a:pPr lvl="1"/>
            <a:r>
              <a:rPr lang="en-GB" dirty="0"/>
              <a:t>Model-based Reflex agent</a:t>
            </a:r>
          </a:p>
          <a:p>
            <a:pPr lvl="1"/>
            <a:r>
              <a:rPr lang="en-GB" dirty="0"/>
              <a:t>Goal-based agent</a:t>
            </a:r>
          </a:p>
          <a:p>
            <a:pPr lvl="2"/>
            <a:r>
              <a:rPr lang="en-GB" dirty="0"/>
              <a:t>minimax</a:t>
            </a:r>
          </a:p>
          <a:p>
            <a:pPr lvl="1"/>
            <a:r>
              <a:rPr lang="en-GB" dirty="0"/>
              <a:t>Utility-based agent</a:t>
            </a:r>
          </a:p>
          <a:p>
            <a:pPr lvl="1"/>
            <a:r>
              <a:rPr lang="en-GB" dirty="0"/>
              <a:t>Learning agent</a:t>
            </a:r>
          </a:p>
          <a:p>
            <a:endParaRPr lang="en-GB" dirty="0"/>
          </a:p>
          <a:p>
            <a:r>
              <a:rPr lang="en-GB" dirty="0"/>
              <a:t>Example: flocking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Agent vs Environment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3930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Agent: perceives</a:t>
            </a:r>
            <a:r>
              <a:rPr lang="en-GB" dirty="0"/>
              <a:t> environment through </a:t>
            </a:r>
            <a:r>
              <a:rPr lang="en-GB" b="1" dirty="0"/>
              <a:t>sensors</a:t>
            </a:r>
            <a:r>
              <a:rPr lang="en-GB" dirty="0"/>
              <a:t> and </a:t>
            </a:r>
            <a:r>
              <a:rPr lang="en-GB" b="1" dirty="0"/>
              <a:t>interacts</a:t>
            </a:r>
            <a:r>
              <a:rPr lang="en-GB" dirty="0"/>
              <a:t> with it using </a:t>
            </a:r>
            <a:r>
              <a:rPr lang="en-GB" b="1" dirty="0"/>
              <a:t>actuators</a:t>
            </a:r>
            <a:r>
              <a:rPr lang="en-GB" dirty="0"/>
              <a:t>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human agent</a:t>
            </a:r>
            <a:r>
              <a:rPr lang="en-GB" dirty="0"/>
              <a:t>: senses (vision and hearing) as sensors and limbs or speech as actuators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robotic agent:</a:t>
            </a:r>
            <a:r>
              <a:rPr lang="en-GB" dirty="0"/>
              <a:t> cameras and range finders for perception and motors for action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software agent:</a:t>
            </a:r>
            <a:r>
              <a:rPr lang="en-GB" dirty="0"/>
              <a:t> processes data from files, networks, or user inputs and interacts by writing files, transmitting data, or displaying information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sz="1100" dirty="0"/>
          </a:p>
          <a:p>
            <a:r>
              <a:rPr lang="en-GB" b="1" dirty="0"/>
              <a:t>Environment:</a:t>
            </a:r>
            <a:r>
              <a:rPr lang="en-GB" dirty="0"/>
              <a:t> entire universe or the part that influences the agent perceptions and is altered by its actions</a:t>
            </a:r>
          </a:p>
          <a:p>
            <a:pPr lvl="1"/>
            <a:endParaRPr lang="en-GB" dirty="0"/>
          </a:p>
        </p:txBody>
      </p:sp>
      <p:pic>
        <p:nvPicPr>
          <p:cNvPr id="3" name="Immagine 2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6BECB3F5-5CEA-43D1-B9DD-3F423D3AB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668" y="2820334"/>
            <a:ext cx="7904918" cy="28453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0CF64250-F614-7225-F33D-1C257AE0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BD829373-6093-CB28-98A7-CAF732850AE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PEAS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5D9E1ACD-0811-DB68-A322-FCA990567B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Performance measure, environment, actuators and sensors</a:t>
            </a:r>
          </a:p>
          <a:p>
            <a:endParaRPr lang="en-GB" dirty="0"/>
          </a:p>
          <a:p>
            <a:pPr marL="120650" indent="0">
              <a:buNone/>
            </a:pPr>
            <a:endParaRPr lang="en-GB" b="1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A054C9B-DD2E-20C8-DA97-040F17B435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1594"/>
            <a:ext cx="7772400" cy="4935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779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C15CE712-6502-8144-17E4-0F0E43D44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039C07E6-EBD0-0E1F-B152-DBAFB5157B1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Agent (1)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20116FB7-7A59-EEAB-15C0-003B1BA4B3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973398"/>
            <a:ext cx="8818500" cy="55535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Agent actions determined by its </a:t>
            </a:r>
            <a:r>
              <a:rPr lang="en-GB" b="1" dirty="0"/>
              <a:t>built-in knowledge </a:t>
            </a:r>
            <a:r>
              <a:rPr lang="en-GB" dirty="0"/>
              <a:t>and the </a:t>
            </a:r>
            <a:r>
              <a:rPr lang="en-GB" b="1" dirty="0"/>
              <a:t>entire sequence of percepts</a:t>
            </a:r>
            <a:r>
              <a:rPr lang="en-GB" dirty="0"/>
              <a:t> it has observed so far</a:t>
            </a:r>
          </a:p>
          <a:p>
            <a:pPr lvl="0"/>
            <a:r>
              <a:rPr lang="en-GB" b="1" dirty="0"/>
              <a:t>Agent function: </a:t>
            </a:r>
            <a:r>
              <a:rPr lang="en-GB" dirty="0"/>
              <a:t>defines the agent behaviour</a:t>
            </a:r>
          </a:p>
          <a:p>
            <a:pPr lvl="1"/>
            <a:r>
              <a:rPr lang="en-GB" dirty="0"/>
              <a:t>maps percept sequences to actions</a:t>
            </a:r>
          </a:p>
          <a:p>
            <a:r>
              <a:rPr lang="en-GB" dirty="0"/>
              <a:t>Example: a vacuum-cleaning robot: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sz="5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r>
              <a:rPr lang="en-GB" b="1" dirty="0"/>
              <a:t>Agent program:</a:t>
            </a:r>
            <a:r>
              <a:rPr lang="en-GB" dirty="0"/>
              <a:t> implements the agent function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takes current percept as input → returns an action to actuators</a:t>
            </a:r>
          </a:p>
        </p:txBody>
      </p:sp>
      <p:pic>
        <p:nvPicPr>
          <p:cNvPr id="3" name="Immagine 2" descr="Immagine che contiene testo, diagramma, linea, Carattere&#10;&#10;Il contenuto generato dall'IA potrebbe non essere corretto.">
            <a:extLst>
              <a:ext uri="{FF2B5EF4-FFF2-40B4-BE49-F238E27FC236}">
                <a16:creationId xmlns:a16="http://schemas.microsoft.com/office/drawing/2014/main" id="{41C151BF-A6A1-74C7-009E-FA50BB5944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15" y="2850037"/>
            <a:ext cx="8356935" cy="2426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147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BD113BFC-5792-4F75-E11A-05F2C29F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D949E695-9418-3B69-D239-3380FC4C4BA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Agent (2)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8ECC1E0B-7A2D-417D-FAE1-909D1C1AEE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998971"/>
            <a:ext cx="8818500" cy="56645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Agent program vs. Agent function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Program: only current percept (environment provides nothing more)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Function: depend on entire percept history → agent must remember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sz="500" dirty="0"/>
          </a:p>
          <a:p>
            <a:r>
              <a:rPr lang="en-GB" dirty="0"/>
              <a:t>The </a:t>
            </a:r>
            <a:r>
              <a:rPr lang="en-GB" b="1" dirty="0"/>
              <a:t>Lookup Table approach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For every percept sequence → an action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Problem: the table size explodes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P = number of possible percepts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 = agent lifetime (number of percepts)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 = number of entries 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sz="500" dirty="0"/>
          </a:p>
          <a:p>
            <a:r>
              <a:rPr lang="en-GB" dirty="0"/>
              <a:t>Example: </a:t>
            </a:r>
            <a:r>
              <a:rPr lang="en-GB" b="1" dirty="0"/>
              <a:t>automated driving agent </a:t>
            </a:r>
            <a:r>
              <a:rPr lang="en-GB" dirty="0"/>
              <a:t>receiving raw visual input from a camera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dirty="0"/>
          </a:p>
          <a:p>
            <a:r>
              <a:rPr lang="en-GB" dirty="0"/>
              <a:t>⚠️ Lookup tables are physically impossible to store, design, or learn</a:t>
            </a:r>
          </a:p>
          <a:p>
            <a:pPr lvl="1"/>
            <a:endParaRPr lang="en-GB" sz="500" dirty="0"/>
          </a:p>
          <a:p>
            <a:r>
              <a:rPr lang="en-GB" dirty="0"/>
              <a:t>RL challenge: </a:t>
            </a:r>
            <a:r>
              <a:rPr lang="en-GB" b="1" dirty="0"/>
              <a:t>design efficient agent functions</a:t>
            </a:r>
          </a:p>
          <a:p>
            <a:r>
              <a:rPr lang="en-GB" dirty="0"/>
              <a:t>Example: “If current square is dirty → clean; else → move to other square”</a:t>
            </a:r>
          </a:p>
          <a:p>
            <a:pPr marL="120650" indent="0">
              <a:buNone/>
            </a:pPr>
            <a:endParaRPr lang="en-GB" dirty="0"/>
          </a:p>
          <a:p>
            <a:pPr marL="120650" indent="0">
              <a:buNone/>
            </a:pPr>
            <a:endParaRPr lang="en-GB" dirty="0"/>
          </a:p>
          <a:p>
            <a:pPr marL="120650" indent="0">
              <a:buNone/>
            </a:pPr>
            <a:endParaRPr lang="en-GB" dirty="0"/>
          </a:p>
        </p:txBody>
      </p:sp>
      <p:pic>
        <p:nvPicPr>
          <p:cNvPr id="2" name="Immagine 1" descr="Immagine che contiene Carattere, bianco, testo, simbolo&#10;&#10;Il contenuto generato dall'IA potrebbe non essere corretto.">
            <a:extLst>
              <a:ext uri="{FF2B5EF4-FFF2-40B4-BE49-F238E27FC236}">
                <a16:creationId xmlns:a16="http://schemas.microsoft.com/office/drawing/2014/main" id="{3AF52F89-834A-B567-C041-4AFBFAE91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5287" y="2371486"/>
            <a:ext cx="977900" cy="673100"/>
          </a:xfrm>
          <a:prstGeom prst="rect">
            <a:avLst/>
          </a:prstGeom>
        </p:spPr>
      </p:pic>
      <p:pic>
        <p:nvPicPr>
          <p:cNvPr id="5" name="Immagine 4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0DEFA946-0B99-3E37-EC20-31933D600D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1168" y="65196"/>
            <a:ext cx="407258" cy="49557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E1C35DD2-2F97-AD3D-E1F6-ED84BD6BCF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166" y="3710188"/>
            <a:ext cx="5355021" cy="1782738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D9409284-3E30-F501-3D8D-7B6DA3E4F7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8518" y="2507463"/>
            <a:ext cx="777727" cy="382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365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1D0C3545-9D2C-0BF9-E423-FF04EA63E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F2C31D5D-E0D5-54C4-9DCC-6F8EF8E1957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Environment (1)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1A47AB00-7541-984B-1381-24F75EE0E3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5549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The </a:t>
            </a:r>
            <a:r>
              <a:rPr lang="en-GB" b="1" dirty="0"/>
              <a:t>problem</a:t>
            </a:r>
            <a:r>
              <a:rPr lang="en-GB" dirty="0"/>
              <a:t> to which the agent is the solution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its properties determine how the agent program must be designed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r>
              <a:rPr lang="en-GB" dirty="0"/>
              <a:t>Observability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Fully observable</a:t>
            </a:r>
            <a:r>
              <a:rPr lang="en-GB" dirty="0"/>
              <a:t>: sensors give complete info → no need for internal state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Partially observable</a:t>
            </a:r>
            <a:r>
              <a:rPr lang="en-GB" dirty="0"/>
              <a:t>: limited/noisy sensors → agent must track hidden info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120650" lvl="0" indent="0">
              <a:buNone/>
            </a:pPr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b="1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7D24C10-A694-34F7-8617-9A14D54EB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45" y="3281856"/>
            <a:ext cx="7772400" cy="2305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2522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0B663DDB-8D35-5BF0-8C04-217E45142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4648D312-0853-A96A-290E-DF89E3FF686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Environment (2)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D9FF3864-885F-0536-3F1D-28D7894A8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5549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Agents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Single-agent</a:t>
            </a:r>
            <a:r>
              <a:rPr lang="en-GB" dirty="0"/>
              <a:t>: only one agent influences outcomes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Multi-agent</a:t>
            </a:r>
            <a:r>
              <a:rPr lang="en-GB" dirty="0"/>
              <a:t>: multiple agents interact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Competitive (chess): opponents reduce your performance → randomization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Cooperative (taxi-driving): shared goals → communication is rational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66AB74F-2121-DCDA-69EF-EE3705EF7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07" y="2798856"/>
            <a:ext cx="7772400" cy="2903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6915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182ABF94-DF9E-71E3-5C8E-07F7FE57B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BBD6C2DB-B083-D6DE-A6FA-149A6A51311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Environment (3)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A8127C3D-0BD1-429A-9C80-2E756C7862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5549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Determinism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Deterministic</a:t>
            </a:r>
            <a:r>
              <a:rPr lang="en-GB" dirty="0"/>
              <a:t>: next state fully determined by current state + action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Non-deterministic</a:t>
            </a:r>
            <a:r>
              <a:rPr lang="en-GB" dirty="0"/>
              <a:t>: outcomes uncertain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Stochastic</a:t>
            </a:r>
            <a:r>
              <a:rPr lang="en-GB" dirty="0"/>
              <a:t>: outcome probabilities known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Partial observability can make a deterministic world appear non-deterministic</a:t>
            </a:r>
          </a:p>
          <a:p>
            <a:pPr marL="120650" lvl="0" indent="0">
              <a:buNone/>
            </a:pPr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b="1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ACBC3C2-8123-CCF3-93E4-79AE9AE98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0022"/>
            <a:ext cx="7772400" cy="3006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471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1FB5ECE8-EAA2-8B03-437C-ACC7CC06F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356E8AED-9A72-C213-72D1-5A40D510F0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Environment (4)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CB84EA92-3F69-CF2B-8EF2-3A425BC06F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5549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One-shot / sequential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One-shot</a:t>
            </a:r>
            <a:r>
              <a:rPr lang="en-GB" dirty="0"/>
              <a:t>:  experience is divided into independent decisions, so that the choice of action now does not affect the outcome of the next one.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Sequential</a:t>
            </a:r>
            <a:r>
              <a:rPr lang="en-GB" dirty="0"/>
              <a:t>: current action affects all future decisions, requiring the agent to think ahead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7B08F02B-96F0-DC1D-FC74-33CA5E7DEF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73063"/>
            <a:ext cx="7772400" cy="3268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6614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707973BC-DA74-EA86-BDE9-92086D720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A15205A7-5591-37B6-873C-F3EF4F395DA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Environment (5)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66FA2AF3-796D-E995-F200-EE1BA87679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5549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Dynamics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Static</a:t>
            </a:r>
            <a:r>
              <a:rPr lang="en-GB" dirty="0"/>
              <a:t>: unchanged while agent deliberates (crossword)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Dynamic</a:t>
            </a:r>
            <a:r>
              <a:rPr lang="en-GB" dirty="0"/>
              <a:t>: changes while agent thinks (driving)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Semi-dynamic</a:t>
            </a:r>
            <a:r>
              <a:rPr lang="en-GB" dirty="0"/>
              <a:t>: environment static but performance evolves (chess with a clock)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b="1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D928B0A-A3D5-C04F-35E0-341403E9CB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79" y="2669793"/>
            <a:ext cx="7772400" cy="286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277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1F405EC6-900D-7CFF-E145-1ACBB6973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B0292412-E933-3601-525C-59F9A51C908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Environment (6)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CA48C3E6-5113-A5DC-2360-C59623FE2B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5549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Discrete / continuous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Discrete</a:t>
            </a:r>
            <a:r>
              <a:rPr lang="en-GB" dirty="0"/>
              <a:t>: limited states, percepts, actions (chess)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Continuous</a:t>
            </a:r>
            <a:r>
              <a:rPr lang="en-GB" dirty="0"/>
              <a:t>: smooth changes in state/time/actions (driving)</a:t>
            </a:r>
          </a:p>
          <a:p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b="1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6014778-EE68-2301-B469-54069747C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85711"/>
            <a:ext cx="7772400" cy="286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3500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21B73B1F-F90D-07B2-176E-42011273F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37EF995B-7F5A-58BD-52A4-C82989A24C0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Environment (7)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EACF2A4F-7485-3605-8D5E-FE7B06798A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43732"/>
            <a:ext cx="8818500" cy="55733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Known vs Unknown (agent’s knowledge of rules/outcomes)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Known</a:t>
            </a:r>
            <a:r>
              <a:rPr lang="en-GB" dirty="0"/>
              <a:t>: agent knows outcomes/probabilities (solitaire)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Unknown</a:t>
            </a:r>
            <a:r>
              <a:rPr lang="en-GB" dirty="0"/>
              <a:t>: must learn rules (new video game)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Performance measure can also be unknown → agent learns from users/designers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r>
              <a:rPr lang="en-GB" dirty="0"/>
              <a:t>The hardest case: partially observable, multi-agent, stochastic, dynamic, continuous</a:t>
            </a:r>
          </a:p>
          <a:p>
            <a:r>
              <a:rPr lang="en-GB" b="1" dirty="0"/>
              <a:t>Autonomous driving </a:t>
            </a:r>
            <a:r>
              <a:rPr lang="en-GB" dirty="0"/>
              <a:t>combines all these difficulties</a:t>
            </a:r>
          </a:p>
          <a:p>
            <a:pPr marL="120650" lvl="0" indent="0">
              <a:buNone/>
            </a:pPr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b="1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BC5E3AA-1AD4-F272-A7D6-04EE21688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83827"/>
            <a:ext cx="7772400" cy="309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9730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050705BB-A53A-5956-2CD2-01B9ACA4D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C910674B-66ED-BDE4-4428-41A973F8D14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4000" dirty="0"/>
              <a:t>Performance measure (1)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86B4E067-5424-4C69-4449-D5647CD568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Defined by the designer (machines lack intrinsic desires)</a:t>
            </a:r>
          </a:p>
          <a:p>
            <a:r>
              <a:rPr lang="en-GB" dirty="0"/>
              <a:t>Difficult to be designed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If performance measure ignores movement cost → oscillates uselessly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If movement is penalized → poor performance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Better design: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stay idle when sure the floor is clean	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periodically check if recontamination is possible</a:t>
            </a:r>
          </a:p>
          <a:p>
            <a:pPr lvl="0"/>
            <a:endParaRPr lang="en-GB" dirty="0"/>
          </a:p>
          <a:p>
            <a:pPr marL="1054100" lvl="2" indent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120650" lvl="0" indent="0">
              <a:buNone/>
            </a:pPr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08ABE3C-E1B0-5D3A-A766-F133F46C4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949" y="3187983"/>
            <a:ext cx="7772400" cy="2774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544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9B52C696-9DEA-A1BA-3429-3CF6EB6CC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723ED72C-F492-3C1B-5D14-058CE3361CD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sz="4000" dirty="0"/>
              <a:t>Performance measure (2)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40EA97E3-39AC-A68D-8331-00B90E42CD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215746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Must reflect </a:t>
            </a:r>
            <a:r>
              <a:rPr lang="en-GB" b="1" dirty="0"/>
              <a:t>what we want</a:t>
            </a:r>
            <a:r>
              <a:rPr lang="en-GB" dirty="0"/>
              <a:t>, not </a:t>
            </a:r>
            <a:r>
              <a:rPr lang="en-GB" b="1" dirty="0"/>
              <a:t>how we think the agent should behave</a:t>
            </a: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rewarding only “cleaning actions” → vacuum agent may create dirt to clean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better: reward sustained cleanliness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Autonomy and Learning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Non-autonomous</a:t>
            </a:r>
            <a:r>
              <a:rPr lang="en-GB" dirty="0"/>
              <a:t> agent → relies only on pre-programmed knowledge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Autonomous</a:t>
            </a:r>
            <a:r>
              <a:rPr lang="en-GB" dirty="0"/>
              <a:t> agent → gathers information and learns from experience to improve over time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Example: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Fixed-pattern vacuum vs. predictive vacuum (anticipates dirt)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Predictive one is more rational across varied environments</a:t>
            </a:r>
          </a:p>
          <a:p>
            <a:pPr marL="120650" lvl="0" indent="0">
              <a:buNone/>
            </a:pPr>
            <a:endParaRPr lang="en-GB"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7F819F1E-9D0A-6974-DD90-9FC9974018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69" y="2199162"/>
            <a:ext cx="7772400" cy="162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5339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31C87644-BD18-A0EE-FEF7-F310CBC81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E7711E70-7BDD-7797-C911-34AED81DDE0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Rationality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BAF853FA-C3AE-F252-89F6-8E8452F8A4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241286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Rational agent → selects actions that </a:t>
            </a:r>
            <a:r>
              <a:rPr lang="en-GB" b="1" dirty="0"/>
              <a:t>maximize the expected performance measure</a:t>
            </a:r>
          </a:p>
          <a:p>
            <a:pPr lvl="0"/>
            <a:endParaRPr lang="en-GB" b="1" dirty="0"/>
          </a:p>
          <a:p>
            <a:pPr lvl="0"/>
            <a:r>
              <a:rPr lang="en-GB" dirty="0"/>
              <a:t>Factors Affecting Rationality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the </a:t>
            </a:r>
            <a:r>
              <a:rPr lang="en-GB" b="1" dirty="0"/>
              <a:t>performance measure </a:t>
            </a:r>
            <a:r>
              <a:rPr lang="en-GB" dirty="0"/>
              <a:t>defining success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the agent’s </a:t>
            </a:r>
            <a:r>
              <a:rPr lang="en-GB" b="1" dirty="0"/>
              <a:t>prior knowledge </a:t>
            </a:r>
            <a:r>
              <a:rPr lang="en-GB" dirty="0"/>
              <a:t>of the environment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the set of </a:t>
            </a:r>
            <a:r>
              <a:rPr lang="en-GB" b="1" dirty="0"/>
              <a:t>available actions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the </a:t>
            </a:r>
            <a:r>
              <a:rPr lang="en-GB" b="1" dirty="0"/>
              <a:t>percept sequence </a:t>
            </a:r>
            <a:r>
              <a:rPr lang="en-GB" dirty="0"/>
              <a:t>observed so far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0"/>
            <a:r>
              <a:rPr lang="en-GB" dirty="0"/>
              <a:t>Rationality ≠ Omniscience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Omniscience</a:t>
            </a:r>
            <a:r>
              <a:rPr lang="en-GB" dirty="0"/>
              <a:t>: knows the actual outcome of every action (impossible)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Rationality</a:t>
            </a:r>
            <a:r>
              <a:rPr lang="en-GB" dirty="0"/>
              <a:t>: chooses the best expected action with </a:t>
            </a:r>
            <a:r>
              <a:rPr lang="en-GB" b="1" dirty="0"/>
              <a:t>available</a:t>
            </a:r>
            <a:r>
              <a:rPr lang="en-GB" dirty="0"/>
              <a:t> information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Example: 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crossing an empty street is rational, even if a rare accident occurs</a:t>
            </a:r>
          </a:p>
          <a:p>
            <a:pPr marL="120650" indent="0">
              <a:buNone/>
            </a:pPr>
            <a:endParaRPr lang="en-GB" b="1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51559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24282F70-45F3-88E6-196B-4F194F49A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7954A800-7B68-C7E1-D2E1-4DAC86E9BB0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Architectures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78791DD4-6343-3345-509C-6DB096ECA3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71553"/>
            <a:ext cx="8818500" cy="49146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The </a:t>
            </a:r>
            <a:r>
              <a:rPr lang="en-GB" b="1" dirty="0"/>
              <a:t>architecture</a:t>
            </a:r>
            <a:r>
              <a:rPr lang="en-GB" dirty="0"/>
              <a:t>: processes percepts, runs the program, and issues actions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must be compatible with the program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if program says “walk” → architecture must have legs</a:t>
            </a:r>
          </a:p>
          <a:p>
            <a:pPr lvl="0"/>
            <a:endParaRPr lang="en-GB" dirty="0"/>
          </a:p>
          <a:p>
            <a:pPr lvl="0"/>
            <a:r>
              <a:rPr lang="en-GB" b="1" dirty="0"/>
              <a:t>Agent = Architecture + Program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Key question: How do we build an intelligent agent?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no single recipe </a:t>
            </a:r>
            <a:r>
              <a:rPr lang="en-GB" dirty="0"/>
              <a:t>→ several design approaches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each type combines components in different ways to map percepts → actions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Types of Agent Programs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Simple Reflex Agents</a:t>
            </a:r>
            <a:r>
              <a:rPr lang="en-GB" dirty="0"/>
              <a:t>: action depends only on current percept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Model-Based Reflex Agents</a:t>
            </a:r>
            <a:r>
              <a:rPr lang="en-GB" dirty="0"/>
              <a:t>: maintain an internal state (a model of the world)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Goal-Based Agents</a:t>
            </a:r>
            <a:r>
              <a:rPr lang="en-GB" dirty="0"/>
              <a:t>: choose actions based on desired goals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Utility-Based Agents</a:t>
            </a:r>
            <a:r>
              <a:rPr lang="en-GB" dirty="0"/>
              <a:t>: use utility functions to trade off between goals and optimize outcomes</a:t>
            </a:r>
          </a:p>
        </p:txBody>
      </p:sp>
    </p:spTree>
    <p:extLst>
      <p:ext uri="{BB962C8B-B14F-4D97-AF65-F5344CB8AC3E}">
        <p14:creationId xmlns:p14="http://schemas.microsoft.com/office/powerpoint/2010/main" val="7792219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4B1AAE9E-0885-3E02-FC83-A2DD534AB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7CBD9833-3AB8-D4B3-4F24-DEF5AA15CD2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Reflex Agent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FDBE6BF7-BAB4-F712-E57A-82C46B0A96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58349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Select actions only from the current percept, ignore percept history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much smaller than lookup tables, reduces complexity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effective for direct, immediate reactions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fail in partially observable environments → risk of infinite loops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lvl="0"/>
            <a:r>
              <a:rPr lang="en-GB" dirty="0"/>
              <a:t>Practice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Autonomous vehicle: brake when brake lights ahead are detected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Human reflexes: blink when object nears eye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Roomba (1st gen): random motion, turn when obstacle/edge detected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IFTTT (If This Then That): if rain is forecast → send umbrella reminder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sz="1000" dirty="0"/>
          </a:p>
          <a:p>
            <a:pPr lvl="0"/>
            <a:r>
              <a:rPr lang="en-GB" dirty="0"/>
              <a:t>👉 Simple reflex agents = fast &amp; lightweight</a:t>
            </a:r>
          </a:p>
          <a:p>
            <a:pPr lvl="0"/>
            <a:r>
              <a:rPr lang="en-GB" dirty="0"/>
              <a:t>⚠️ But limited: only effective when current percept alone is enough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b="1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E391025C-F73E-3FDF-28E5-15C001435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1168" y="65196"/>
            <a:ext cx="407258" cy="495579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AAB1079-0358-1847-2B8E-33395C36C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786" y="2149272"/>
            <a:ext cx="5846378" cy="2326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563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1CCC02B7-B672-FD13-9BBC-F2DBAEEA9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02378264-66F3-B7F0-1EB4-53FB2722888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Model-based reflex agents (1)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AD7BD729-F07F-64BC-0952-D9656C8E77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43732"/>
            <a:ext cx="8818500" cy="56618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b="1" dirty="0"/>
              <a:t>Handle partial observability </a:t>
            </a:r>
            <a:r>
              <a:rPr lang="en-GB" dirty="0"/>
              <a:t>by maintaining an </a:t>
            </a:r>
            <a:r>
              <a:rPr lang="en-GB" b="1" dirty="0"/>
              <a:t>internal state</a:t>
            </a:r>
            <a:r>
              <a:rPr lang="en-GB" dirty="0"/>
              <a:t>, to capture unobserved aspects of the environment using percept history</a:t>
            </a:r>
          </a:p>
          <a:p>
            <a:pPr lvl="0"/>
            <a:r>
              <a:rPr lang="en-GB" b="1" dirty="0"/>
              <a:t>Transition model </a:t>
            </a:r>
            <a:r>
              <a:rPr lang="en-GB" dirty="0"/>
              <a:t>→ how the world changes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effects of actions (steering → turning)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external influences (rain → reduced visibility)</a:t>
            </a:r>
          </a:p>
          <a:p>
            <a:pPr lvl="0"/>
            <a:r>
              <a:rPr lang="en-GB" b="1" dirty="0"/>
              <a:t>Sensor model </a:t>
            </a:r>
            <a:r>
              <a:rPr lang="en-GB" dirty="0"/>
              <a:t>→ how states appear in sensor data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brake lights = red regions in camera feed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sz="1200" dirty="0"/>
          </a:p>
          <a:p>
            <a:pPr lvl="0"/>
            <a:r>
              <a:rPr lang="en-GB" dirty="0"/>
              <a:t>How It Works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update state = current percept + previous state + model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use updated state to select action via rules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exact state often uncertain, but decisions must be made anyway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b="1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CA466A8-66A7-E3D1-E306-E05E2055A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555" y="3053796"/>
            <a:ext cx="6171762" cy="243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0288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1506638E-1F81-099E-4421-D66C61E20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7DF9C635-B8F2-8535-7CB2-BE8AE5DD70C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Model-based reflex agents (2)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94A16BAA-5FAD-0995-FDC7-8DF739D85A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Vacuum Cleaner Example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tracks cleanliness of two locations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rules: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If dirty → suck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else → move to other location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if both clean → stop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Real-World Examples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Roomba 980: builds visual map for coverage &amp; efficiency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Dyson 360 Eye: uses 360° camera to scan surroundings and navigate intelligently</a:t>
            </a:r>
          </a:p>
          <a:p>
            <a:pPr marL="120650" lvl="0" indent="0">
              <a:buNone/>
            </a:pPr>
            <a:endParaRPr lang="en-GB" dirty="0"/>
          </a:p>
          <a:p>
            <a:pPr lvl="0"/>
            <a:r>
              <a:rPr lang="en-GB" dirty="0"/>
              <a:t>👉 Model-based reflex agents = more powerful &amp; flexible than simple reflex agents but require models of transitions + sensors.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b="1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3" name="Immagine 2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37332DE9-C9FB-3B61-7961-42AC49CAD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1168" y="73905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3748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4B458AA3-BCFF-E898-3896-C176EC68E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306790A7-3F3F-3EED-742E-ECC6CBD25AA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Goal-based agents (1)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5ED19569-3C3D-D802-2046-97F7B8AD5E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Current state alone is not enough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at a road junction: left, right, or straight?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correct choice depends on the goal </a:t>
            </a:r>
            <a:r>
              <a:rPr lang="en-GB" dirty="0"/>
              <a:t>(destination)</a:t>
            </a:r>
          </a:p>
          <a:p>
            <a:pPr lvl="0"/>
            <a:r>
              <a:rPr lang="en-GB" dirty="0"/>
              <a:t>Agent needs: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state description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goal information </a:t>
            </a:r>
            <a:r>
              <a:rPr lang="en-GB" dirty="0"/>
              <a:t>(desirable outcomes)</a:t>
            </a:r>
          </a:p>
          <a:p>
            <a:pPr lvl="0"/>
            <a:r>
              <a:rPr lang="en-GB" dirty="0"/>
              <a:t>How They Work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combine model of the world + goal → select actions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if one action achieves goal → simple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if sequence required → need </a:t>
            </a:r>
            <a:r>
              <a:rPr lang="en-GB" b="1" dirty="0"/>
              <a:t>search &amp; planning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535A1E2C-68FB-C649-CE35-BC29694F45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837" y="3824014"/>
            <a:ext cx="6003377" cy="2346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7805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F0F8EE10-204E-04BB-F4EA-F7E77A518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F0BB4D0C-CB2A-C878-00BC-34C5D2BD9ED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Goal-based agents (2)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3091399F-DFC3-DE16-AF43-0EC6914314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982771"/>
            <a:ext cx="8818500" cy="56096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Examples</a:t>
            </a:r>
          </a:p>
          <a:p>
            <a:pPr lvl="1"/>
            <a:r>
              <a:rPr lang="en-GB" dirty="0"/>
              <a:t>driving: brake not just because lights are red, but to avoid collision</a:t>
            </a:r>
          </a:p>
          <a:p>
            <a:pPr lvl="1"/>
            <a:r>
              <a:rPr lang="en-GB" b="1" dirty="0"/>
              <a:t>Tic-Tac-Toe</a:t>
            </a:r>
            <a:r>
              <a:rPr lang="en-GB" dirty="0"/>
              <a:t>: goal = win, use search algorithms (</a:t>
            </a:r>
            <a:r>
              <a:rPr lang="en-GB" b="1" dirty="0"/>
              <a:t>minimax</a:t>
            </a:r>
            <a:r>
              <a:rPr lang="en-GB" dirty="0"/>
              <a:t>) to explore move sequences and find optimal action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sz="1100" dirty="0"/>
          </a:p>
          <a:p>
            <a:pPr lvl="0"/>
            <a:r>
              <a:rPr lang="en-GB" dirty="0"/>
              <a:t>👉 Goal-based agents = adaptable, flexible, and future-oriented</a:t>
            </a:r>
          </a:p>
          <a:p>
            <a:pPr lvl="0"/>
            <a:r>
              <a:rPr lang="en-GB" dirty="0"/>
              <a:t>⚠️ Require planning &amp; search, which can be </a:t>
            </a:r>
            <a:r>
              <a:rPr lang="en-GB" b="1" dirty="0"/>
              <a:t>computationally expensive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b="1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b="1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01B1B27D-64E2-2181-5D15-9CB18F0F5F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683" y="2352367"/>
            <a:ext cx="8310633" cy="3543336"/>
          </a:xfrm>
          <a:prstGeom prst="rect">
            <a:avLst/>
          </a:prstGeom>
        </p:spPr>
      </p:pic>
      <p:pic>
        <p:nvPicPr>
          <p:cNvPr id="3" name="Immagine 2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CBC49D2E-4129-687B-6BFC-EDEE8E6A8A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1168" y="73905"/>
            <a:ext cx="407258" cy="49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9562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95864DD9-1B2B-8199-BEC5-2C83FFF51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64A225F4-7D90-9980-2724-B826A33A1BE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Utility-based agents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1A6D9D9C-DA03-5D58-BA14-20FD3665C1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Problem with goals: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binary (success/failure)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many action sequences may achieve the goal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some are faster, safer, or more efficient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endParaRPr lang="en-GB" sz="1100" dirty="0"/>
          </a:p>
          <a:p>
            <a:r>
              <a:rPr lang="en-GB" dirty="0"/>
              <a:t>Utility = </a:t>
            </a:r>
            <a:r>
              <a:rPr lang="en-GB" b="1" dirty="0"/>
              <a:t>numerical measure of desirability </a:t>
            </a:r>
            <a:r>
              <a:rPr lang="en-GB" dirty="0"/>
              <a:t>of outcomes</a:t>
            </a:r>
          </a:p>
          <a:p>
            <a:pPr lvl="1"/>
            <a:r>
              <a:rPr lang="en-GB" dirty="0"/>
              <a:t>extends goals into graded preferences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👉 Utility-based agents = more powerful and flexible than goal-based agents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4A2E09F-3D6A-7F35-7F38-BAD8656AD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177" y="3133178"/>
            <a:ext cx="5732298" cy="2263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9223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55AD40B5-3831-73F4-376A-348C900F9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AEAC9D79-13B8-AD77-BDE3-7B2D81351ED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Learning agents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49C734FD-AFE6-9D0A-D4BC-E97505D8BA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Any agent type (model-based, goal-based, utility-based) can </a:t>
            </a:r>
            <a:r>
              <a:rPr lang="en-GB" b="1" dirty="0"/>
              <a:t>learn &amp; adapt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enables operation in unknown environments</a:t>
            </a:r>
          </a:p>
          <a:p>
            <a:pPr lvl="0"/>
            <a:r>
              <a:rPr lang="en-GB" dirty="0"/>
              <a:t>Four Components: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performance element</a:t>
            </a:r>
            <a:r>
              <a:rPr lang="en-GB" dirty="0"/>
              <a:t> selects actions (the “agent” as studied so far)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learning element</a:t>
            </a:r>
            <a:r>
              <a:rPr lang="en-GB" dirty="0"/>
              <a:t> improves the agent’s behaviour over time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critic</a:t>
            </a:r>
            <a:r>
              <a:rPr lang="en-GB" dirty="0"/>
              <a:t>: provides feedback (reward/penalty)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problem generator</a:t>
            </a:r>
            <a:r>
              <a:rPr lang="en-GB" dirty="0"/>
              <a:t> suggests exploratory actions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dirty="0"/>
          </a:p>
          <a:p>
            <a:pPr lvl="0"/>
            <a:r>
              <a:rPr lang="en-GB" dirty="0"/>
              <a:t>👉 Learning agents = adaptive, autonomous, and continuously improving.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0EFF8B45-E54B-9E93-D6F8-1019CB088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009" y="2977694"/>
            <a:ext cx="6680419" cy="2836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7799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34B79CCE-4B40-FCF1-E3AB-CD7092271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640709A6-D68D-A002-A62E-CBC94D494DB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Example: flocking (1)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A63B52D3-7BDF-3BF3-885C-37D6E7DB09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043732"/>
            <a:ext cx="8818500" cy="56313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Simulates collective animal behaviour (birds, fish, ants)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Reynolds (SIGGRAPH, 1987): flocks, herds, and schools</a:t>
            </a:r>
          </a:p>
          <a:p>
            <a:pPr lvl="0"/>
            <a:r>
              <a:rPr lang="en-GB" dirty="0"/>
              <a:t>Each agent = </a:t>
            </a:r>
            <a:r>
              <a:rPr lang="en-GB" b="1" dirty="0" err="1"/>
              <a:t>boid</a:t>
            </a:r>
            <a:r>
              <a:rPr lang="en-GB" dirty="0"/>
              <a:t> (bird-</a:t>
            </a:r>
            <a:r>
              <a:rPr lang="en-GB" dirty="0" err="1"/>
              <a:t>oid</a:t>
            </a:r>
            <a:r>
              <a:rPr lang="en-GB" dirty="0"/>
              <a:t> object)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local perception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agents consider neighbours within a limited radius</a:t>
            </a:r>
          </a:p>
          <a:p>
            <a:pPr lvl="0"/>
            <a:r>
              <a:rPr lang="en-GB" dirty="0"/>
              <a:t>Complex group motion emerges from simple local rules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sz="1100" dirty="0"/>
          </a:p>
          <a:p>
            <a:pPr lvl="0"/>
            <a:endParaRPr lang="en-GB" dirty="0"/>
          </a:p>
          <a:p>
            <a:pPr lvl="0"/>
            <a:endParaRPr lang="en-GB" sz="2000" dirty="0"/>
          </a:p>
          <a:p>
            <a:pPr lvl="0"/>
            <a:r>
              <a:rPr lang="en-GB" b="1" dirty="0"/>
              <a:t>Separation</a:t>
            </a:r>
            <a:r>
              <a:rPr lang="en-GB" dirty="0"/>
              <a:t>: avoid crowding neighbours → prevents collisions</a:t>
            </a:r>
          </a:p>
          <a:p>
            <a:pPr lvl="0"/>
            <a:r>
              <a:rPr lang="en-GB" b="1" dirty="0"/>
              <a:t>Cohesion</a:t>
            </a:r>
            <a:r>
              <a:rPr lang="en-GB" dirty="0"/>
              <a:t>: move toward the average position of neighbours → stay together</a:t>
            </a:r>
          </a:p>
          <a:p>
            <a:pPr lvl="0"/>
            <a:r>
              <a:rPr lang="en-GB" b="1" dirty="0"/>
              <a:t>Alignment</a:t>
            </a:r>
            <a:r>
              <a:rPr lang="en-GB" dirty="0"/>
              <a:t>: match the average heading of neighbours → move in same direction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0A5784D-24A3-4638-72C8-F13925BE3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31" y="2801983"/>
            <a:ext cx="7772400" cy="2705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517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459882C1-4903-F006-A5B4-9016C3D37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BD70BCD5-DECC-B39C-87CE-EF1E72E143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/>
              <a:t>Example: flocking (2)</a:t>
            </a:r>
            <a:endParaRPr sz="4000"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45DC9428-4030-41DA-71CF-8394CD903F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2750" y="11900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Each rule generates a force (acceleration request):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Forces combine to determine agent’s motion at each step: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Euler integration rule: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Collective flocking = </a:t>
            </a:r>
            <a:r>
              <a:rPr lang="en-GB" b="1" dirty="0"/>
              <a:t>emergent behaviour </a:t>
            </a:r>
            <a:r>
              <a:rPr lang="en-GB" dirty="0"/>
              <a:t>from simple rules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👉 Reynolds showed how distributed, local rules can create coherent global patterns, inspiring AI, robotics, and computer graphics</a:t>
            </a:r>
          </a:p>
        </p:txBody>
      </p:sp>
      <p:pic>
        <p:nvPicPr>
          <p:cNvPr id="2" name="Immagine 1" descr="Immagine che contiene Carattere, Elementi grafici, logo, cerchio&#10;&#10;Descrizione generata automaticamente">
            <a:extLst>
              <a:ext uri="{FF2B5EF4-FFF2-40B4-BE49-F238E27FC236}">
                <a16:creationId xmlns:a16="http://schemas.microsoft.com/office/drawing/2014/main" id="{FDD2A0D9-5995-DCDA-00ED-0B430487F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3992" y="173443"/>
            <a:ext cx="407258" cy="495579"/>
          </a:xfrm>
          <a:prstGeom prst="rect">
            <a:avLst/>
          </a:prstGeom>
        </p:spPr>
      </p:pic>
      <p:pic>
        <p:nvPicPr>
          <p:cNvPr id="6" name="Immagine 5" descr="Immagine che contiene Carattere, testo, bianco, simbolo&#10;&#10;Il contenuto generato dall'IA potrebbe non essere corretto.">
            <a:extLst>
              <a:ext uri="{FF2B5EF4-FFF2-40B4-BE49-F238E27FC236}">
                <a16:creationId xmlns:a16="http://schemas.microsoft.com/office/drawing/2014/main" id="{5C7D47C9-B5A1-0FF1-97B7-5DB87EA469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812" y="1564748"/>
            <a:ext cx="990600" cy="54610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69AA7686-91D4-8E1D-7C93-3AA4385C8F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812" y="2606870"/>
            <a:ext cx="5921828" cy="419657"/>
          </a:xfrm>
          <a:prstGeom prst="rect">
            <a:avLst/>
          </a:prstGeom>
        </p:spPr>
      </p:pic>
      <p:pic>
        <p:nvPicPr>
          <p:cNvPr id="10" name="Immagine 9" descr="Immagine che contiene Carattere, bianco, testo, tipografia&#10;&#10;Il contenuto generato dall'IA potrebbe non essere corretto.">
            <a:extLst>
              <a:ext uri="{FF2B5EF4-FFF2-40B4-BE49-F238E27FC236}">
                <a16:creationId xmlns:a16="http://schemas.microsoft.com/office/drawing/2014/main" id="{93AA239B-3643-5B12-4CFB-ECF353CE6A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812" y="3747288"/>
            <a:ext cx="2804704" cy="881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613724"/>
      </p:ext>
    </p:extLst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9b5433c-2372-4cb7-8bab-09518096b29b" xsi:nil="true"/>
    <lcf76f155ced4ddcb4097134ff3c332f xmlns="3bd0d43f-5e5b-43cd-b6fc-691bd77672c6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8FA822B18A0634FB7342CF29752587A" ma:contentTypeVersion="13" ma:contentTypeDescription="Creare un nuovo documento." ma:contentTypeScope="" ma:versionID="5c5a1a1f66437ceed8e2102d49525b77">
  <xsd:schema xmlns:xsd="http://www.w3.org/2001/XMLSchema" xmlns:xs="http://www.w3.org/2001/XMLSchema" xmlns:p="http://schemas.microsoft.com/office/2006/metadata/properties" xmlns:ns2="3bd0d43f-5e5b-43cd-b6fc-691bd77672c6" xmlns:ns3="e9b5433c-2372-4cb7-8bab-09518096b29b" targetNamespace="http://schemas.microsoft.com/office/2006/metadata/properties" ma:root="true" ma:fieldsID="79bbaae61552c66980d55f32a6cab4b6" ns2:_="" ns3:_="">
    <xsd:import namespace="3bd0d43f-5e5b-43cd-b6fc-691bd77672c6"/>
    <xsd:import namespace="e9b5433c-2372-4cb7-8bab-09518096b2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d0d43f-5e5b-43cd-b6fc-691bd77672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b3f316dc-fb4b-4146-8b22-f4ef2efe4b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b5433c-2372-4cb7-8bab-09518096b29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c4bbe8c-9a55-4d5f-b385-d948ddfe6c4d}" ma:internalName="TaxCatchAll" ma:showField="CatchAllData" ma:web="e9b5433c-2372-4cb7-8bab-09518096b2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E7217-A2D6-456E-853C-D4A15542B293}">
  <ds:schemaRefs>
    <ds:schemaRef ds:uri="http://purl.org/dc/dcmitype/"/>
    <ds:schemaRef ds:uri="e9b5433c-2372-4cb7-8bab-09518096b29b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3bd0d43f-5e5b-43cd-b6fc-691bd77672c6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48164A7-BB00-4FFA-B805-7975D77B921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d0d43f-5e5b-43cd-b6fc-691bd77672c6"/>
    <ds:schemaRef ds:uri="e9b5433c-2372-4cb7-8bab-09518096b2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A30388A-CCF7-4970-A513-DBB915DFEE8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8098</TotalTime>
  <Words>1618</Words>
  <Application>Microsoft Macintosh PowerPoint</Application>
  <PresentationFormat>Presentazione su schermo (4:3)</PresentationFormat>
  <Paragraphs>470</Paragraphs>
  <Slides>26</Slides>
  <Notes>26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26</vt:i4>
      </vt:variant>
    </vt:vector>
  </HeadingPairs>
  <TitlesOfParts>
    <vt:vector size="30" baseType="lpstr">
      <vt:lpstr>Arial</vt:lpstr>
      <vt:lpstr>Economica</vt:lpstr>
      <vt:lpstr>Open Sans</vt:lpstr>
      <vt:lpstr>Luxe</vt:lpstr>
      <vt:lpstr>Agent Architectures</vt:lpstr>
      <vt:lpstr>Objectives</vt:lpstr>
      <vt:lpstr>Agent vs Environment</vt:lpstr>
      <vt:lpstr>PEAS</vt:lpstr>
      <vt:lpstr>Agent (1)</vt:lpstr>
      <vt:lpstr>Agent (2)</vt:lpstr>
      <vt:lpstr>Environment (1)</vt:lpstr>
      <vt:lpstr>Environment (2)</vt:lpstr>
      <vt:lpstr>Environment (3)</vt:lpstr>
      <vt:lpstr>Environment (4)</vt:lpstr>
      <vt:lpstr>Environment (5)</vt:lpstr>
      <vt:lpstr>Environment (6)</vt:lpstr>
      <vt:lpstr>Environment (7)</vt:lpstr>
      <vt:lpstr>Performance measure (1)</vt:lpstr>
      <vt:lpstr>Performance measure (2)</vt:lpstr>
      <vt:lpstr>Rationality</vt:lpstr>
      <vt:lpstr>Architectures</vt:lpstr>
      <vt:lpstr>Reflex Agent</vt:lpstr>
      <vt:lpstr>Model-based reflex agents (1)</vt:lpstr>
      <vt:lpstr>Model-based reflex agents (2)</vt:lpstr>
      <vt:lpstr>Goal-based agents (1)</vt:lpstr>
      <vt:lpstr>Goal-based agents (2)</vt:lpstr>
      <vt:lpstr>Utility-based agents</vt:lpstr>
      <vt:lpstr>Learning agents</vt:lpstr>
      <vt:lpstr>Example: flocking (1)</vt:lpstr>
      <vt:lpstr>Example: flocking (2)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Digital Abstraction</dc:title>
  <dc:subject/>
  <dc:creator/>
  <cp:keywords/>
  <dc:description/>
  <cp:lastModifiedBy>Riccardo Berta</cp:lastModifiedBy>
  <cp:revision>30</cp:revision>
  <dcterms:modified xsi:type="dcterms:W3CDTF">2026-09-01T09:54:38Z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0x010100B8FA822B18A0634FB7342CF29752587A</vt:lpwstr>
  </property>
</Properties>
</file>