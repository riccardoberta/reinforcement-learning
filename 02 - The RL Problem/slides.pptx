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59" r:id="rId4"/>
  </p:sldMasterIdLst>
  <p:notesMasterIdLst>
    <p:notesMasterId r:id="rId29"/>
  </p:notesMasterIdLst>
  <p:sldIdLst>
    <p:sldId id="256" r:id="rId5"/>
    <p:sldId id="264" r:id="rId6"/>
    <p:sldId id="257" r:id="rId7"/>
    <p:sldId id="265" r:id="rId8"/>
    <p:sldId id="267" r:id="rId9"/>
    <p:sldId id="268" r:id="rId10"/>
    <p:sldId id="269" r:id="rId11"/>
    <p:sldId id="266" r:id="rId12"/>
    <p:sldId id="270" r:id="rId13"/>
    <p:sldId id="271" r:id="rId14"/>
    <p:sldId id="272" r:id="rId15"/>
    <p:sldId id="287" r:id="rId16"/>
    <p:sldId id="273" r:id="rId17"/>
    <p:sldId id="274" r:id="rId18"/>
    <p:sldId id="275" r:id="rId19"/>
    <p:sldId id="276" r:id="rId20"/>
    <p:sldId id="277" r:id="rId21"/>
    <p:sldId id="278" r:id="rId22"/>
    <p:sldId id="279" r:id="rId23"/>
    <p:sldId id="280" r:id="rId24"/>
    <p:sldId id="281" r:id="rId25"/>
    <p:sldId id="282" r:id="rId26"/>
    <p:sldId id="285" r:id="rId27"/>
    <p:sldId id="286" r:id="rId28"/>
  </p:sldIdLst>
  <p:sldSz cx="9144000" cy="6858000" type="screen4x3"/>
  <p:notesSz cx="6858000" cy="9144000"/>
  <p:embeddedFontLst>
    <p:embeddedFont>
      <p:font typeface="Economica" panose="02000506040000020004" pitchFamily="2" charset="77"/>
      <p:regular r:id="rId30"/>
      <p:bold r:id="rId31"/>
      <p:italic r:id="rId32"/>
      <p:boldItalic r:id="rId33"/>
    </p:embeddedFont>
    <p:embeddedFont>
      <p:font typeface="Open Sans" panose="020B0606030504020204" pitchFamily="34" charset="0"/>
      <p:regular r:id="rId34"/>
      <p:bold r:id="rId35"/>
      <p:italic r:id="rId36"/>
      <p:boldItalic r:id="rId37"/>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7469"/>
    <p:restoredTop sz="96245"/>
  </p:normalViewPr>
  <p:slideViewPr>
    <p:cSldViewPr snapToGrid="0" snapToObjects="1">
      <p:cViewPr varScale="1">
        <p:scale>
          <a:sx n="135" d="100"/>
          <a:sy n="135" d="100"/>
        </p:scale>
        <p:origin x="2760" y="160"/>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slide" Target="slides/slide22.xml"/><Relationship Id="rId39" Type="http://schemas.openxmlformats.org/officeDocument/2006/relationships/viewProps" Target="viewProps.xml"/><Relationship Id="rId21" Type="http://schemas.openxmlformats.org/officeDocument/2006/relationships/slide" Target="slides/slide17.xml"/><Relationship Id="rId34" Type="http://schemas.openxmlformats.org/officeDocument/2006/relationships/font" Target="fonts/font5.fntdata"/><Relationship Id="rId42" Type="http://schemas.microsoft.com/office/2016/11/relationships/changesInfo" Target="changesInfos/changesInfo1.xml"/><Relationship Id="rId7" Type="http://schemas.openxmlformats.org/officeDocument/2006/relationships/slide" Target="slides/slide3.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slide" Target="slides/slide16.xml"/><Relationship Id="rId29" Type="http://schemas.openxmlformats.org/officeDocument/2006/relationships/notesMaster" Target="notesMasters/notesMaster1.xml"/><Relationship Id="rId41" Type="http://schemas.openxmlformats.org/officeDocument/2006/relationships/tableStyles" Target="tableStyles.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font" Target="fonts/font3.fntdata"/><Relationship Id="rId37" Type="http://schemas.openxmlformats.org/officeDocument/2006/relationships/font" Target="fonts/font8.fntdata"/><Relationship Id="rId40" Type="http://schemas.openxmlformats.org/officeDocument/2006/relationships/theme" Target="theme/theme1.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font" Target="fonts/font7.fntdata"/><Relationship Id="rId10" Type="http://schemas.openxmlformats.org/officeDocument/2006/relationships/slide" Target="slides/slide6.xml"/><Relationship Id="rId19" Type="http://schemas.openxmlformats.org/officeDocument/2006/relationships/slide" Target="slides/slide15.xml"/><Relationship Id="rId31" Type="http://schemas.openxmlformats.org/officeDocument/2006/relationships/font" Target="fonts/font2.fntdata"/><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font" Target="fonts/font1.fntdata"/><Relationship Id="rId35" Type="http://schemas.openxmlformats.org/officeDocument/2006/relationships/font" Target="fonts/font6.fntdata"/><Relationship Id="rId8" Type="http://schemas.openxmlformats.org/officeDocument/2006/relationships/slide" Target="slides/slide4.xml"/><Relationship Id="rId3" Type="http://schemas.openxmlformats.org/officeDocument/2006/relationships/customXml" Target="../customXml/item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font" Target="fonts/font4.fntdata"/><Relationship Id="rId38" Type="http://schemas.openxmlformats.org/officeDocument/2006/relationships/presProps" Target="pres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Riccardo Berta" userId="c8694f89-bba4-4576-b0a8-456619ca5a8c" providerId="ADAL" clId="{FDDBFC5A-5EA9-5330-BEB8-433D7E3B4C4E}"/>
    <pc:docChg chg="custSel modSld">
      <pc:chgData name="Riccardo Berta" userId="c8694f89-bba4-4576-b0a8-456619ca5a8c" providerId="ADAL" clId="{FDDBFC5A-5EA9-5330-BEB8-433D7E3B4C4E}" dt="2026-09-04T12:35:40.090" v="76" actId="20577"/>
      <pc:docMkLst>
        <pc:docMk/>
      </pc:docMkLst>
      <pc:sldChg chg="addSp modSp mod">
        <pc:chgData name="Riccardo Berta" userId="c8694f89-bba4-4576-b0a8-456619ca5a8c" providerId="ADAL" clId="{FDDBFC5A-5EA9-5330-BEB8-433D7E3B4C4E}" dt="2026-09-04T12:35:40.090" v="76" actId="20577"/>
        <pc:sldMkLst>
          <pc:docMk/>
          <pc:sldMk cId="0" sldId="257"/>
        </pc:sldMkLst>
        <pc:spChg chg="mod">
          <ac:chgData name="Riccardo Berta" userId="c8694f89-bba4-4576-b0a8-456619ca5a8c" providerId="ADAL" clId="{FDDBFC5A-5EA9-5330-BEB8-433D7E3B4C4E}" dt="2026-09-04T12:35:40.090" v="76" actId="20577"/>
          <ac:spMkLst>
            <pc:docMk/>
            <pc:sldMk cId="0" sldId="257"/>
            <ac:spMk id="84" creationId="{00000000-0000-0000-0000-000000000000}"/>
          </ac:spMkLst>
        </pc:spChg>
        <pc:picChg chg="add mod">
          <ac:chgData name="Riccardo Berta" userId="c8694f89-bba4-4576-b0a8-456619ca5a8c" providerId="ADAL" clId="{FDDBFC5A-5EA9-5330-BEB8-433D7E3B4C4E}" dt="2026-09-04T12:35:37.158" v="75" actId="1076"/>
          <ac:picMkLst>
            <pc:docMk/>
            <pc:sldMk cId="0" sldId="257"/>
            <ac:picMk id="3" creationId="{7C3A0E80-63B4-43A9-288E-9ED466FF95EB}"/>
          </ac:picMkLst>
        </pc:pic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1143309"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317500">
              <a:spcBef>
                <a:spcPts val="0"/>
              </a:spcBef>
              <a:spcAft>
                <a:spcPts val="0"/>
              </a:spcAft>
              <a:buSzPts val="1400"/>
              <a:buChar char="●"/>
              <a:defRPr sz="1100"/>
            </a:lvl1pPr>
            <a:lvl2pPr marL="914400" lvl="1" indent="-317500">
              <a:spcBef>
                <a:spcPts val="0"/>
              </a:spcBef>
              <a:spcAft>
                <a:spcPts val="0"/>
              </a:spcAft>
              <a:buSzPts val="1400"/>
              <a:buChar char="○"/>
              <a:defRPr sz="1100"/>
            </a:lvl2pPr>
            <a:lvl3pPr marL="1371600" lvl="2" indent="-317500">
              <a:spcBef>
                <a:spcPts val="0"/>
              </a:spcBef>
              <a:spcAft>
                <a:spcPts val="0"/>
              </a:spcAft>
              <a:buSzPts val="1400"/>
              <a:buChar char="■"/>
              <a:defRPr sz="1100"/>
            </a:lvl3pPr>
            <a:lvl4pPr marL="1828800" lvl="3" indent="-317500">
              <a:spcBef>
                <a:spcPts val="0"/>
              </a:spcBef>
              <a:spcAft>
                <a:spcPts val="0"/>
              </a:spcAft>
              <a:buSzPts val="1400"/>
              <a:buChar char="●"/>
              <a:defRPr sz="1100"/>
            </a:lvl4pPr>
            <a:lvl5pPr marL="2286000" lvl="4" indent="-317500">
              <a:spcBef>
                <a:spcPts val="0"/>
              </a:spcBef>
              <a:spcAft>
                <a:spcPts val="0"/>
              </a:spcAft>
              <a:buSzPts val="1400"/>
              <a:buChar char="○"/>
              <a:defRPr sz="1100"/>
            </a:lvl5pPr>
            <a:lvl6pPr marL="2743200" lvl="5" indent="-317500">
              <a:spcBef>
                <a:spcPts val="0"/>
              </a:spcBef>
              <a:spcAft>
                <a:spcPts val="0"/>
              </a:spcAft>
              <a:buSzPts val="1400"/>
              <a:buChar char="■"/>
              <a:defRPr sz="1100"/>
            </a:lvl6pPr>
            <a:lvl7pPr marL="3200400" lvl="6" indent="-317500">
              <a:spcBef>
                <a:spcPts val="0"/>
              </a:spcBef>
              <a:spcAft>
                <a:spcPts val="0"/>
              </a:spcAft>
              <a:buSzPts val="1400"/>
              <a:buChar char="●"/>
              <a:defRPr sz="1100"/>
            </a:lvl7pPr>
            <a:lvl8pPr marL="3657600" lvl="7" indent="-317500">
              <a:spcBef>
                <a:spcPts val="0"/>
              </a:spcBef>
              <a:spcAft>
                <a:spcPts val="0"/>
              </a:spcAft>
              <a:buSzPts val="1400"/>
              <a:buChar char="○"/>
              <a:defRPr sz="1100"/>
            </a:lvl8pPr>
            <a:lvl9pPr marL="4114800" lvl="8" indent="-317500">
              <a:spcBef>
                <a:spcPts val="0"/>
              </a:spcBef>
              <a:spcAft>
                <a:spcPts val="0"/>
              </a:spcAft>
              <a:buSzPts val="14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8"/>
        <p:cNvGrpSpPr/>
        <p:nvPr/>
      </p:nvGrpSpPr>
      <p:grpSpPr>
        <a:xfrm>
          <a:off x="0" y="0"/>
          <a:ext cx="0" cy="0"/>
          <a:chOff x="0" y="0"/>
          <a:chExt cx="0" cy="0"/>
        </a:xfrm>
      </p:grpSpPr>
      <p:sp>
        <p:nvSpPr>
          <p:cNvPr id="59" name="Google Shape;59;p: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0" name="Google Shape;60;p: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9"/>
        <p:cNvGrpSpPr/>
        <p:nvPr/>
      </p:nvGrpSpPr>
      <p:grpSpPr>
        <a:xfrm>
          <a:off x="0" y="0"/>
          <a:ext cx="0" cy="0"/>
          <a:chOff x="0" y="0"/>
          <a:chExt cx="0" cy="0"/>
        </a:xfrm>
      </p:grpSpPr>
      <p:sp>
        <p:nvSpPr>
          <p:cNvPr id="80" name="Google Shape;80;geed6aedbf_0_0: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1" name="Google Shape;81;geed6aedbf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9"/>
        <p:cNvGrpSpPr/>
        <p:nvPr/>
      </p:nvGrpSpPr>
      <p:grpSpPr>
        <a:xfrm>
          <a:off x="0" y="0"/>
          <a:ext cx="0" cy="0"/>
          <a:chOff x="0" y="0"/>
          <a:chExt cx="0" cy="0"/>
        </a:xfrm>
      </p:grpSpPr>
      <p:sp>
        <p:nvSpPr>
          <p:cNvPr id="80" name="Google Shape;80;geed6aedbf_0_0: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1" name="Google Shape;81;geed6aedbf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9"/>
        <p:cNvGrpSpPr/>
        <p:nvPr/>
      </p:nvGrpSpPr>
      <p:grpSpPr>
        <a:xfrm>
          <a:off x="0" y="0"/>
          <a:ext cx="0" cy="0"/>
          <a:chOff x="0" y="0"/>
          <a:chExt cx="0" cy="0"/>
        </a:xfrm>
      </p:grpSpPr>
      <p:sp>
        <p:nvSpPr>
          <p:cNvPr id="80" name="Google Shape;80;geed6aedbf_0_0: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1" name="Google Shape;81;geed6aedbf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56146692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9"/>
        <p:cNvGrpSpPr/>
        <p:nvPr/>
      </p:nvGrpSpPr>
      <p:grpSpPr>
        <a:xfrm>
          <a:off x="0" y="0"/>
          <a:ext cx="0" cy="0"/>
          <a:chOff x="0" y="0"/>
          <a:chExt cx="0" cy="0"/>
        </a:xfrm>
      </p:grpSpPr>
      <p:sp>
        <p:nvSpPr>
          <p:cNvPr id="80" name="Google Shape;80;geed6aedbf_0_0: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1" name="Google Shape;81;geed6aedbf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17018273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9"/>
        <p:cNvGrpSpPr/>
        <p:nvPr/>
      </p:nvGrpSpPr>
      <p:grpSpPr>
        <a:xfrm>
          <a:off x="0" y="0"/>
          <a:ext cx="0" cy="0"/>
          <a:chOff x="0" y="0"/>
          <a:chExt cx="0" cy="0"/>
        </a:xfrm>
      </p:grpSpPr>
      <p:sp>
        <p:nvSpPr>
          <p:cNvPr id="80" name="Google Shape;80;geed6aedbf_0_0: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1" name="Google Shape;81;geed6aedbf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01614931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9"/>
        <p:cNvGrpSpPr/>
        <p:nvPr/>
      </p:nvGrpSpPr>
      <p:grpSpPr>
        <a:xfrm>
          <a:off x="0" y="0"/>
          <a:ext cx="0" cy="0"/>
          <a:chOff x="0" y="0"/>
          <a:chExt cx="0" cy="0"/>
        </a:xfrm>
      </p:grpSpPr>
      <p:sp>
        <p:nvSpPr>
          <p:cNvPr id="80" name="Google Shape;80;geed6aedbf_0_0: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1" name="Google Shape;81;geed6aedbf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98868860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9"/>
        <p:cNvGrpSpPr/>
        <p:nvPr/>
      </p:nvGrpSpPr>
      <p:grpSpPr>
        <a:xfrm>
          <a:off x="0" y="0"/>
          <a:ext cx="0" cy="0"/>
          <a:chOff x="0" y="0"/>
          <a:chExt cx="0" cy="0"/>
        </a:xfrm>
      </p:grpSpPr>
      <p:sp>
        <p:nvSpPr>
          <p:cNvPr id="80" name="Google Shape;80;geed6aedbf_0_0: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1" name="Google Shape;81;geed6aedbf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66350505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9"/>
        <p:cNvGrpSpPr/>
        <p:nvPr/>
      </p:nvGrpSpPr>
      <p:grpSpPr>
        <a:xfrm>
          <a:off x="0" y="0"/>
          <a:ext cx="0" cy="0"/>
          <a:chOff x="0" y="0"/>
          <a:chExt cx="0" cy="0"/>
        </a:xfrm>
      </p:grpSpPr>
      <p:sp>
        <p:nvSpPr>
          <p:cNvPr id="80" name="Google Shape;80;geed6aedbf_0_0: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1" name="Google Shape;81;geed6aedbf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56878370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9"/>
        <p:cNvGrpSpPr/>
        <p:nvPr/>
      </p:nvGrpSpPr>
      <p:grpSpPr>
        <a:xfrm>
          <a:off x="0" y="0"/>
          <a:ext cx="0" cy="0"/>
          <a:chOff x="0" y="0"/>
          <a:chExt cx="0" cy="0"/>
        </a:xfrm>
      </p:grpSpPr>
      <p:sp>
        <p:nvSpPr>
          <p:cNvPr id="80" name="Google Shape;80;geed6aedbf_0_0: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1" name="Google Shape;81;geed6aedbf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20088697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9"/>
        <p:cNvGrpSpPr/>
        <p:nvPr/>
      </p:nvGrpSpPr>
      <p:grpSpPr>
        <a:xfrm>
          <a:off x="0" y="0"/>
          <a:ext cx="0" cy="0"/>
          <a:chOff x="0" y="0"/>
          <a:chExt cx="0" cy="0"/>
        </a:xfrm>
      </p:grpSpPr>
      <p:sp>
        <p:nvSpPr>
          <p:cNvPr id="80" name="Google Shape;80;geed6aedbf_0_0: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1" name="Google Shape;81;geed6aedbf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89415040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9">
          <a:extLst>
            <a:ext uri="{FF2B5EF4-FFF2-40B4-BE49-F238E27FC236}">
              <a16:creationId xmlns:a16="http://schemas.microsoft.com/office/drawing/2014/main" id="{DB68A4E8-C8B6-00FE-3E40-9B3EBCD0DDA7}"/>
            </a:ext>
          </a:extLst>
        </p:cNvPr>
        <p:cNvGrpSpPr/>
        <p:nvPr/>
      </p:nvGrpSpPr>
      <p:grpSpPr>
        <a:xfrm>
          <a:off x="0" y="0"/>
          <a:ext cx="0" cy="0"/>
          <a:chOff x="0" y="0"/>
          <a:chExt cx="0" cy="0"/>
        </a:xfrm>
      </p:grpSpPr>
      <p:sp>
        <p:nvSpPr>
          <p:cNvPr id="80" name="Google Shape;80;geed6aedbf_0_0:notes">
            <a:extLst>
              <a:ext uri="{FF2B5EF4-FFF2-40B4-BE49-F238E27FC236}">
                <a16:creationId xmlns:a16="http://schemas.microsoft.com/office/drawing/2014/main" id="{12EA4D2E-0A78-382F-BC7D-8C748D1E348A}"/>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1" name="Google Shape;81;geed6aedbf_0_0:notes">
            <a:extLst>
              <a:ext uri="{FF2B5EF4-FFF2-40B4-BE49-F238E27FC236}">
                <a16:creationId xmlns:a16="http://schemas.microsoft.com/office/drawing/2014/main" id="{96C4B31A-4CDF-46FA-2ADC-639456B661F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780023753"/>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9"/>
        <p:cNvGrpSpPr/>
        <p:nvPr/>
      </p:nvGrpSpPr>
      <p:grpSpPr>
        <a:xfrm>
          <a:off x="0" y="0"/>
          <a:ext cx="0" cy="0"/>
          <a:chOff x="0" y="0"/>
          <a:chExt cx="0" cy="0"/>
        </a:xfrm>
      </p:grpSpPr>
      <p:sp>
        <p:nvSpPr>
          <p:cNvPr id="80" name="Google Shape;80;geed6aedbf_0_0: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1" name="Google Shape;81;geed6aedbf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734411936"/>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9"/>
        <p:cNvGrpSpPr/>
        <p:nvPr/>
      </p:nvGrpSpPr>
      <p:grpSpPr>
        <a:xfrm>
          <a:off x="0" y="0"/>
          <a:ext cx="0" cy="0"/>
          <a:chOff x="0" y="0"/>
          <a:chExt cx="0" cy="0"/>
        </a:xfrm>
      </p:grpSpPr>
      <p:sp>
        <p:nvSpPr>
          <p:cNvPr id="80" name="Google Shape;80;geed6aedbf_0_0: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1" name="Google Shape;81;geed6aedbf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89512378"/>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9"/>
        <p:cNvGrpSpPr/>
        <p:nvPr/>
      </p:nvGrpSpPr>
      <p:grpSpPr>
        <a:xfrm>
          <a:off x="0" y="0"/>
          <a:ext cx="0" cy="0"/>
          <a:chOff x="0" y="0"/>
          <a:chExt cx="0" cy="0"/>
        </a:xfrm>
      </p:grpSpPr>
      <p:sp>
        <p:nvSpPr>
          <p:cNvPr id="80" name="Google Shape;80;geed6aedbf_0_0: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1" name="Google Shape;81;geed6aedbf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565011850"/>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9"/>
        <p:cNvGrpSpPr/>
        <p:nvPr/>
      </p:nvGrpSpPr>
      <p:grpSpPr>
        <a:xfrm>
          <a:off x="0" y="0"/>
          <a:ext cx="0" cy="0"/>
          <a:chOff x="0" y="0"/>
          <a:chExt cx="0" cy="0"/>
        </a:xfrm>
      </p:grpSpPr>
      <p:sp>
        <p:nvSpPr>
          <p:cNvPr id="80" name="Google Shape;80;geed6aedbf_0_0: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1" name="Google Shape;81;geed6aedbf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632265494"/>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9"/>
        <p:cNvGrpSpPr/>
        <p:nvPr/>
      </p:nvGrpSpPr>
      <p:grpSpPr>
        <a:xfrm>
          <a:off x="0" y="0"/>
          <a:ext cx="0" cy="0"/>
          <a:chOff x="0" y="0"/>
          <a:chExt cx="0" cy="0"/>
        </a:xfrm>
      </p:grpSpPr>
      <p:sp>
        <p:nvSpPr>
          <p:cNvPr id="80" name="Google Shape;80;geed6aedbf_0_0: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1" name="Google Shape;81;geed6aedbf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30430302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9"/>
        <p:cNvGrpSpPr/>
        <p:nvPr/>
      </p:nvGrpSpPr>
      <p:grpSpPr>
        <a:xfrm>
          <a:off x="0" y="0"/>
          <a:ext cx="0" cy="0"/>
          <a:chOff x="0" y="0"/>
          <a:chExt cx="0" cy="0"/>
        </a:xfrm>
      </p:grpSpPr>
      <p:sp>
        <p:nvSpPr>
          <p:cNvPr id="80" name="Google Shape;80;geed6aedbf_0_0: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1" name="Google Shape;81;geed6aedbf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21854608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9"/>
        <p:cNvGrpSpPr/>
        <p:nvPr/>
      </p:nvGrpSpPr>
      <p:grpSpPr>
        <a:xfrm>
          <a:off x="0" y="0"/>
          <a:ext cx="0" cy="0"/>
          <a:chOff x="0" y="0"/>
          <a:chExt cx="0" cy="0"/>
        </a:xfrm>
      </p:grpSpPr>
      <p:sp>
        <p:nvSpPr>
          <p:cNvPr id="80" name="Google Shape;80;geed6aedbf_0_0: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1" name="Google Shape;81;geed6aedbf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113887573"/>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9"/>
        <p:cNvGrpSpPr/>
        <p:nvPr/>
      </p:nvGrpSpPr>
      <p:grpSpPr>
        <a:xfrm>
          <a:off x="0" y="0"/>
          <a:ext cx="0" cy="0"/>
          <a:chOff x="0" y="0"/>
          <a:chExt cx="0" cy="0"/>
        </a:xfrm>
      </p:grpSpPr>
      <p:sp>
        <p:nvSpPr>
          <p:cNvPr id="80" name="Google Shape;80;geed6aedbf_0_0: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1" name="Google Shape;81;geed6aedbf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838996872"/>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9"/>
        <p:cNvGrpSpPr/>
        <p:nvPr/>
      </p:nvGrpSpPr>
      <p:grpSpPr>
        <a:xfrm>
          <a:off x="0" y="0"/>
          <a:ext cx="0" cy="0"/>
          <a:chOff x="0" y="0"/>
          <a:chExt cx="0" cy="0"/>
        </a:xfrm>
      </p:grpSpPr>
      <p:sp>
        <p:nvSpPr>
          <p:cNvPr id="80" name="Google Shape;80;geed6aedbf_0_0: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1" name="Google Shape;81;geed6aedbf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722842154"/>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9"/>
        <p:cNvGrpSpPr/>
        <p:nvPr/>
      </p:nvGrpSpPr>
      <p:grpSpPr>
        <a:xfrm>
          <a:off x="0" y="0"/>
          <a:ext cx="0" cy="0"/>
          <a:chOff x="0" y="0"/>
          <a:chExt cx="0" cy="0"/>
        </a:xfrm>
      </p:grpSpPr>
      <p:sp>
        <p:nvSpPr>
          <p:cNvPr id="80" name="Google Shape;80;geed6aedbf_0_0: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1" name="Google Shape;81;geed6aedbf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595971656"/>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9"/>
        <p:cNvGrpSpPr/>
        <p:nvPr/>
      </p:nvGrpSpPr>
      <p:grpSpPr>
        <a:xfrm>
          <a:off x="0" y="0"/>
          <a:ext cx="0" cy="0"/>
          <a:chOff x="0" y="0"/>
          <a:chExt cx="0" cy="0"/>
        </a:xfrm>
      </p:grpSpPr>
      <p:sp>
        <p:nvSpPr>
          <p:cNvPr id="80" name="Google Shape;80;geed6aedbf_0_0: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1" name="Google Shape;81;geed6aedbf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260521255"/>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9"/>
        <p:cNvGrpSpPr/>
        <p:nvPr/>
      </p:nvGrpSpPr>
      <p:grpSpPr>
        <a:xfrm>
          <a:off x="0" y="0"/>
          <a:ext cx="0" cy="0"/>
          <a:chOff x="0" y="0"/>
          <a:chExt cx="0" cy="0"/>
        </a:xfrm>
      </p:grpSpPr>
      <p:sp>
        <p:nvSpPr>
          <p:cNvPr id="80" name="Google Shape;80;geed6aedbf_0_0: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1" name="Google Shape;81;geed6aedbf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9"/>
        <p:cNvGrpSpPr/>
        <p:nvPr/>
      </p:nvGrpSpPr>
      <p:grpSpPr>
        <a:xfrm>
          <a:off x="0" y="0"/>
          <a:ext cx="0" cy="0"/>
          <a:chOff x="0" y="0"/>
          <a:chExt cx="0" cy="0"/>
        </a:xfrm>
      </p:grpSpPr>
      <p:sp>
        <p:nvSpPr>
          <p:cNvPr id="10" name="Google Shape;10;p2"/>
          <p:cNvSpPr/>
          <p:nvPr/>
        </p:nvSpPr>
        <p:spPr>
          <a:xfrm>
            <a:off x="2744013" y="1008933"/>
            <a:ext cx="1081625" cy="1499896"/>
          </a:xfrm>
          <a:custGeom>
            <a:avLst/>
            <a:gdLst/>
            <a:ahLst/>
            <a:cxnLst/>
            <a:rect l="l" t="t" r="r" b="b"/>
            <a:pathLst>
              <a:path w="43265" h="44998" extrusionOk="0">
                <a:moveTo>
                  <a:pt x="0" y="44998"/>
                </a:moveTo>
                <a:lnTo>
                  <a:pt x="0" y="0"/>
                </a:lnTo>
                <a:lnTo>
                  <a:pt x="43265" y="0"/>
                </a:lnTo>
              </a:path>
            </a:pathLst>
          </a:custGeom>
          <a:noFill/>
          <a:ln w="28575" cap="flat" cmpd="sng">
            <a:solidFill>
              <a:schemeClr val="lt2"/>
            </a:solidFill>
            <a:prstDash val="solid"/>
            <a:miter lim="8000"/>
            <a:headEnd type="none" w="sm" len="sm"/>
            <a:tailEnd type="none" w="sm" len="sm"/>
          </a:ln>
        </p:spPr>
        <p:txBody>
          <a:bodyPr/>
          <a:lstStyle/>
          <a:p>
            <a:endParaRPr lang="it-IT"/>
          </a:p>
        </p:txBody>
      </p:sp>
      <p:sp>
        <p:nvSpPr>
          <p:cNvPr id="11" name="Google Shape;11;p2"/>
          <p:cNvSpPr/>
          <p:nvPr/>
        </p:nvSpPr>
        <p:spPr>
          <a:xfrm rot="10800000">
            <a:off x="5318350" y="4355671"/>
            <a:ext cx="1081625" cy="1499896"/>
          </a:xfrm>
          <a:custGeom>
            <a:avLst/>
            <a:gdLst/>
            <a:ahLst/>
            <a:cxnLst/>
            <a:rect l="l" t="t" r="r" b="b"/>
            <a:pathLst>
              <a:path w="43265" h="44998" extrusionOk="0">
                <a:moveTo>
                  <a:pt x="0" y="44998"/>
                </a:moveTo>
                <a:lnTo>
                  <a:pt x="0" y="0"/>
                </a:lnTo>
                <a:lnTo>
                  <a:pt x="43265" y="0"/>
                </a:lnTo>
              </a:path>
            </a:pathLst>
          </a:custGeom>
          <a:noFill/>
          <a:ln w="28575" cap="flat" cmpd="sng">
            <a:solidFill>
              <a:schemeClr val="lt2"/>
            </a:solidFill>
            <a:prstDash val="solid"/>
            <a:miter lim="8000"/>
            <a:headEnd type="none" w="sm" len="sm"/>
            <a:tailEnd type="none" w="sm" len="sm"/>
          </a:ln>
        </p:spPr>
        <p:txBody>
          <a:bodyPr/>
          <a:lstStyle/>
          <a:p>
            <a:endParaRPr lang="it-IT"/>
          </a:p>
        </p:txBody>
      </p:sp>
      <p:sp>
        <p:nvSpPr>
          <p:cNvPr id="12" name="Google Shape;12;p2"/>
          <p:cNvSpPr txBox="1">
            <a:spLocks noGrp="1"/>
          </p:cNvSpPr>
          <p:nvPr>
            <p:ph type="ctrTitle"/>
          </p:nvPr>
        </p:nvSpPr>
        <p:spPr>
          <a:xfrm>
            <a:off x="3044700" y="1925674"/>
            <a:ext cx="3054600" cy="2049600"/>
          </a:xfrm>
          <a:prstGeom prst="rect">
            <a:avLst/>
          </a:prstGeom>
        </p:spPr>
        <p:txBody>
          <a:bodyPr spcFirstLastPara="1" wrap="square" lIns="91425" tIns="91425" rIns="91425" bIns="91425" anchor="b" anchorCtr="0">
            <a:noAutofit/>
          </a:bodyPr>
          <a:lstStyle>
            <a:lvl1pPr lvl="0" algn="ctr">
              <a:spcBef>
                <a:spcPts val="0"/>
              </a:spcBef>
              <a:spcAft>
                <a:spcPts val="0"/>
              </a:spcAft>
              <a:buSzPts val="4200"/>
              <a:buNone/>
              <a:defRPr/>
            </a:lvl1pPr>
            <a:lvl2pPr lvl="1" algn="ctr">
              <a:spcBef>
                <a:spcPts val="0"/>
              </a:spcBef>
              <a:spcAft>
                <a:spcPts val="0"/>
              </a:spcAft>
              <a:buSzPts val="4200"/>
              <a:buNone/>
              <a:defRPr/>
            </a:lvl2pPr>
            <a:lvl3pPr lvl="2" algn="ctr">
              <a:spcBef>
                <a:spcPts val="0"/>
              </a:spcBef>
              <a:spcAft>
                <a:spcPts val="0"/>
              </a:spcAft>
              <a:buSzPts val="4200"/>
              <a:buNone/>
              <a:defRPr/>
            </a:lvl3pPr>
            <a:lvl4pPr lvl="3" algn="ctr">
              <a:spcBef>
                <a:spcPts val="0"/>
              </a:spcBef>
              <a:spcAft>
                <a:spcPts val="0"/>
              </a:spcAft>
              <a:buSzPts val="4200"/>
              <a:buNone/>
              <a:defRPr/>
            </a:lvl4pPr>
            <a:lvl5pPr lvl="4" algn="ctr">
              <a:spcBef>
                <a:spcPts val="0"/>
              </a:spcBef>
              <a:spcAft>
                <a:spcPts val="0"/>
              </a:spcAft>
              <a:buSzPts val="4200"/>
              <a:buNone/>
              <a:defRPr/>
            </a:lvl5pPr>
            <a:lvl6pPr lvl="5" algn="ctr">
              <a:spcBef>
                <a:spcPts val="0"/>
              </a:spcBef>
              <a:spcAft>
                <a:spcPts val="0"/>
              </a:spcAft>
              <a:buSzPts val="4200"/>
              <a:buNone/>
              <a:defRPr/>
            </a:lvl6pPr>
            <a:lvl7pPr lvl="6" algn="ctr">
              <a:spcBef>
                <a:spcPts val="0"/>
              </a:spcBef>
              <a:spcAft>
                <a:spcPts val="0"/>
              </a:spcAft>
              <a:buSzPts val="4200"/>
              <a:buNone/>
              <a:defRPr/>
            </a:lvl7pPr>
            <a:lvl8pPr lvl="7" algn="ctr">
              <a:spcBef>
                <a:spcPts val="0"/>
              </a:spcBef>
              <a:spcAft>
                <a:spcPts val="0"/>
              </a:spcAft>
              <a:buSzPts val="4200"/>
              <a:buNone/>
              <a:defRPr/>
            </a:lvl8pPr>
            <a:lvl9pPr lvl="8" algn="ctr">
              <a:spcBef>
                <a:spcPts val="0"/>
              </a:spcBef>
              <a:spcAft>
                <a:spcPts val="0"/>
              </a:spcAft>
              <a:buSzPts val="4200"/>
              <a:buNone/>
              <a:defRPr/>
            </a:lvl9pPr>
          </a:lstStyle>
          <a:p>
            <a:endParaRPr/>
          </a:p>
        </p:txBody>
      </p:sp>
      <p:sp>
        <p:nvSpPr>
          <p:cNvPr id="13" name="Google Shape;13;p2"/>
          <p:cNvSpPr txBox="1">
            <a:spLocks noGrp="1"/>
          </p:cNvSpPr>
          <p:nvPr>
            <p:ph type="subTitle" idx="1"/>
          </p:nvPr>
        </p:nvSpPr>
        <p:spPr>
          <a:xfrm>
            <a:off x="3044700" y="4155440"/>
            <a:ext cx="3054600" cy="935100"/>
          </a:xfrm>
          <a:prstGeom prst="rect">
            <a:avLst/>
          </a:prstGeom>
        </p:spPr>
        <p:txBody>
          <a:bodyPr spcFirstLastPara="1" wrap="square" lIns="91425" tIns="91425" rIns="91425" bIns="91425" anchor="t" anchorCtr="0">
            <a:noAutofit/>
          </a:bodyPr>
          <a:lstStyle>
            <a:lvl1pPr lvl="0" algn="ctr">
              <a:lnSpc>
                <a:spcPct val="100000"/>
              </a:lnSpc>
              <a:spcBef>
                <a:spcPts val="0"/>
              </a:spcBef>
              <a:spcAft>
                <a:spcPts val="0"/>
              </a:spcAft>
              <a:buSzPts val="2100"/>
              <a:buFont typeface="Economica"/>
              <a:buNone/>
              <a:defRPr sz="2100">
                <a:latin typeface="Economica"/>
                <a:ea typeface="Economica"/>
                <a:cs typeface="Economica"/>
                <a:sym typeface="Economica"/>
              </a:defRPr>
            </a:lvl1pPr>
            <a:lvl2pPr lvl="1" algn="ctr">
              <a:lnSpc>
                <a:spcPct val="100000"/>
              </a:lnSpc>
              <a:spcBef>
                <a:spcPts val="0"/>
              </a:spcBef>
              <a:spcAft>
                <a:spcPts val="0"/>
              </a:spcAft>
              <a:buSzPts val="2100"/>
              <a:buFont typeface="Economica"/>
              <a:buNone/>
              <a:defRPr sz="2100">
                <a:latin typeface="Economica"/>
                <a:ea typeface="Economica"/>
                <a:cs typeface="Economica"/>
                <a:sym typeface="Economica"/>
              </a:defRPr>
            </a:lvl2pPr>
            <a:lvl3pPr lvl="2" algn="ctr">
              <a:lnSpc>
                <a:spcPct val="100000"/>
              </a:lnSpc>
              <a:spcBef>
                <a:spcPts val="0"/>
              </a:spcBef>
              <a:spcAft>
                <a:spcPts val="0"/>
              </a:spcAft>
              <a:buSzPts val="2100"/>
              <a:buFont typeface="Economica"/>
              <a:buNone/>
              <a:defRPr sz="2100">
                <a:latin typeface="Economica"/>
                <a:ea typeface="Economica"/>
                <a:cs typeface="Economica"/>
                <a:sym typeface="Economica"/>
              </a:defRPr>
            </a:lvl3pPr>
            <a:lvl4pPr lvl="3" algn="ctr">
              <a:lnSpc>
                <a:spcPct val="100000"/>
              </a:lnSpc>
              <a:spcBef>
                <a:spcPts val="0"/>
              </a:spcBef>
              <a:spcAft>
                <a:spcPts val="0"/>
              </a:spcAft>
              <a:buSzPts val="2100"/>
              <a:buFont typeface="Economica"/>
              <a:buNone/>
              <a:defRPr sz="2100">
                <a:latin typeface="Economica"/>
                <a:ea typeface="Economica"/>
                <a:cs typeface="Economica"/>
                <a:sym typeface="Economica"/>
              </a:defRPr>
            </a:lvl4pPr>
            <a:lvl5pPr lvl="4" algn="ctr">
              <a:lnSpc>
                <a:spcPct val="100000"/>
              </a:lnSpc>
              <a:spcBef>
                <a:spcPts val="0"/>
              </a:spcBef>
              <a:spcAft>
                <a:spcPts val="0"/>
              </a:spcAft>
              <a:buSzPts val="2100"/>
              <a:buFont typeface="Economica"/>
              <a:buNone/>
              <a:defRPr sz="2100">
                <a:latin typeface="Economica"/>
                <a:ea typeface="Economica"/>
                <a:cs typeface="Economica"/>
                <a:sym typeface="Economica"/>
              </a:defRPr>
            </a:lvl5pPr>
            <a:lvl6pPr lvl="5" algn="ctr">
              <a:lnSpc>
                <a:spcPct val="100000"/>
              </a:lnSpc>
              <a:spcBef>
                <a:spcPts val="0"/>
              </a:spcBef>
              <a:spcAft>
                <a:spcPts val="0"/>
              </a:spcAft>
              <a:buSzPts val="2100"/>
              <a:buFont typeface="Economica"/>
              <a:buNone/>
              <a:defRPr sz="2100">
                <a:latin typeface="Economica"/>
                <a:ea typeface="Economica"/>
                <a:cs typeface="Economica"/>
                <a:sym typeface="Economica"/>
              </a:defRPr>
            </a:lvl6pPr>
            <a:lvl7pPr lvl="6" algn="ctr">
              <a:lnSpc>
                <a:spcPct val="100000"/>
              </a:lnSpc>
              <a:spcBef>
                <a:spcPts val="0"/>
              </a:spcBef>
              <a:spcAft>
                <a:spcPts val="0"/>
              </a:spcAft>
              <a:buSzPts val="2100"/>
              <a:buFont typeface="Economica"/>
              <a:buNone/>
              <a:defRPr sz="2100">
                <a:latin typeface="Economica"/>
                <a:ea typeface="Economica"/>
                <a:cs typeface="Economica"/>
                <a:sym typeface="Economica"/>
              </a:defRPr>
            </a:lvl7pPr>
            <a:lvl8pPr lvl="7" algn="ctr">
              <a:lnSpc>
                <a:spcPct val="100000"/>
              </a:lnSpc>
              <a:spcBef>
                <a:spcPts val="0"/>
              </a:spcBef>
              <a:spcAft>
                <a:spcPts val="0"/>
              </a:spcAft>
              <a:buSzPts val="2100"/>
              <a:buFont typeface="Economica"/>
              <a:buNone/>
              <a:defRPr sz="2100">
                <a:latin typeface="Economica"/>
                <a:ea typeface="Economica"/>
                <a:cs typeface="Economica"/>
                <a:sym typeface="Economica"/>
              </a:defRPr>
            </a:lvl8pPr>
            <a:lvl9pPr lvl="8" algn="ctr">
              <a:lnSpc>
                <a:spcPct val="100000"/>
              </a:lnSpc>
              <a:spcBef>
                <a:spcPts val="0"/>
              </a:spcBef>
              <a:spcAft>
                <a:spcPts val="0"/>
              </a:spcAft>
              <a:buSzPts val="2100"/>
              <a:buFont typeface="Economica"/>
              <a:buNone/>
              <a:defRPr sz="2100">
                <a:latin typeface="Economica"/>
                <a:ea typeface="Economica"/>
                <a:cs typeface="Economica"/>
                <a:sym typeface="Economica"/>
              </a:defRPr>
            </a:lvl9pPr>
          </a:lstStyle>
          <a:p>
            <a:endParaRPr/>
          </a:p>
        </p:txBody>
      </p:sp>
      <p:sp>
        <p:nvSpPr>
          <p:cNvPr id="14" name="Google Shape;14;p2"/>
          <p:cNvSpPr txBox="1">
            <a:spLocks noGrp="1"/>
          </p:cNvSpPr>
          <p:nvPr>
            <p:ph type="sldNum" idx="12"/>
          </p:nvPr>
        </p:nvSpPr>
        <p:spPr>
          <a:xfrm>
            <a:off x="8472458" y="6217622"/>
            <a:ext cx="548700" cy="5247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‹N›</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RicTheme" userDrawn="1">
  <p:cSld name="TITLE_AND_BODY">
    <p:spTree>
      <p:nvGrpSpPr>
        <p:cNvPr id="1" name="Shape 20"/>
        <p:cNvGrpSpPr/>
        <p:nvPr/>
      </p:nvGrpSpPr>
      <p:grpSpPr>
        <a:xfrm>
          <a:off x="0" y="0"/>
          <a:ext cx="0" cy="0"/>
          <a:chOff x="0" y="0"/>
          <a:chExt cx="0" cy="0"/>
        </a:xfrm>
      </p:grpSpPr>
      <p:sp>
        <p:nvSpPr>
          <p:cNvPr id="21" name="Google Shape;21;p4"/>
          <p:cNvSpPr/>
          <p:nvPr/>
        </p:nvSpPr>
        <p:spPr>
          <a:xfrm>
            <a:off x="0" y="6727600"/>
            <a:ext cx="9144000" cy="1305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 name="Google Shape;23;p4"/>
          <p:cNvSpPr txBox="1">
            <a:spLocks noGrp="1"/>
          </p:cNvSpPr>
          <p:nvPr>
            <p:ph type="body" idx="1"/>
          </p:nvPr>
        </p:nvSpPr>
        <p:spPr>
          <a:xfrm>
            <a:off x="202700" y="1104350"/>
            <a:ext cx="8818500" cy="5113200"/>
          </a:xfrm>
          <a:prstGeom prst="rect">
            <a:avLst/>
          </a:prstGeom>
        </p:spPr>
        <p:txBody>
          <a:bodyPr spcFirstLastPara="1" wrap="square" lIns="91425" tIns="91425" rIns="91425" bIns="91425" anchor="t" anchorCtr="0">
            <a:noAutofit/>
          </a:bodyPr>
          <a:lstStyle>
            <a:lvl1pPr marL="457200" lvl="0" indent="-336550">
              <a:spcBef>
                <a:spcPts val="0"/>
              </a:spcBef>
              <a:spcAft>
                <a:spcPts val="0"/>
              </a:spcAft>
              <a:buSzPts val="1700"/>
              <a:buChar char="●"/>
              <a:defRPr sz="1700"/>
            </a:lvl1pPr>
            <a:lvl2pPr marL="914400" lvl="1" indent="-323850">
              <a:lnSpc>
                <a:spcPct val="100000"/>
              </a:lnSpc>
              <a:spcBef>
                <a:spcPts val="600"/>
              </a:spcBef>
              <a:spcAft>
                <a:spcPts val="600"/>
              </a:spcAft>
              <a:buSzPts val="1500"/>
              <a:buChar char="○"/>
              <a:defRPr sz="1500"/>
            </a:lvl2pPr>
            <a:lvl3pPr marL="1371600" lvl="2" indent="-317500">
              <a:lnSpc>
                <a:spcPct val="100000"/>
              </a:lnSpc>
              <a:spcBef>
                <a:spcPts val="600"/>
              </a:spcBef>
              <a:spcAft>
                <a:spcPts val="600"/>
              </a:spcAft>
              <a:buSzPts val="1400"/>
              <a:buChar char="■"/>
              <a:defRPr/>
            </a:lvl3pPr>
            <a:lvl4pPr marL="1828800" lvl="3" indent="-304800">
              <a:spcBef>
                <a:spcPts val="1600"/>
              </a:spcBef>
              <a:spcAft>
                <a:spcPts val="0"/>
              </a:spcAft>
              <a:buSzPts val="1200"/>
              <a:buChar char="●"/>
              <a:defRPr sz="1200"/>
            </a:lvl4pPr>
            <a:lvl5pPr marL="2286000" lvl="4" indent="-292100">
              <a:spcBef>
                <a:spcPts val="1600"/>
              </a:spcBef>
              <a:spcAft>
                <a:spcPts val="0"/>
              </a:spcAft>
              <a:buSzPts val="1000"/>
              <a:buChar char="○"/>
              <a:defRPr sz="1000"/>
            </a:lvl5pPr>
            <a:lvl6pPr marL="2743200" lvl="5" indent="-292100">
              <a:spcBef>
                <a:spcPts val="1600"/>
              </a:spcBef>
              <a:spcAft>
                <a:spcPts val="0"/>
              </a:spcAft>
              <a:buSzPts val="1000"/>
              <a:buChar char="■"/>
              <a:defRPr sz="1000"/>
            </a:lvl6pPr>
            <a:lvl7pPr marL="3200400" lvl="6" indent="-292100">
              <a:spcBef>
                <a:spcPts val="1600"/>
              </a:spcBef>
              <a:spcAft>
                <a:spcPts val="0"/>
              </a:spcAft>
              <a:buSzPts val="1000"/>
              <a:buChar char="●"/>
              <a:defRPr sz="1000"/>
            </a:lvl7pPr>
            <a:lvl8pPr marL="3657600" lvl="7" indent="-292100">
              <a:spcBef>
                <a:spcPts val="1600"/>
              </a:spcBef>
              <a:spcAft>
                <a:spcPts val="0"/>
              </a:spcAft>
              <a:buSzPts val="1000"/>
              <a:buChar char="○"/>
              <a:defRPr sz="1000"/>
            </a:lvl8pPr>
            <a:lvl9pPr marL="4114800" lvl="8" indent="-292100">
              <a:spcBef>
                <a:spcPts val="1600"/>
              </a:spcBef>
              <a:spcAft>
                <a:spcPts val="1600"/>
              </a:spcAft>
              <a:buSzPts val="1000"/>
              <a:buChar char="■"/>
              <a:defRPr sz="1000"/>
            </a:lvl9pPr>
          </a:lstStyle>
          <a:p>
            <a:endParaRPr lang="it-IT" dirty="0"/>
          </a:p>
          <a:p>
            <a:pPr lvl="2"/>
            <a:endParaRPr dirty="0"/>
          </a:p>
        </p:txBody>
      </p:sp>
      <p:sp>
        <p:nvSpPr>
          <p:cNvPr id="24" name="Google Shape;24;p4"/>
          <p:cNvSpPr txBox="1">
            <a:spLocks noGrp="1"/>
          </p:cNvSpPr>
          <p:nvPr>
            <p:ph type="sldNum" idx="12"/>
          </p:nvPr>
        </p:nvSpPr>
        <p:spPr>
          <a:xfrm>
            <a:off x="8472458" y="6217622"/>
            <a:ext cx="548700" cy="5247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‹N›</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25"/>
        <p:cNvGrpSpPr/>
        <p:nvPr/>
      </p:nvGrpSpPr>
      <p:grpSpPr>
        <a:xfrm>
          <a:off x="0" y="0"/>
          <a:ext cx="0" cy="0"/>
          <a:chOff x="0" y="0"/>
          <a:chExt cx="0" cy="0"/>
        </a:xfrm>
      </p:grpSpPr>
      <p:sp>
        <p:nvSpPr>
          <p:cNvPr id="26" name="Google Shape;26;p5"/>
          <p:cNvSpPr txBox="1">
            <a:spLocks noGrp="1"/>
          </p:cNvSpPr>
          <p:nvPr>
            <p:ph type="title"/>
          </p:nvPr>
        </p:nvSpPr>
        <p:spPr>
          <a:xfrm>
            <a:off x="311700" y="421233"/>
            <a:ext cx="8520600" cy="622500"/>
          </a:xfrm>
          <a:prstGeom prst="rect">
            <a:avLst/>
          </a:prstGeom>
        </p:spPr>
        <p:txBody>
          <a:bodyPr spcFirstLastPara="1" wrap="square" lIns="91425" tIns="91425" rIns="91425" bIns="91425" anchor="b" anchorCtr="0">
            <a:noAutofit/>
          </a:bodyPr>
          <a:lstStyle>
            <a:lvl1pPr lvl="0">
              <a:spcBef>
                <a:spcPts val="0"/>
              </a:spcBef>
              <a:spcAft>
                <a:spcPts val="0"/>
              </a:spcAft>
              <a:buSzPts val="4200"/>
              <a:buNone/>
              <a:defRPr/>
            </a:lvl1pPr>
            <a:lvl2pPr lvl="1">
              <a:spcBef>
                <a:spcPts val="0"/>
              </a:spcBef>
              <a:spcAft>
                <a:spcPts val="0"/>
              </a:spcAft>
              <a:buSzPts val="4200"/>
              <a:buNone/>
              <a:defRPr/>
            </a:lvl2pPr>
            <a:lvl3pPr lvl="2">
              <a:spcBef>
                <a:spcPts val="0"/>
              </a:spcBef>
              <a:spcAft>
                <a:spcPts val="0"/>
              </a:spcAft>
              <a:buSzPts val="4200"/>
              <a:buNone/>
              <a:defRPr/>
            </a:lvl3pPr>
            <a:lvl4pPr lvl="3">
              <a:spcBef>
                <a:spcPts val="0"/>
              </a:spcBef>
              <a:spcAft>
                <a:spcPts val="0"/>
              </a:spcAft>
              <a:buSzPts val="4200"/>
              <a:buNone/>
              <a:defRPr/>
            </a:lvl4pPr>
            <a:lvl5pPr lvl="4">
              <a:spcBef>
                <a:spcPts val="0"/>
              </a:spcBef>
              <a:spcAft>
                <a:spcPts val="0"/>
              </a:spcAft>
              <a:buSzPts val="4200"/>
              <a:buNone/>
              <a:defRPr/>
            </a:lvl5pPr>
            <a:lvl6pPr lvl="5">
              <a:spcBef>
                <a:spcPts val="0"/>
              </a:spcBef>
              <a:spcAft>
                <a:spcPts val="0"/>
              </a:spcAft>
              <a:buSzPts val="4200"/>
              <a:buNone/>
              <a:defRPr/>
            </a:lvl6pPr>
            <a:lvl7pPr lvl="6">
              <a:spcBef>
                <a:spcPts val="0"/>
              </a:spcBef>
              <a:spcAft>
                <a:spcPts val="0"/>
              </a:spcAft>
              <a:buSzPts val="4200"/>
              <a:buNone/>
              <a:defRPr/>
            </a:lvl7pPr>
            <a:lvl8pPr lvl="7">
              <a:spcBef>
                <a:spcPts val="0"/>
              </a:spcBef>
              <a:spcAft>
                <a:spcPts val="0"/>
              </a:spcAft>
              <a:buSzPts val="4200"/>
              <a:buNone/>
              <a:defRPr/>
            </a:lvl8pPr>
            <a:lvl9pPr lvl="8">
              <a:spcBef>
                <a:spcPts val="0"/>
              </a:spcBef>
              <a:spcAft>
                <a:spcPts val="0"/>
              </a:spcAft>
              <a:buSzPts val="4200"/>
              <a:buNone/>
              <a:defRPr/>
            </a:lvl9pPr>
          </a:lstStyle>
          <a:p>
            <a:endParaRPr/>
          </a:p>
        </p:txBody>
      </p:sp>
      <p:sp>
        <p:nvSpPr>
          <p:cNvPr id="27" name="Google Shape;27;p5"/>
          <p:cNvSpPr txBox="1">
            <a:spLocks noGrp="1"/>
          </p:cNvSpPr>
          <p:nvPr>
            <p:ph type="body" idx="1"/>
          </p:nvPr>
        </p:nvSpPr>
        <p:spPr>
          <a:xfrm>
            <a:off x="311700" y="1633633"/>
            <a:ext cx="3999900" cy="4472100"/>
          </a:xfrm>
          <a:prstGeom prst="rect">
            <a:avLst/>
          </a:prstGeom>
        </p:spPr>
        <p:txBody>
          <a:bodyPr spcFirstLastPara="1" wrap="square" lIns="91425" tIns="91425" rIns="91425" bIns="91425" anchor="t" anchorCtr="0">
            <a:noAutofit/>
          </a:bodyPr>
          <a:lstStyle>
            <a:lvl1pPr marL="457200" lvl="0" indent="-317500">
              <a:spcBef>
                <a:spcPts val="0"/>
              </a:spcBef>
              <a:spcAft>
                <a:spcPts val="0"/>
              </a:spcAft>
              <a:buSzPts val="1400"/>
              <a:buChar char="●"/>
              <a:defRPr sz="1400"/>
            </a:lvl1pPr>
            <a:lvl2pPr marL="914400" lvl="1" indent="-304800">
              <a:spcBef>
                <a:spcPts val="1600"/>
              </a:spcBef>
              <a:spcAft>
                <a:spcPts val="0"/>
              </a:spcAft>
              <a:buSzPts val="1200"/>
              <a:buChar char="○"/>
              <a:defRPr sz="1200"/>
            </a:lvl2pPr>
            <a:lvl3pPr marL="1371600" lvl="2" indent="-304800">
              <a:spcBef>
                <a:spcPts val="1600"/>
              </a:spcBef>
              <a:spcAft>
                <a:spcPts val="0"/>
              </a:spcAft>
              <a:buSzPts val="1200"/>
              <a:buChar char="■"/>
              <a:defRPr sz="1200"/>
            </a:lvl3pPr>
            <a:lvl4pPr marL="1828800" lvl="3" indent="-304800">
              <a:spcBef>
                <a:spcPts val="1600"/>
              </a:spcBef>
              <a:spcAft>
                <a:spcPts val="0"/>
              </a:spcAft>
              <a:buSzPts val="1200"/>
              <a:buChar char="●"/>
              <a:defRPr sz="1200"/>
            </a:lvl4pPr>
            <a:lvl5pPr marL="2286000" lvl="4" indent="-304800">
              <a:spcBef>
                <a:spcPts val="1600"/>
              </a:spcBef>
              <a:spcAft>
                <a:spcPts val="0"/>
              </a:spcAft>
              <a:buSzPts val="1200"/>
              <a:buChar char="○"/>
              <a:defRPr sz="1200"/>
            </a:lvl5pPr>
            <a:lvl6pPr marL="2743200" lvl="5" indent="-304800">
              <a:spcBef>
                <a:spcPts val="1600"/>
              </a:spcBef>
              <a:spcAft>
                <a:spcPts val="0"/>
              </a:spcAft>
              <a:buSzPts val="1200"/>
              <a:buChar char="■"/>
              <a:defRPr sz="1200"/>
            </a:lvl6pPr>
            <a:lvl7pPr marL="3200400" lvl="6" indent="-304800">
              <a:spcBef>
                <a:spcPts val="1600"/>
              </a:spcBef>
              <a:spcAft>
                <a:spcPts val="0"/>
              </a:spcAft>
              <a:buSzPts val="1200"/>
              <a:buChar char="●"/>
              <a:defRPr sz="1200"/>
            </a:lvl7pPr>
            <a:lvl8pPr marL="3657600" lvl="7" indent="-304800">
              <a:spcBef>
                <a:spcPts val="1600"/>
              </a:spcBef>
              <a:spcAft>
                <a:spcPts val="0"/>
              </a:spcAft>
              <a:buSzPts val="1200"/>
              <a:buChar char="○"/>
              <a:defRPr sz="1200"/>
            </a:lvl8pPr>
            <a:lvl9pPr marL="4114800" lvl="8" indent="-304800">
              <a:spcBef>
                <a:spcPts val="1600"/>
              </a:spcBef>
              <a:spcAft>
                <a:spcPts val="1600"/>
              </a:spcAft>
              <a:buSzPts val="1200"/>
              <a:buChar char="■"/>
              <a:defRPr sz="1200"/>
            </a:lvl9pPr>
          </a:lstStyle>
          <a:p>
            <a:endParaRPr/>
          </a:p>
        </p:txBody>
      </p:sp>
      <p:sp>
        <p:nvSpPr>
          <p:cNvPr id="28" name="Google Shape;28;p5"/>
          <p:cNvSpPr txBox="1">
            <a:spLocks noGrp="1"/>
          </p:cNvSpPr>
          <p:nvPr>
            <p:ph type="body" idx="2"/>
          </p:nvPr>
        </p:nvSpPr>
        <p:spPr>
          <a:xfrm>
            <a:off x="4832400" y="1633633"/>
            <a:ext cx="3999900" cy="4472100"/>
          </a:xfrm>
          <a:prstGeom prst="rect">
            <a:avLst/>
          </a:prstGeom>
        </p:spPr>
        <p:txBody>
          <a:bodyPr spcFirstLastPara="1" wrap="square" lIns="91425" tIns="91425" rIns="91425" bIns="91425" anchor="t" anchorCtr="0">
            <a:noAutofit/>
          </a:bodyPr>
          <a:lstStyle>
            <a:lvl1pPr marL="457200" lvl="0" indent="-317500">
              <a:spcBef>
                <a:spcPts val="0"/>
              </a:spcBef>
              <a:spcAft>
                <a:spcPts val="0"/>
              </a:spcAft>
              <a:buSzPts val="1400"/>
              <a:buChar char="●"/>
              <a:defRPr sz="1400"/>
            </a:lvl1pPr>
            <a:lvl2pPr marL="914400" lvl="1" indent="-304800">
              <a:spcBef>
                <a:spcPts val="1600"/>
              </a:spcBef>
              <a:spcAft>
                <a:spcPts val="0"/>
              </a:spcAft>
              <a:buSzPts val="1200"/>
              <a:buChar char="○"/>
              <a:defRPr sz="1200"/>
            </a:lvl2pPr>
            <a:lvl3pPr marL="1371600" lvl="2" indent="-304800">
              <a:spcBef>
                <a:spcPts val="1600"/>
              </a:spcBef>
              <a:spcAft>
                <a:spcPts val="0"/>
              </a:spcAft>
              <a:buSzPts val="1200"/>
              <a:buChar char="■"/>
              <a:defRPr sz="1200"/>
            </a:lvl3pPr>
            <a:lvl4pPr marL="1828800" lvl="3" indent="-304800">
              <a:spcBef>
                <a:spcPts val="1600"/>
              </a:spcBef>
              <a:spcAft>
                <a:spcPts val="0"/>
              </a:spcAft>
              <a:buSzPts val="1200"/>
              <a:buChar char="●"/>
              <a:defRPr sz="1200"/>
            </a:lvl4pPr>
            <a:lvl5pPr marL="2286000" lvl="4" indent="-304800">
              <a:spcBef>
                <a:spcPts val="1600"/>
              </a:spcBef>
              <a:spcAft>
                <a:spcPts val="0"/>
              </a:spcAft>
              <a:buSzPts val="1200"/>
              <a:buChar char="○"/>
              <a:defRPr sz="1200"/>
            </a:lvl5pPr>
            <a:lvl6pPr marL="2743200" lvl="5" indent="-304800">
              <a:spcBef>
                <a:spcPts val="1600"/>
              </a:spcBef>
              <a:spcAft>
                <a:spcPts val="0"/>
              </a:spcAft>
              <a:buSzPts val="1200"/>
              <a:buChar char="■"/>
              <a:defRPr sz="1200"/>
            </a:lvl6pPr>
            <a:lvl7pPr marL="3200400" lvl="6" indent="-304800">
              <a:spcBef>
                <a:spcPts val="1600"/>
              </a:spcBef>
              <a:spcAft>
                <a:spcPts val="0"/>
              </a:spcAft>
              <a:buSzPts val="1200"/>
              <a:buChar char="●"/>
              <a:defRPr sz="1200"/>
            </a:lvl7pPr>
            <a:lvl8pPr marL="3657600" lvl="7" indent="-304800">
              <a:spcBef>
                <a:spcPts val="1600"/>
              </a:spcBef>
              <a:spcAft>
                <a:spcPts val="0"/>
              </a:spcAft>
              <a:buSzPts val="1200"/>
              <a:buChar char="○"/>
              <a:defRPr sz="1200"/>
            </a:lvl8pPr>
            <a:lvl9pPr marL="4114800" lvl="8" indent="-304800">
              <a:spcBef>
                <a:spcPts val="1600"/>
              </a:spcBef>
              <a:spcAft>
                <a:spcPts val="1600"/>
              </a:spcAft>
              <a:buSzPts val="1200"/>
              <a:buChar char="■"/>
              <a:defRPr sz="1200"/>
            </a:lvl9pPr>
          </a:lstStyle>
          <a:p>
            <a:endParaRPr/>
          </a:p>
        </p:txBody>
      </p:sp>
      <p:sp>
        <p:nvSpPr>
          <p:cNvPr id="29" name="Google Shape;29;p5"/>
          <p:cNvSpPr txBox="1">
            <a:spLocks noGrp="1"/>
          </p:cNvSpPr>
          <p:nvPr>
            <p:ph type="sldNum" idx="12"/>
          </p:nvPr>
        </p:nvSpPr>
        <p:spPr>
          <a:xfrm>
            <a:off x="8472458" y="6217622"/>
            <a:ext cx="548700" cy="5247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‹N›</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30"/>
        <p:cNvGrpSpPr/>
        <p:nvPr/>
      </p:nvGrpSpPr>
      <p:grpSpPr>
        <a:xfrm>
          <a:off x="0" y="0"/>
          <a:ext cx="0" cy="0"/>
          <a:chOff x="0" y="0"/>
          <a:chExt cx="0" cy="0"/>
        </a:xfrm>
      </p:grpSpPr>
      <p:sp>
        <p:nvSpPr>
          <p:cNvPr id="31" name="Google Shape;31;p6"/>
          <p:cNvSpPr txBox="1">
            <a:spLocks noGrp="1"/>
          </p:cNvSpPr>
          <p:nvPr>
            <p:ph type="title"/>
          </p:nvPr>
        </p:nvSpPr>
        <p:spPr>
          <a:xfrm>
            <a:off x="311700" y="421233"/>
            <a:ext cx="8520600" cy="622500"/>
          </a:xfrm>
          <a:prstGeom prst="rect">
            <a:avLst/>
          </a:prstGeom>
        </p:spPr>
        <p:txBody>
          <a:bodyPr spcFirstLastPara="1" wrap="square" lIns="91425" tIns="91425" rIns="91425" bIns="91425" anchor="b" anchorCtr="0">
            <a:noAutofit/>
          </a:bodyPr>
          <a:lstStyle>
            <a:lvl1pPr lvl="0">
              <a:spcBef>
                <a:spcPts val="0"/>
              </a:spcBef>
              <a:spcAft>
                <a:spcPts val="0"/>
              </a:spcAft>
              <a:buSzPts val="4200"/>
              <a:buNone/>
              <a:defRPr/>
            </a:lvl1pPr>
            <a:lvl2pPr lvl="1">
              <a:spcBef>
                <a:spcPts val="0"/>
              </a:spcBef>
              <a:spcAft>
                <a:spcPts val="0"/>
              </a:spcAft>
              <a:buSzPts val="4200"/>
              <a:buNone/>
              <a:defRPr/>
            </a:lvl2pPr>
            <a:lvl3pPr lvl="2">
              <a:spcBef>
                <a:spcPts val="0"/>
              </a:spcBef>
              <a:spcAft>
                <a:spcPts val="0"/>
              </a:spcAft>
              <a:buSzPts val="4200"/>
              <a:buNone/>
              <a:defRPr/>
            </a:lvl3pPr>
            <a:lvl4pPr lvl="3">
              <a:spcBef>
                <a:spcPts val="0"/>
              </a:spcBef>
              <a:spcAft>
                <a:spcPts val="0"/>
              </a:spcAft>
              <a:buSzPts val="4200"/>
              <a:buNone/>
              <a:defRPr/>
            </a:lvl4pPr>
            <a:lvl5pPr lvl="4">
              <a:spcBef>
                <a:spcPts val="0"/>
              </a:spcBef>
              <a:spcAft>
                <a:spcPts val="0"/>
              </a:spcAft>
              <a:buSzPts val="4200"/>
              <a:buNone/>
              <a:defRPr/>
            </a:lvl5pPr>
            <a:lvl6pPr lvl="5">
              <a:spcBef>
                <a:spcPts val="0"/>
              </a:spcBef>
              <a:spcAft>
                <a:spcPts val="0"/>
              </a:spcAft>
              <a:buSzPts val="4200"/>
              <a:buNone/>
              <a:defRPr/>
            </a:lvl6pPr>
            <a:lvl7pPr lvl="6">
              <a:spcBef>
                <a:spcPts val="0"/>
              </a:spcBef>
              <a:spcAft>
                <a:spcPts val="0"/>
              </a:spcAft>
              <a:buSzPts val="4200"/>
              <a:buNone/>
              <a:defRPr/>
            </a:lvl7pPr>
            <a:lvl8pPr lvl="7">
              <a:spcBef>
                <a:spcPts val="0"/>
              </a:spcBef>
              <a:spcAft>
                <a:spcPts val="0"/>
              </a:spcAft>
              <a:buSzPts val="4200"/>
              <a:buNone/>
              <a:defRPr/>
            </a:lvl8pPr>
            <a:lvl9pPr lvl="8">
              <a:spcBef>
                <a:spcPts val="0"/>
              </a:spcBef>
              <a:spcAft>
                <a:spcPts val="0"/>
              </a:spcAft>
              <a:buSzPts val="4200"/>
              <a:buNone/>
              <a:defRPr/>
            </a:lvl9pPr>
          </a:lstStyle>
          <a:p>
            <a:endParaRPr/>
          </a:p>
        </p:txBody>
      </p:sp>
      <p:sp>
        <p:nvSpPr>
          <p:cNvPr id="32" name="Google Shape;32;p6"/>
          <p:cNvSpPr txBox="1">
            <a:spLocks noGrp="1"/>
          </p:cNvSpPr>
          <p:nvPr>
            <p:ph type="sldNum" idx="12"/>
          </p:nvPr>
        </p:nvSpPr>
        <p:spPr>
          <a:xfrm>
            <a:off x="8472458" y="6217622"/>
            <a:ext cx="548700" cy="5247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‹N›</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33"/>
        <p:cNvGrpSpPr/>
        <p:nvPr/>
      </p:nvGrpSpPr>
      <p:grpSpPr>
        <a:xfrm>
          <a:off x="0" y="0"/>
          <a:ext cx="0" cy="0"/>
          <a:chOff x="0" y="0"/>
          <a:chExt cx="0" cy="0"/>
        </a:xfrm>
      </p:grpSpPr>
      <p:sp>
        <p:nvSpPr>
          <p:cNvPr id="34" name="Google Shape;34;p7"/>
          <p:cNvSpPr txBox="1">
            <a:spLocks noGrp="1"/>
          </p:cNvSpPr>
          <p:nvPr>
            <p:ph type="title"/>
          </p:nvPr>
        </p:nvSpPr>
        <p:spPr>
          <a:xfrm>
            <a:off x="311700" y="740800"/>
            <a:ext cx="2808000" cy="1007700"/>
          </a:xfrm>
          <a:prstGeom prst="rect">
            <a:avLst/>
          </a:prstGeom>
        </p:spPr>
        <p:txBody>
          <a:bodyPr spcFirstLastPara="1" wrap="square" lIns="91425" tIns="91425" rIns="91425" bIns="91425" anchor="b" anchorCtr="0">
            <a:noAutofit/>
          </a:bodyPr>
          <a:lstStyle>
            <a:lvl1pPr lvl="0">
              <a:spcBef>
                <a:spcPts val="0"/>
              </a:spcBef>
              <a:spcAft>
                <a:spcPts val="0"/>
              </a:spcAft>
              <a:buSzPts val="3000"/>
              <a:buNone/>
              <a:defRPr sz="3000"/>
            </a:lvl1pPr>
            <a:lvl2pPr lvl="1">
              <a:spcBef>
                <a:spcPts val="0"/>
              </a:spcBef>
              <a:spcAft>
                <a:spcPts val="0"/>
              </a:spcAft>
              <a:buSzPts val="3000"/>
              <a:buNone/>
              <a:defRPr sz="3000"/>
            </a:lvl2pPr>
            <a:lvl3pPr lvl="2">
              <a:spcBef>
                <a:spcPts val="0"/>
              </a:spcBef>
              <a:spcAft>
                <a:spcPts val="0"/>
              </a:spcAft>
              <a:buSzPts val="3000"/>
              <a:buNone/>
              <a:defRPr sz="3000"/>
            </a:lvl3pPr>
            <a:lvl4pPr lvl="3">
              <a:spcBef>
                <a:spcPts val="0"/>
              </a:spcBef>
              <a:spcAft>
                <a:spcPts val="0"/>
              </a:spcAft>
              <a:buSzPts val="3000"/>
              <a:buNone/>
              <a:defRPr sz="3000"/>
            </a:lvl4pPr>
            <a:lvl5pPr lvl="4">
              <a:spcBef>
                <a:spcPts val="0"/>
              </a:spcBef>
              <a:spcAft>
                <a:spcPts val="0"/>
              </a:spcAft>
              <a:buSzPts val="3000"/>
              <a:buNone/>
              <a:defRPr sz="3000"/>
            </a:lvl5pPr>
            <a:lvl6pPr lvl="5">
              <a:spcBef>
                <a:spcPts val="0"/>
              </a:spcBef>
              <a:spcAft>
                <a:spcPts val="0"/>
              </a:spcAft>
              <a:buSzPts val="3000"/>
              <a:buNone/>
              <a:defRPr sz="3000"/>
            </a:lvl6pPr>
            <a:lvl7pPr lvl="6">
              <a:spcBef>
                <a:spcPts val="0"/>
              </a:spcBef>
              <a:spcAft>
                <a:spcPts val="0"/>
              </a:spcAft>
              <a:buSzPts val="3000"/>
              <a:buNone/>
              <a:defRPr sz="3000"/>
            </a:lvl7pPr>
            <a:lvl8pPr lvl="7">
              <a:spcBef>
                <a:spcPts val="0"/>
              </a:spcBef>
              <a:spcAft>
                <a:spcPts val="0"/>
              </a:spcAft>
              <a:buSzPts val="3000"/>
              <a:buNone/>
              <a:defRPr sz="3000"/>
            </a:lvl8pPr>
            <a:lvl9pPr lvl="8">
              <a:spcBef>
                <a:spcPts val="0"/>
              </a:spcBef>
              <a:spcAft>
                <a:spcPts val="0"/>
              </a:spcAft>
              <a:buSzPts val="3000"/>
              <a:buNone/>
              <a:defRPr sz="3000"/>
            </a:lvl9pPr>
          </a:lstStyle>
          <a:p>
            <a:endParaRPr/>
          </a:p>
        </p:txBody>
      </p:sp>
      <p:sp>
        <p:nvSpPr>
          <p:cNvPr id="35" name="Google Shape;35;p7"/>
          <p:cNvSpPr txBox="1">
            <a:spLocks noGrp="1"/>
          </p:cNvSpPr>
          <p:nvPr>
            <p:ph type="body" idx="1"/>
          </p:nvPr>
        </p:nvSpPr>
        <p:spPr>
          <a:xfrm>
            <a:off x="311700" y="1865867"/>
            <a:ext cx="2808000" cy="3713100"/>
          </a:xfrm>
          <a:prstGeom prst="rect">
            <a:avLst/>
          </a:prstGeom>
        </p:spPr>
        <p:txBody>
          <a:bodyPr spcFirstLastPara="1" wrap="square" lIns="91425" tIns="91425" rIns="91425" bIns="91425" anchor="t" anchorCtr="0">
            <a:noAutofit/>
          </a:bodyPr>
          <a:lstStyle>
            <a:lvl1pPr marL="457200" lvl="0" indent="-304800">
              <a:spcBef>
                <a:spcPts val="0"/>
              </a:spcBef>
              <a:spcAft>
                <a:spcPts val="0"/>
              </a:spcAft>
              <a:buSzPts val="1200"/>
              <a:buChar char="●"/>
              <a:defRPr sz="1200"/>
            </a:lvl1pPr>
            <a:lvl2pPr marL="914400" lvl="1" indent="-304800">
              <a:spcBef>
                <a:spcPts val="1600"/>
              </a:spcBef>
              <a:spcAft>
                <a:spcPts val="0"/>
              </a:spcAft>
              <a:buSzPts val="1200"/>
              <a:buChar char="○"/>
              <a:defRPr sz="1200"/>
            </a:lvl2pPr>
            <a:lvl3pPr marL="1371600" lvl="2" indent="-304800">
              <a:spcBef>
                <a:spcPts val="1600"/>
              </a:spcBef>
              <a:spcAft>
                <a:spcPts val="0"/>
              </a:spcAft>
              <a:buSzPts val="1200"/>
              <a:buChar char="■"/>
              <a:defRPr sz="1200"/>
            </a:lvl3pPr>
            <a:lvl4pPr marL="1828800" lvl="3" indent="-304800">
              <a:spcBef>
                <a:spcPts val="1600"/>
              </a:spcBef>
              <a:spcAft>
                <a:spcPts val="0"/>
              </a:spcAft>
              <a:buSzPts val="1200"/>
              <a:buChar char="●"/>
              <a:defRPr sz="1200"/>
            </a:lvl4pPr>
            <a:lvl5pPr marL="2286000" lvl="4" indent="-304800">
              <a:spcBef>
                <a:spcPts val="1600"/>
              </a:spcBef>
              <a:spcAft>
                <a:spcPts val="0"/>
              </a:spcAft>
              <a:buSzPts val="1200"/>
              <a:buChar char="○"/>
              <a:defRPr sz="1200"/>
            </a:lvl5pPr>
            <a:lvl6pPr marL="2743200" lvl="5" indent="-304800">
              <a:spcBef>
                <a:spcPts val="1600"/>
              </a:spcBef>
              <a:spcAft>
                <a:spcPts val="0"/>
              </a:spcAft>
              <a:buSzPts val="1200"/>
              <a:buChar char="■"/>
              <a:defRPr sz="1200"/>
            </a:lvl6pPr>
            <a:lvl7pPr marL="3200400" lvl="6" indent="-304800">
              <a:spcBef>
                <a:spcPts val="1600"/>
              </a:spcBef>
              <a:spcAft>
                <a:spcPts val="0"/>
              </a:spcAft>
              <a:buSzPts val="1200"/>
              <a:buChar char="●"/>
              <a:defRPr sz="1200"/>
            </a:lvl7pPr>
            <a:lvl8pPr marL="3657600" lvl="7" indent="-304800">
              <a:spcBef>
                <a:spcPts val="1600"/>
              </a:spcBef>
              <a:spcAft>
                <a:spcPts val="0"/>
              </a:spcAft>
              <a:buSzPts val="1200"/>
              <a:buChar char="○"/>
              <a:defRPr sz="1200"/>
            </a:lvl8pPr>
            <a:lvl9pPr marL="4114800" lvl="8" indent="-304800">
              <a:spcBef>
                <a:spcPts val="1600"/>
              </a:spcBef>
              <a:spcAft>
                <a:spcPts val="1600"/>
              </a:spcAft>
              <a:buSzPts val="1200"/>
              <a:buChar char="■"/>
              <a:defRPr sz="1200"/>
            </a:lvl9pPr>
          </a:lstStyle>
          <a:p>
            <a:endParaRPr/>
          </a:p>
        </p:txBody>
      </p:sp>
      <p:sp>
        <p:nvSpPr>
          <p:cNvPr id="36" name="Google Shape;36;p7"/>
          <p:cNvSpPr txBox="1">
            <a:spLocks noGrp="1"/>
          </p:cNvSpPr>
          <p:nvPr>
            <p:ph type="sldNum" idx="12"/>
          </p:nvPr>
        </p:nvSpPr>
        <p:spPr>
          <a:xfrm>
            <a:off x="8472458" y="6217622"/>
            <a:ext cx="548700" cy="5247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‹N›</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37"/>
        <p:cNvGrpSpPr/>
        <p:nvPr/>
      </p:nvGrpSpPr>
      <p:grpSpPr>
        <a:xfrm>
          <a:off x="0" y="0"/>
          <a:ext cx="0" cy="0"/>
          <a:chOff x="0" y="0"/>
          <a:chExt cx="0" cy="0"/>
        </a:xfrm>
      </p:grpSpPr>
      <p:sp>
        <p:nvSpPr>
          <p:cNvPr id="38" name="Google Shape;38;p8"/>
          <p:cNvSpPr/>
          <p:nvPr/>
        </p:nvSpPr>
        <p:spPr>
          <a:xfrm>
            <a:off x="0" y="6727600"/>
            <a:ext cx="9144000" cy="1305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 name="Google Shape;39;p8"/>
          <p:cNvSpPr txBox="1">
            <a:spLocks noGrp="1"/>
          </p:cNvSpPr>
          <p:nvPr>
            <p:ph type="title"/>
          </p:nvPr>
        </p:nvSpPr>
        <p:spPr>
          <a:xfrm>
            <a:off x="490250" y="600200"/>
            <a:ext cx="5878800" cy="5454300"/>
          </a:xfrm>
          <a:prstGeom prst="rect">
            <a:avLst/>
          </a:prstGeom>
        </p:spPr>
        <p:txBody>
          <a:bodyPr spcFirstLastPara="1" wrap="square" lIns="91425" tIns="91425" rIns="91425" bIns="91425" anchor="ctr" anchorCtr="0">
            <a:no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a:endParaRPr/>
          </a:p>
        </p:txBody>
      </p:sp>
      <p:sp>
        <p:nvSpPr>
          <p:cNvPr id="40" name="Google Shape;40;p8"/>
          <p:cNvSpPr txBox="1">
            <a:spLocks noGrp="1"/>
          </p:cNvSpPr>
          <p:nvPr>
            <p:ph type="sldNum" idx="12"/>
          </p:nvPr>
        </p:nvSpPr>
        <p:spPr>
          <a:xfrm>
            <a:off x="8472458" y="6217622"/>
            <a:ext cx="548700" cy="5247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‹N›</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41"/>
        <p:cNvGrpSpPr/>
        <p:nvPr/>
      </p:nvGrpSpPr>
      <p:grpSpPr>
        <a:xfrm>
          <a:off x="0" y="0"/>
          <a:ext cx="0" cy="0"/>
          <a:chOff x="0" y="0"/>
          <a:chExt cx="0" cy="0"/>
        </a:xfrm>
      </p:grpSpPr>
      <p:sp>
        <p:nvSpPr>
          <p:cNvPr id="42" name="Google Shape;42;p9"/>
          <p:cNvSpPr/>
          <p:nvPr/>
        </p:nvSpPr>
        <p:spPr>
          <a:xfrm>
            <a:off x="4572000" y="-33"/>
            <a:ext cx="4572000" cy="68580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43" name="Google Shape;43;p9"/>
          <p:cNvCxnSpPr/>
          <p:nvPr/>
        </p:nvCxnSpPr>
        <p:spPr>
          <a:xfrm>
            <a:off x="5029675" y="5994000"/>
            <a:ext cx="468300" cy="0"/>
          </a:xfrm>
          <a:prstGeom prst="straightConnector1">
            <a:avLst/>
          </a:prstGeom>
          <a:noFill/>
          <a:ln w="19050" cap="flat" cmpd="sng">
            <a:solidFill>
              <a:schemeClr val="lt1"/>
            </a:solidFill>
            <a:prstDash val="solid"/>
            <a:round/>
            <a:headEnd type="none" w="sm" len="sm"/>
            <a:tailEnd type="none" w="sm" len="sm"/>
          </a:ln>
        </p:spPr>
      </p:cxnSp>
      <p:sp>
        <p:nvSpPr>
          <p:cNvPr id="44" name="Google Shape;44;p9"/>
          <p:cNvSpPr txBox="1">
            <a:spLocks noGrp="1"/>
          </p:cNvSpPr>
          <p:nvPr>
            <p:ph type="title"/>
          </p:nvPr>
        </p:nvSpPr>
        <p:spPr>
          <a:xfrm>
            <a:off x="265500" y="1239033"/>
            <a:ext cx="4045200" cy="2381700"/>
          </a:xfrm>
          <a:prstGeom prst="rect">
            <a:avLst/>
          </a:prstGeom>
        </p:spPr>
        <p:txBody>
          <a:bodyPr spcFirstLastPara="1" wrap="square" lIns="91425" tIns="91425" rIns="91425" bIns="91425" anchor="b" anchorCtr="0">
            <a:noAutofit/>
          </a:bodyPr>
          <a:lstStyle>
            <a:lvl1pPr lvl="0" algn="ctr">
              <a:spcBef>
                <a:spcPts val="0"/>
              </a:spcBef>
              <a:spcAft>
                <a:spcPts val="0"/>
              </a:spcAft>
              <a:buClr>
                <a:schemeClr val="lt2"/>
              </a:buClr>
              <a:buSzPts val="4200"/>
              <a:buNone/>
              <a:defRPr>
                <a:solidFill>
                  <a:schemeClr val="lt2"/>
                </a:solidFill>
              </a:defRPr>
            </a:lvl1pPr>
            <a:lvl2pPr lvl="1" algn="ctr">
              <a:spcBef>
                <a:spcPts val="0"/>
              </a:spcBef>
              <a:spcAft>
                <a:spcPts val="0"/>
              </a:spcAft>
              <a:buClr>
                <a:schemeClr val="lt2"/>
              </a:buClr>
              <a:buSzPts val="4200"/>
              <a:buNone/>
              <a:defRPr>
                <a:solidFill>
                  <a:schemeClr val="lt2"/>
                </a:solidFill>
              </a:defRPr>
            </a:lvl2pPr>
            <a:lvl3pPr lvl="2" algn="ctr">
              <a:spcBef>
                <a:spcPts val="0"/>
              </a:spcBef>
              <a:spcAft>
                <a:spcPts val="0"/>
              </a:spcAft>
              <a:buClr>
                <a:schemeClr val="lt2"/>
              </a:buClr>
              <a:buSzPts val="4200"/>
              <a:buNone/>
              <a:defRPr>
                <a:solidFill>
                  <a:schemeClr val="lt2"/>
                </a:solidFill>
              </a:defRPr>
            </a:lvl3pPr>
            <a:lvl4pPr lvl="3" algn="ctr">
              <a:spcBef>
                <a:spcPts val="0"/>
              </a:spcBef>
              <a:spcAft>
                <a:spcPts val="0"/>
              </a:spcAft>
              <a:buClr>
                <a:schemeClr val="lt2"/>
              </a:buClr>
              <a:buSzPts val="4200"/>
              <a:buNone/>
              <a:defRPr>
                <a:solidFill>
                  <a:schemeClr val="lt2"/>
                </a:solidFill>
              </a:defRPr>
            </a:lvl4pPr>
            <a:lvl5pPr lvl="4" algn="ctr">
              <a:spcBef>
                <a:spcPts val="0"/>
              </a:spcBef>
              <a:spcAft>
                <a:spcPts val="0"/>
              </a:spcAft>
              <a:buClr>
                <a:schemeClr val="lt2"/>
              </a:buClr>
              <a:buSzPts val="4200"/>
              <a:buNone/>
              <a:defRPr>
                <a:solidFill>
                  <a:schemeClr val="lt2"/>
                </a:solidFill>
              </a:defRPr>
            </a:lvl5pPr>
            <a:lvl6pPr lvl="5" algn="ctr">
              <a:spcBef>
                <a:spcPts val="0"/>
              </a:spcBef>
              <a:spcAft>
                <a:spcPts val="0"/>
              </a:spcAft>
              <a:buClr>
                <a:schemeClr val="lt2"/>
              </a:buClr>
              <a:buSzPts val="4200"/>
              <a:buNone/>
              <a:defRPr>
                <a:solidFill>
                  <a:schemeClr val="lt2"/>
                </a:solidFill>
              </a:defRPr>
            </a:lvl6pPr>
            <a:lvl7pPr lvl="6" algn="ctr">
              <a:spcBef>
                <a:spcPts val="0"/>
              </a:spcBef>
              <a:spcAft>
                <a:spcPts val="0"/>
              </a:spcAft>
              <a:buClr>
                <a:schemeClr val="lt2"/>
              </a:buClr>
              <a:buSzPts val="4200"/>
              <a:buNone/>
              <a:defRPr>
                <a:solidFill>
                  <a:schemeClr val="lt2"/>
                </a:solidFill>
              </a:defRPr>
            </a:lvl7pPr>
            <a:lvl8pPr lvl="7" algn="ctr">
              <a:spcBef>
                <a:spcPts val="0"/>
              </a:spcBef>
              <a:spcAft>
                <a:spcPts val="0"/>
              </a:spcAft>
              <a:buClr>
                <a:schemeClr val="lt2"/>
              </a:buClr>
              <a:buSzPts val="4200"/>
              <a:buNone/>
              <a:defRPr>
                <a:solidFill>
                  <a:schemeClr val="lt2"/>
                </a:solidFill>
              </a:defRPr>
            </a:lvl8pPr>
            <a:lvl9pPr lvl="8" algn="ctr">
              <a:spcBef>
                <a:spcPts val="0"/>
              </a:spcBef>
              <a:spcAft>
                <a:spcPts val="0"/>
              </a:spcAft>
              <a:buClr>
                <a:schemeClr val="lt2"/>
              </a:buClr>
              <a:buSzPts val="4200"/>
              <a:buNone/>
              <a:defRPr>
                <a:solidFill>
                  <a:schemeClr val="lt2"/>
                </a:solidFill>
              </a:defRPr>
            </a:lvl9pPr>
          </a:lstStyle>
          <a:p>
            <a:endParaRPr/>
          </a:p>
        </p:txBody>
      </p:sp>
      <p:sp>
        <p:nvSpPr>
          <p:cNvPr id="45" name="Google Shape;45;p9"/>
          <p:cNvSpPr txBox="1">
            <a:spLocks noGrp="1"/>
          </p:cNvSpPr>
          <p:nvPr>
            <p:ph type="subTitle" idx="1"/>
          </p:nvPr>
        </p:nvSpPr>
        <p:spPr>
          <a:xfrm>
            <a:off x="265500" y="3692001"/>
            <a:ext cx="4045200" cy="2098800"/>
          </a:xfrm>
          <a:prstGeom prst="rect">
            <a:avLst/>
          </a:prstGeom>
        </p:spPr>
        <p:txBody>
          <a:bodyPr spcFirstLastPara="1" wrap="square" lIns="91425" tIns="91425" rIns="91425" bIns="91425" anchor="t" anchorCtr="0">
            <a:noAutofit/>
          </a:bodyPr>
          <a:lstStyle>
            <a:lvl1pPr lvl="0" algn="ctr">
              <a:lnSpc>
                <a:spcPct val="100000"/>
              </a:lnSpc>
              <a:spcBef>
                <a:spcPts val="0"/>
              </a:spcBef>
              <a:spcAft>
                <a:spcPts val="0"/>
              </a:spcAft>
              <a:buSzPts val="2400"/>
              <a:buFont typeface="Economica"/>
              <a:buNone/>
              <a:defRPr sz="2400">
                <a:latin typeface="Economica"/>
                <a:ea typeface="Economica"/>
                <a:cs typeface="Economica"/>
                <a:sym typeface="Economica"/>
              </a:defRPr>
            </a:lvl1pPr>
            <a:lvl2pPr lvl="1" algn="ctr">
              <a:lnSpc>
                <a:spcPct val="100000"/>
              </a:lnSpc>
              <a:spcBef>
                <a:spcPts val="0"/>
              </a:spcBef>
              <a:spcAft>
                <a:spcPts val="0"/>
              </a:spcAft>
              <a:buSzPts val="2400"/>
              <a:buFont typeface="Economica"/>
              <a:buNone/>
              <a:defRPr sz="2400">
                <a:latin typeface="Economica"/>
                <a:ea typeface="Economica"/>
                <a:cs typeface="Economica"/>
                <a:sym typeface="Economica"/>
              </a:defRPr>
            </a:lvl2pPr>
            <a:lvl3pPr lvl="2" algn="ctr">
              <a:lnSpc>
                <a:spcPct val="100000"/>
              </a:lnSpc>
              <a:spcBef>
                <a:spcPts val="0"/>
              </a:spcBef>
              <a:spcAft>
                <a:spcPts val="0"/>
              </a:spcAft>
              <a:buSzPts val="2400"/>
              <a:buFont typeface="Economica"/>
              <a:buNone/>
              <a:defRPr sz="2400">
                <a:latin typeface="Economica"/>
                <a:ea typeface="Economica"/>
                <a:cs typeface="Economica"/>
                <a:sym typeface="Economica"/>
              </a:defRPr>
            </a:lvl3pPr>
            <a:lvl4pPr lvl="3" algn="ctr">
              <a:lnSpc>
                <a:spcPct val="100000"/>
              </a:lnSpc>
              <a:spcBef>
                <a:spcPts val="0"/>
              </a:spcBef>
              <a:spcAft>
                <a:spcPts val="0"/>
              </a:spcAft>
              <a:buSzPts val="2400"/>
              <a:buFont typeface="Economica"/>
              <a:buNone/>
              <a:defRPr sz="2400">
                <a:latin typeface="Economica"/>
                <a:ea typeface="Economica"/>
                <a:cs typeface="Economica"/>
                <a:sym typeface="Economica"/>
              </a:defRPr>
            </a:lvl4pPr>
            <a:lvl5pPr lvl="4" algn="ctr">
              <a:lnSpc>
                <a:spcPct val="100000"/>
              </a:lnSpc>
              <a:spcBef>
                <a:spcPts val="0"/>
              </a:spcBef>
              <a:spcAft>
                <a:spcPts val="0"/>
              </a:spcAft>
              <a:buSzPts val="2400"/>
              <a:buFont typeface="Economica"/>
              <a:buNone/>
              <a:defRPr sz="2400">
                <a:latin typeface="Economica"/>
                <a:ea typeface="Economica"/>
                <a:cs typeface="Economica"/>
                <a:sym typeface="Economica"/>
              </a:defRPr>
            </a:lvl5pPr>
            <a:lvl6pPr lvl="5" algn="ctr">
              <a:lnSpc>
                <a:spcPct val="100000"/>
              </a:lnSpc>
              <a:spcBef>
                <a:spcPts val="0"/>
              </a:spcBef>
              <a:spcAft>
                <a:spcPts val="0"/>
              </a:spcAft>
              <a:buSzPts val="2400"/>
              <a:buFont typeface="Economica"/>
              <a:buNone/>
              <a:defRPr sz="2400">
                <a:latin typeface="Economica"/>
                <a:ea typeface="Economica"/>
                <a:cs typeface="Economica"/>
                <a:sym typeface="Economica"/>
              </a:defRPr>
            </a:lvl6pPr>
            <a:lvl7pPr lvl="6" algn="ctr">
              <a:lnSpc>
                <a:spcPct val="100000"/>
              </a:lnSpc>
              <a:spcBef>
                <a:spcPts val="0"/>
              </a:spcBef>
              <a:spcAft>
                <a:spcPts val="0"/>
              </a:spcAft>
              <a:buSzPts val="2400"/>
              <a:buFont typeface="Economica"/>
              <a:buNone/>
              <a:defRPr sz="2400">
                <a:latin typeface="Economica"/>
                <a:ea typeface="Economica"/>
                <a:cs typeface="Economica"/>
                <a:sym typeface="Economica"/>
              </a:defRPr>
            </a:lvl7pPr>
            <a:lvl8pPr lvl="7" algn="ctr">
              <a:lnSpc>
                <a:spcPct val="100000"/>
              </a:lnSpc>
              <a:spcBef>
                <a:spcPts val="0"/>
              </a:spcBef>
              <a:spcAft>
                <a:spcPts val="0"/>
              </a:spcAft>
              <a:buSzPts val="2400"/>
              <a:buFont typeface="Economica"/>
              <a:buNone/>
              <a:defRPr sz="2400">
                <a:latin typeface="Economica"/>
                <a:ea typeface="Economica"/>
                <a:cs typeface="Economica"/>
                <a:sym typeface="Economica"/>
              </a:defRPr>
            </a:lvl8pPr>
            <a:lvl9pPr lvl="8" algn="ctr">
              <a:lnSpc>
                <a:spcPct val="100000"/>
              </a:lnSpc>
              <a:spcBef>
                <a:spcPts val="0"/>
              </a:spcBef>
              <a:spcAft>
                <a:spcPts val="0"/>
              </a:spcAft>
              <a:buSzPts val="2400"/>
              <a:buFont typeface="Economica"/>
              <a:buNone/>
              <a:defRPr sz="2400">
                <a:latin typeface="Economica"/>
                <a:ea typeface="Economica"/>
                <a:cs typeface="Economica"/>
                <a:sym typeface="Economica"/>
              </a:defRPr>
            </a:lvl9pPr>
          </a:lstStyle>
          <a:p>
            <a:endParaRPr/>
          </a:p>
        </p:txBody>
      </p:sp>
      <p:sp>
        <p:nvSpPr>
          <p:cNvPr id="46" name="Google Shape;46;p9"/>
          <p:cNvSpPr txBox="1">
            <a:spLocks noGrp="1"/>
          </p:cNvSpPr>
          <p:nvPr>
            <p:ph type="body" idx="2"/>
          </p:nvPr>
        </p:nvSpPr>
        <p:spPr>
          <a:xfrm>
            <a:off x="4939500" y="965600"/>
            <a:ext cx="3837000" cy="4926900"/>
          </a:xfrm>
          <a:prstGeom prst="rect">
            <a:avLst/>
          </a:prstGeom>
        </p:spPr>
        <p:txBody>
          <a:bodyPr spcFirstLastPara="1" wrap="square" lIns="91425" tIns="91425" rIns="91425" bIns="91425" anchor="ctr" anchorCtr="0">
            <a:noAutofit/>
          </a:bodyPr>
          <a:lstStyle>
            <a:lvl1pPr marL="457200" lvl="0" indent="-342900">
              <a:spcBef>
                <a:spcPts val="0"/>
              </a:spcBef>
              <a:spcAft>
                <a:spcPts val="0"/>
              </a:spcAft>
              <a:buClr>
                <a:schemeClr val="lt1"/>
              </a:buClr>
              <a:buSzPts val="1800"/>
              <a:buChar char="●"/>
              <a:defRPr>
                <a:solidFill>
                  <a:schemeClr val="lt1"/>
                </a:solidFill>
              </a:defRPr>
            </a:lvl1pPr>
            <a:lvl2pPr marL="914400" lvl="1" indent="-317500">
              <a:spcBef>
                <a:spcPts val="1600"/>
              </a:spcBef>
              <a:spcAft>
                <a:spcPts val="0"/>
              </a:spcAft>
              <a:buClr>
                <a:schemeClr val="lt1"/>
              </a:buClr>
              <a:buSzPts val="1400"/>
              <a:buChar char="○"/>
              <a:defRPr>
                <a:solidFill>
                  <a:schemeClr val="lt1"/>
                </a:solidFill>
              </a:defRPr>
            </a:lvl2pPr>
            <a:lvl3pPr marL="1371600" lvl="2" indent="-317500">
              <a:spcBef>
                <a:spcPts val="1600"/>
              </a:spcBef>
              <a:spcAft>
                <a:spcPts val="0"/>
              </a:spcAft>
              <a:buClr>
                <a:schemeClr val="lt1"/>
              </a:buClr>
              <a:buSzPts val="1400"/>
              <a:buChar char="■"/>
              <a:defRPr>
                <a:solidFill>
                  <a:schemeClr val="lt1"/>
                </a:solidFill>
              </a:defRPr>
            </a:lvl3pPr>
            <a:lvl4pPr marL="1828800" lvl="3" indent="-317500">
              <a:spcBef>
                <a:spcPts val="1600"/>
              </a:spcBef>
              <a:spcAft>
                <a:spcPts val="0"/>
              </a:spcAft>
              <a:buClr>
                <a:schemeClr val="lt1"/>
              </a:buClr>
              <a:buSzPts val="1400"/>
              <a:buChar char="●"/>
              <a:defRPr>
                <a:solidFill>
                  <a:schemeClr val="lt1"/>
                </a:solidFill>
              </a:defRPr>
            </a:lvl4pPr>
            <a:lvl5pPr marL="2286000" lvl="4" indent="-317500">
              <a:spcBef>
                <a:spcPts val="1600"/>
              </a:spcBef>
              <a:spcAft>
                <a:spcPts val="0"/>
              </a:spcAft>
              <a:buClr>
                <a:schemeClr val="lt1"/>
              </a:buClr>
              <a:buSzPts val="1400"/>
              <a:buChar char="○"/>
              <a:defRPr>
                <a:solidFill>
                  <a:schemeClr val="lt1"/>
                </a:solidFill>
              </a:defRPr>
            </a:lvl5pPr>
            <a:lvl6pPr marL="2743200" lvl="5" indent="-317500">
              <a:spcBef>
                <a:spcPts val="1600"/>
              </a:spcBef>
              <a:spcAft>
                <a:spcPts val="0"/>
              </a:spcAft>
              <a:buClr>
                <a:schemeClr val="lt1"/>
              </a:buClr>
              <a:buSzPts val="1400"/>
              <a:buChar char="■"/>
              <a:defRPr>
                <a:solidFill>
                  <a:schemeClr val="lt1"/>
                </a:solidFill>
              </a:defRPr>
            </a:lvl6pPr>
            <a:lvl7pPr marL="3200400" lvl="6" indent="-317500">
              <a:spcBef>
                <a:spcPts val="1600"/>
              </a:spcBef>
              <a:spcAft>
                <a:spcPts val="0"/>
              </a:spcAft>
              <a:buClr>
                <a:schemeClr val="lt1"/>
              </a:buClr>
              <a:buSzPts val="1400"/>
              <a:buChar char="●"/>
              <a:defRPr>
                <a:solidFill>
                  <a:schemeClr val="lt1"/>
                </a:solidFill>
              </a:defRPr>
            </a:lvl7pPr>
            <a:lvl8pPr marL="3657600" lvl="7" indent="-317500">
              <a:spcBef>
                <a:spcPts val="1600"/>
              </a:spcBef>
              <a:spcAft>
                <a:spcPts val="0"/>
              </a:spcAft>
              <a:buClr>
                <a:schemeClr val="lt1"/>
              </a:buClr>
              <a:buSzPts val="1400"/>
              <a:buChar char="○"/>
              <a:defRPr>
                <a:solidFill>
                  <a:schemeClr val="lt1"/>
                </a:solidFill>
              </a:defRPr>
            </a:lvl8pPr>
            <a:lvl9pPr marL="4114800" lvl="8" indent="-317500">
              <a:spcBef>
                <a:spcPts val="1600"/>
              </a:spcBef>
              <a:spcAft>
                <a:spcPts val="1600"/>
              </a:spcAft>
              <a:buClr>
                <a:schemeClr val="lt1"/>
              </a:buClr>
              <a:buSzPts val="1400"/>
              <a:buChar char="■"/>
              <a:defRPr>
                <a:solidFill>
                  <a:schemeClr val="lt1"/>
                </a:solidFill>
              </a:defRPr>
            </a:lvl9pPr>
          </a:lstStyle>
          <a:p>
            <a:endParaRPr/>
          </a:p>
        </p:txBody>
      </p:sp>
      <p:sp>
        <p:nvSpPr>
          <p:cNvPr id="47" name="Google Shape;47;p9"/>
          <p:cNvSpPr txBox="1">
            <a:spLocks noGrp="1"/>
          </p:cNvSpPr>
          <p:nvPr>
            <p:ph type="sldNum" idx="12"/>
          </p:nvPr>
        </p:nvSpPr>
        <p:spPr>
          <a:xfrm>
            <a:off x="8472458" y="6217622"/>
            <a:ext cx="548700" cy="524700"/>
          </a:xfrm>
          <a:prstGeom prst="rect">
            <a:avLst/>
          </a:prstGeom>
        </p:spPr>
        <p:txBody>
          <a:bodyPr spcFirstLastPara="1" wrap="square" lIns="91425" tIns="91425" rIns="91425" bIns="91425" anchor="ctr" anchorCtr="0">
            <a:noAutofit/>
          </a:bodyPr>
          <a:lstStyle>
            <a:lvl1pPr lvl="0">
              <a:buNone/>
              <a:defRPr>
                <a:solidFill>
                  <a:schemeClr val="lt1"/>
                </a:solidFill>
              </a:defRPr>
            </a:lvl1pPr>
            <a:lvl2pPr lvl="1">
              <a:buNone/>
              <a:defRPr>
                <a:solidFill>
                  <a:schemeClr val="lt1"/>
                </a:solidFill>
              </a:defRPr>
            </a:lvl2pPr>
            <a:lvl3pPr lvl="2">
              <a:buNone/>
              <a:defRPr>
                <a:solidFill>
                  <a:schemeClr val="lt1"/>
                </a:solidFill>
              </a:defRPr>
            </a:lvl3pPr>
            <a:lvl4pPr lvl="3">
              <a:buNone/>
              <a:defRPr>
                <a:solidFill>
                  <a:schemeClr val="lt1"/>
                </a:solidFill>
              </a:defRPr>
            </a:lvl4pPr>
            <a:lvl5pPr lvl="4">
              <a:buNone/>
              <a:defRPr>
                <a:solidFill>
                  <a:schemeClr val="lt1"/>
                </a:solidFill>
              </a:defRPr>
            </a:lvl5pPr>
            <a:lvl6pPr lvl="5">
              <a:buNone/>
              <a:defRPr>
                <a:solidFill>
                  <a:schemeClr val="lt1"/>
                </a:solidFill>
              </a:defRPr>
            </a:lvl6pPr>
            <a:lvl7pPr lvl="6">
              <a:buNone/>
              <a:defRPr>
                <a:solidFill>
                  <a:schemeClr val="lt1"/>
                </a:solidFill>
              </a:defRPr>
            </a:lvl7pPr>
            <a:lvl8pPr lvl="7">
              <a:buNone/>
              <a:defRPr>
                <a:solidFill>
                  <a:schemeClr val="lt1"/>
                </a:solidFill>
              </a:defRPr>
            </a:lvl8pPr>
            <a:lvl9pPr lvl="8">
              <a:buNone/>
              <a:defRPr>
                <a:solidFill>
                  <a:schemeClr val="lt1"/>
                </a:solidFill>
              </a:defRPr>
            </a:lvl9pPr>
          </a:lstStyle>
          <a:p>
            <a:pPr marL="0" lvl="0" indent="0" algn="r" rtl="0">
              <a:spcBef>
                <a:spcPts val="0"/>
              </a:spcBef>
              <a:spcAft>
                <a:spcPts val="0"/>
              </a:spcAft>
              <a:buNone/>
            </a:pPr>
            <a:fld id="{00000000-1234-1234-1234-123412341234}" type="slidenum">
              <a:rPr lang="en-GB"/>
              <a:t>‹N›</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48"/>
        <p:cNvGrpSpPr/>
        <p:nvPr/>
      </p:nvGrpSpPr>
      <p:grpSpPr>
        <a:xfrm>
          <a:off x="0" y="0"/>
          <a:ext cx="0" cy="0"/>
          <a:chOff x="0" y="0"/>
          <a:chExt cx="0" cy="0"/>
        </a:xfrm>
      </p:grpSpPr>
      <p:sp>
        <p:nvSpPr>
          <p:cNvPr id="49" name="Google Shape;49;p10"/>
          <p:cNvSpPr txBox="1">
            <a:spLocks noGrp="1"/>
          </p:cNvSpPr>
          <p:nvPr>
            <p:ph type="body" idx="1"/>
          </p:nvPr>
        </p:nvSpPr>
        <p:spPr>
          <a:xfrm>
            <a:off x="319500" y="5625233"/>
            <a:ext cx="5998800" cy="798300"/>
          </a:xfrm>
          <a:prstGeom prst="rect">
            <a:avLst/>
          </a:prstGeom>
        </p:spPr>
        <p:txBody>
          <a:bodyPr spcFirstLastPara="1" wrap="square" lIns="91425" tIns="91425" rIns="91425" bIns="91425" anchor="ctr" anchorCtr="0">
            <a:noAutofit/>
          </a:bodyPr>
          <a:lstStyle>
            <a:lvl1pPr marL="457200" lvl="0" indent="-228600">
              <a:lnSpc>
                <a:spcPct val="100000"/>
              </a:lnSpc>
              <a:spcBef>
                <a:spcPts val="0"/>
              </a:spcBef>
              <a:spcAft>
                <a:spcPts val="0"/>
              </a:spcAft>
              <a:buSzPts val="2400"/>
              <a:buFont typeface="Economica"/>
              <a:buNone/>
              <a:defRPr sz="2400">
                <a:latin typeface="Economica"/>
                <a:ea typeface="Economica"/>
                <a:cs typeface="Economica"/>
                <a:sym typeface="Economica"/>
              </a:defRPr>
            </a:lvl1pPr>
          </a:lstStyle>
          <a:p>
            <a:endParaRPr/>
          </a:p>
        </p:txBody>
      </p:sp>
      <p:sp>
        <p:nvSpPr>
          <p:cNvPr id="50" name="Google Shape;50;p10"/>
          <p:cNvSpPr txBox="1">
            <a:spLocks noGrp="1"/>
          </p:cNvSpPr>
          <p:nvPr>
            <p:ph type="sldNum" idx="12"/>
          </p:nvPr>
        </p:nvSpPr>
        <p:spPr>
          <a:xfrm>
            <a:off x="8472458" y="6217622"/>
            <a:ext cx="548700" cy="5247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‹N›</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51"/>
        <p:cNvGrpSpPr/>
        <p:nvPr/>
      </p:nvGrpSpPr>
      <p:grpSpPr>
        <a:xfrm>
          <a:off x="0" y="0"/>
          <a:ext cx="0" cy="0"/>
          <a:chOff x="0" y="0"/>
          <a:chExt cx="0" cy="0"/>
        </a:xfrm>
      </p:grpSpPr>
      <p:sp>
        <p:nvSpPr>
          <p:cNvPr id="52" name="Google Shape;52;p11"/>
          <p:cNvSpPr/>
          <p:nvPr/>
        </p:nvSpPr>
        <p:spPr>
          <a:xfrm>
            <a:off x="0" y="6727600"/>
            <a:ext cx="9144000" cy="1305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 name="Google Shape;53;p11"/>
          <p:cNvSpPr txBox="1">
            <a:spLocks noGrp="1"/>
          </p:cNvSpPr>
          <p:nvPr>
            <p:ph type="title" hasCustomPrompt="1"/>
          </p:nvPr>
        </p:nvSpPr>
        <p:spPr>
          <a:xfrm>
            <a:off x="311700" y="1276167"/>
            <a:ext cx="8520600" cy="2838300"/>
          </a:xfrm>
          <a:prstGeom prst="rect">
            <a:avLst/>
          </a:prstGeom>
        </p:spPr>
        <p:txBody>
          <a:bodyPr spcFirstLastPara="1" wrap="square" lIns="91425" tIns="91425" rIns="91425" bIns="91425" anchor="ctr" anchorCtr="0">
            <a:noAutofit/>
          </a:bodyPr>
          <a:lstStyle>
            <a:lvl1pPr lvl="0" algn="ctr">
              <a:spcBef>
                <a:spcPts val="0"/>
              </a:spcBef>
              <a:spcAft>
                <a:spcPts val="0"/>
              </a:spcAft>
              <a:buClr>
                <a:schemeClr val="lt2"/>
              </a:buClr>
              <a:buSzPts val="16000"/>
              <a:buNone/>
              <a:defRPr sz="16000">
                <a:solidFill>
                  <a:schemeClr val="lt2"/>
                </a:solidFill>
              </a:defRPr>
            </a:lvl1pPr>
            <a:lvl2pPr lvl="1" algn="ctr">
              <a:spcBef>
                <a:spcPts val="0"/>
              </a:spcBef>
              <a:spcAft>
                <a:spcPts val="0"/>
              </a:spcAft>
              <a:buClr>
                <a:schemeClr val="lt2"/>
              </a:buClr>
              <a:buSzPts val="16000"/>
              <a:buNone/>
              <a:defRPr sz="16000">
                <a:solidFill>
                  <a:schemeClr val="lt2"/>
                </a:solidFill>
              </a:defRPr>
            </a:lvl2pPr>
            <a:lvl3pPr lvl="2" algn="ctr">
              <a:spcBef>
                <a:spcPts val="0"/>
              </a:spcBef>
              <a:spcAft>
                <a:spcPts val="0"/>
              </a:spcAft>
              <a:buClr>
                <a:schemeClr val="lt2"/>
              </a:buClr>
              <a:buSzPts val="16000"/>
              <a:buNone/>
              <a:defRPr sz="16000">
                <a:solidFill>
                  <a:schemeClr val="lt2"/>
                </a:solidFill>
              </a:defRPr>
            </a:lvl3pPr>
            <a:lvl4pPr lvl="3" algn="ctr">
              <a:spcBef>
                <a:spcPts val="0"/>
              </a:spcBef>
              <a:spcAft>
                <a:spcPts val="0"/>
              </a:spcAft>
              <a:buClr>
                <a:schemeClr val="lt2"/>
              </a:buClr>
              <a:buSzPts val="16000"/>
              <a:buNone/>
              <a:defRPr sz="16000">
                <a:solidFill>
                  <a:schemeClr val="lt2"/>
                </a:solidFill>
              </a:defRPr>
            </a:lvl4pPr>
            <a:lvl5pPr lvl="4" algn="ctr">
              <a:spcBef>
                <a:spcPts val="0"/>
              </a:spcBef>
              <a:spcAft>
                <a:spcPts val="0"/>
              </a:spcAft>
              <a:buClr>
                <a:schemeClr val="lt2"/>
              </a:buClr>
              <a:buSzPts val="16000"/>
              <a:buNone/>
              <a:defRPr sz="16000">
                <a:solidFill>
                  <a:schemeClr val="lt2"/>
                </a:solidFill>
              </a:defRPr>
            </a:lvl5pPr>
            <a:lvl6pPr lvl="5" algn="ctr">
              <a:spcBef>
                <a:spcPts val="0"/>
              </a:spcBef>
              <a:spcAft>
                <a:spcPts val="0"/>
              </a:spcAft>
              <a:buClr>
                <a:schemeClr val="lt2"/>
              </a:buClr>
              <a:buSzPts val="16000"/>
              <a:buNone/>
              <a:defRPr sz="16000">
                <a:solidFill>
                  <a:schemeClr val="lt2"/>
                </a:solidFill>
              </a:defRPr>
            </a:lvl6pPr>
            <a:lvl7pPr lvl="6" algn="ctr">
              <a:spcBef>
                <a:spcPts val="0"/>
              </a:spcBef>
              <a:spcAft>
                <a:spcPts val="0"/>
              </a:spcAft>
              <a:buClr>
                <a:schemeClr val="lt2"/>
              </a:buClr>
              <a:buSzPts val="16000"/>
              <a:buNone/>
              <a:defRPr sz="16000">
                <a:solidFill>
                  <a:schemeClr val="lt2"/>
                </a:solidFill>
              </a:defRPr>
            </a:lvl7pPr>
            <a:lvl8pPr lvl="7" algn="ctr">
              <a:spcBef>
                <a:spcPts val="0"/>
              </a:spcBef>
              <a:spcAft>
                <a:spcPts val="0"/>
              </a:spcAft>
              <a:buClr>
                <a:schemeClr val="lt2"/>
              </a:buClr>
              <a:buSzPts val="16000"/>
              <a:buNone/>
              <a:defRPr sz="16000">
                <a:solidFill>
                  <a:schemeClr val="lt2"/>
                </a:solidFill>
              </a:defRPr>
            </a:lvl8pPr>
            <a:lvl9pPr lvl="8" algn="ctr">
              <a:spcBef>
                <a:spcPts val="0"/>
              </a:spcBef>
              <a:spcAft>
                <a:spcPts val="0"/>
              </a:spcAft>
              <a:buClr>
                <a:schemeClr val="lt2"/>
              </a:buClr>
              <a:buSzPts val="16000"/>
              <a:buNone/>
              <a:defRPr sz="16000">
                <a:solidFill>
                  <a:schemeClr val="lt2"/>
                </a:solidFill>
              </a:defRPr>
            </a:lvl9pPr>
          </a:lstStyle>
          <a:p>
            <a:r>
              <a:t>xx%</a:t>
            </a:r>
          </a:p>
        </p:txBody>
      </p:sp>
      <p:sp>
        <p:nvSpPr>
          <p:cNvPr id="54" name="Google Shape;54;p11"/>
          <p:cNvSpPr txBox="1">
            <a:spLocks noGrp="1"/>
          </p:cNvSpPr>
          <p:nvPr>
            <p:ph type="body" idx="1"/>
          </p:nvPr>
        </p:nvSpPr>
        <p:spPr>
          <a:xfrm>
            <a:off x="311700" y="4216000"/>
            <a:ext cx="8520600" cy="1428900"/>
          </a:xfrm>
          <a:prstGeom prst="rect">
            <a:avLst/>
          </a:prstGeom>
        </p:spPr>
        <p:txBody>
          <a:bodyPr spcFirstLastPara="1" wrap="square" lIns="91425" tIns="91425" rIns="91425" bIns="91425" anchor="t" anchorCtr="0">
            <a:noAutofit/>
          </a:bodyPr>
          <a:lstStyle>
            <a:lvl1pPr marL="457200" lvl="0" indent="-342900" algn="ctr">
              <a:spcBef>
                <a:spcPts val="0"/>
              </a:spcBef>
              <a:spcAft>
                <a:spcPts val="0"/>
              </a:spcAft>
              <a:buSzPts val="1800"/>
              <a:buChar char="●"/>
              <a:defRPr/>
            </a:lvl1pPr>
            <a:lvl2pPr marL="914400" lvl="1" indent="-317500" algn="ctr">
              <a:spcBef>
                <a:spcPts val="1600"/>
              </a:spcBef>
              <a:spcAft>
                <a:spcPts val="0"/>
              </a:spcAft>
              <a:buSzPts val="1400"/>
              <a:buChar char="○"/>
              <a:defRPr/>
            </a:lvl2pPr>
            <a:lvl3pPr marL="1371600" lvl="2" indent="-317500" algn="ctr">
              <a:spcBef>
                <a:spcPts val="1600"/>
              </a:spcBef>
              <a:spcAft>
                <a:spcPts val="0"/>
              </a:spcAft>
              <a:buSzPts val="1400"/>
              <a:buChar char="■"/>
              <a:defRPr/>
            </a:lvl3pPr>
            <a:lvl4pPr marL="1828800" lvl="3" indent="-317500" algn="ctr">
              <a:spcBef>
                <a:spcPts val="1600"/>
              </a:spcBef>
              <a:spcAft>
                <a:spcPts val="0"/>
              </a:spcAft>
              <a:buSzPts val="1400"/>
              <a:buChar char="●"/>
              <a:defRPr/>
            </a:lvl4pPr>
            <a:lvl5pPr marL="2286000" lvl="4" indent="-317500" algn="ctr">
              <a:spcBef>
                <a:spcPts val="1600"/>
              </a:spcBef>
              <a:spcAft>
                <a:spcPts val="0"/>
              </a:spcAft>
              <a:buSzPts val="1400"/>
              <a:buChar char="○"/>
              <a:defRPr/>
            </a:lvl5pPr>
            <a:lvl6pPr marL="2743200" lvl="5" indent="-317500" algn="ctr">
              <a:spcBef>
                <a:spcPts val="1600"/>
              </a:spcBef>
              <a:spcAft>
                <a:spcPts val="0"/>
              </a:spcAft>
              <a:buSzPts val="1400"/>
              <a:buChar char="■"/>
              <a:defRPr/>
            </a:lvl6pPr>
            <a:lvl7pPr marL="3200400" lvl="6" indent="-317500" algn="ctr">
              <a:spcBef>
                <a:spcPts val="1600"/>
              </a:spcBef>
              <a:spcAft>
                <a:spcPts val="0"/>
              </a:spcAft>
              <a:buSzPts val="1400"/>
              <a:buChar char="●"/>
              <a:defRPr/>
            </a:lvl7pPr>
            <a:lvl8pPr marL="3657600" lvl="7" indent="-317500" algn="ctr">
              <a:spcBef>
                <a:spcPts val="1600"/>
              </a:spcBef>
              <a:spcAft>
                <a:spcPts val="0"/>
              </a:spcAft>
              <a:buSzPts val="1400"/>
              <a:buChar char="○"/>
              <a:defRPr/>
            </a:lvl8pPr>
            <a:lvl9pPr marL="4114800" lvl="8" indent="-317500" algn="ctr">
              <a:spcBef>
                <a:spcPts val="1600"/>
              </a:spcBef>
              <a:spcAft>
                <a:spcPts val="1600"/>
              </a:spcAft>
              <a:buSzPts val="1400"/>
              <a:buChar char="■"/>
              <a:defRPr/>
            </a:lvl9pPr>
          </a:lstStyle>
          <a:p>
            <a:endParaRPr/>
          </a:p>
        </p:txBody>
      </p:sp>
      <p:sp>
        <p:nvSpPr>
          <p:cNvPr id="55" name="Google Shape;55;p11"/>
          <p:cNvSpPr txBox="1">
            <a:spLocks noGrp="1"/>
          </p:cNvSpPr>
          <p:nvPr>
            <p:ph type="sldNum" idx="12"/>
          </p:nvPr>
        </p:nvSpPr>
        <p:spPr>
          <a:xfrm>
            <a:off x="8472458" y="6217622"/>
            <a:ext cx="548700" cy="5247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‹N›</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56"/>
        <p:cNvGrpSpPr/>
        <p:nvPr/>
      </p:nvGrpSpPr>
      <p:grpSpPr>
        <a:xfrm>
          <a:off x="0" y="0"/>
          <a:ext cx="0" cy="0"/>
          <a:chOff x="0" y="0"/>
          <a:chExt cx="0" cy="0"/>
        </a:xfrm>
      </p:grpSpPr>
      <p:sp>
        <p:nvSpPr>
          <p:cNvPr id="57" name="Google Shape;57;p12"/>
          <p:cNvSpPr txBox="1">
            <a:spLocks noGrp="1"/>
          </p:cNvSpPr>
          <p:nvPr>
            <p:ph type="sldNum" idx="12"/>
          </p:nvPr>
        </p:nvSpPr>
        <p:spPr>
          <a:xfrm>
            <a:off x="8472458" y="6217622"/>
            <a:ext cx="548700" cy="5247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‹N›</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luxe">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21233"/>
            <a:ext cx="8520600" cy="622500"/>
          </a:xfrm>
          <a:prstGeom prst="rect">
            <a:avLst/>
          </a:prstGeom>
          <a:noFill/>
          <a:ln>
            <a:noFill/>
          </a:ln>
        </p:spPr>
        <p:txBody>
          <a:bodyPr spcFirstLastPara="1" wrap="square" lIns="91425" tIns="91425" rIns="91425" bIns="91425" anchor="b" anchorCtr="0">
            <a:noAutofit/>
          </a:bodyPr>
          <a:lstStyle>
            <a:lvl1pPr lvl="0">
              <a:spcBef>
                <a:spcPts val="0"/>
              </a:spcBef>
              <a:spcAft>
                <a:spcPts val="0"/>
              </a:spcAft>
              <a:buClr>
                <a:schemeClr val="dk1"/>
              </a:buClr>
              <a:buSzPts val="4200"/>
              <a:buFont typeface="Economica"/>
              <a:buNone/>
              <a:defRPr sz="4200">
                <a:solidFill>
                  <a:schemeClr val="dk1"/>
                </a:solidFill>
                <a:latin typeface="Economica"/>
                <a:ea typeface="Economica"/>
                <a:cs typeface="Economica"/>
                <a:sym typeface="Economica"/>
              </a:defRPr>
            </a:lvl1pPr>
            <a:lvl2pPr lvl="1">
              <a:spcBef>
                <a:spcPts val="0"/>
              </a:spcBef>
              <a:spcAft>
                <a:spcPts val="0"/>
              </a:spcAft>
              <a:buClr>
                <a:schemeClr val="dk1"/>
              </a:buClr>
              <a:buSzPts val="4200"/>
              <a:buFont typeface="Economica"/>
              <a:buNone/>
              <a:defRPr sz="4200">
                <a:solidFill>
                  <a:schemeClr val="dk1"/>
                </a:solidFill>
                <a:latin typeface="Economica"/>
                <a:ea typeface="Economica"/>
                <a:cs typeface="Economica"/>
                <a:sym typeface="Economica"/>
              </a:defRPr>
            </a:lvl2pPr>
            <a:lvl3pPr lvl="2">
              <a:spcBef>
                <a:spcPts val="0"/>
              </a:spcBef>
              <a:spcAft>
                <a:spcPts val="0"/>
              </a:spcAft>
              <a:buClr>
                <a:schemeClr val="dk1"/>
              </a:buClr>
              <a:buSzPts val="4200"/>
              <a:buFont typeface="Economica"/>
              <a:buNone/>
              <a:defRPr sz="4200">
                <a:solidFill>
                  <a:schemeClr val="dk1"/>
                </a:solidFill>
                <a:latin typeface="Economica"/>
                <a:ea typeface="Economica"/>
                <a:cs typeface="Economica"/>
                <a:sym typeface="Economica"/>
              </a:defRPr>
            </a:lvl3pPr>
            <a:lvl4pPr lvl="3">
              <a:spcBef>
                <a:spcPts val="0"/>
              </a:spcBef>
              <a:spcAft>
                <a:spcPts val="0"/>
              </a:spcAft>
              <a:buClr>
                <a:schemeClr val="dk1"/>
              </a:buClr>
              <a:buSzPts val="4200"/>
              <a:buFont typeface="Economica"/>
              <a:buNone/>
              <a:defRPr sz="4200">
                <a:solidFill>
                  <a:schemeClr val="dk1"/>
                </a:solidFill>
                <a:latin typeface="Economica"/>
                <a:ea typeface="Economica"/>
                <a:cs typeface="Economica"/>
                <a:sym typeface="Economica"/>
              </a:defRPr>
            </a:lvl4pPr>
            <a:lvl5pPr lvl="4">
              <a:spcBef>
                <a:spcPts val="0"/>
              </a:spcBef>
              <a:spcAft>
                <a:spcPts val="0"/>
              </a:spcAft>
              <a:buClr>
                <a:schemeClr val="dk1"/>
              </a:buClr>
              <a:buSzPts val="4200"/>
              <a:buFont typeface="Economica"/>
              <a:buNone/>
              <a:defRPr sz="4200">
                <a:solidFill>
                  <a:schemeClr val="dk1"/>
                </a:solidFill>
                <a:latin typeface="Economica"/>
                <a:ea typeface="Economica"/>
                <a:cs typeface="Economica"/>
                <a:sym typeface="Economica"/>
              </a:defRPr>
            </a:lvl5pPr>
            <a:lvl6pPr lvl="5">
              <a:spcBef>
                <a:spcPts val="0"/>
              </a:spcBef>
              <a:spcAft>
                <a:spcPts val="0"/>
              </a:spcAft>
              <a:buClr>
                <a:schemeClr val="dk1"/>
              </a:buClr>
              <a:buSzPts val="4200"/>
              <a:buFont typeface="Economica"/>
              <a:buNone/>
              <a:defRPr sz="4200">
                <a:solidFill>
                  <a:schemeClr val="dk1"/>
                </a:solidFill>
                <a:latin typeface="Economica"/>
                <a:ea typeface="Economica"/>
                <a:cs typeface="Economica"/>
                <a:sym typeface="Economica"/>
              </a:defRPr>
            </a:lvl6pPr>
            <a:lvl7pPr lvl="6">
              <a:spcBef>
                <a:spcPts val="0"/>
              </a:spcBef>
              <a:spcAft>
                <a:spcPts val="0"/>
              </a:spcAft>
              <a:buClr>
                <a:schemeClr val="dk1"/>
              </a:buClr>
              <a:buSzPts val="4200"/>
              <a:buFont typeface="Economica"/>
              <a:buNone/>
              <a:defRPr sz="4200">
                <a:solidFill>
                  <a:schemeClr val="dk1"/>
                </a:solidFill>
                <a:latin typeface="Economica"/>
                <a:ea typeface="Economica"/>
                <a:cs typeface="Economica"/>
                <a:sym typeface="Economica"/>
              </a:defRPr>
            </a:lvl7pPr>
            <a:lvl8pPr lvl="7">
              <a:spcBef>
                <a:spcPts val="0"/>
              </a:spcBef>
              <a:spcAft>
                <a:spcPts val="0"/>
              </a:spcAft>
              <a:buClr>
                <a:schemeClr val="dk1"/>
              </a:buClr>
              <a:buSzPts val="4200"/>
              <a:buFont typeface="Economica"/>
              <a:buNone/>
              <a:defRPr sz="4200">
                <a:solidFill>
                  <a:schemeClr val="dk1"/>
                </a:solidFill>
                <a:latin typeface="Economica"/>
                <a:ea typeface="Economica"/>
                <a:cs typeface="Economica"/>
                <a:sym typeface="Economica"/>
              </a:defRPr>
            </a:lvl8pPr>
            <a:lvl9pPr lvl="8">
              <a:spcBef>
                <a:spcPts val="0"/>
              </a:spcBef>
              <a:spcAft>
                <a:spcPts val="0"/>
              </a:spcAft>
              <a:buClr>
                <a:schemeClr val="dk1"/>
              </a:buClr>
              <a:buSzPts val="4200"/>
              <a:buFont typeface="Economica"/>
              <a:buNone/>
              <a:defRPr sz="4200">
                <a:solidFill>
                  <a:schemeClr val="dk1"/>
                </a:solidFill>
                <a:latin typeface="Economica"/>
                <a:ea typeface="Economica"/>
                <a:cs typeface="Economica"/>
                <a:sym typeface="Economica"/>
              </a:defRPr>
            </a:lvl9pPr>
          </a:lstStyle>
          <a:p>
            <a:endParaRPr/>
          </a:p>
        </p:txBody>
      </p:sp>
      <p:sp>
        <p:nvSpPr>
          <p:cNvPr id="7" name="Google Shape;7;p1"/>
          <p:cNvSpPr txBox="1">
            <a:spLocks noGrp="1"/>
          </p:cNvSpPr>
          <p:nvPr>
            <p:ph type="body" idx="1"/>
          </p:nvPr>
        </p:nvSpPr>
        <p:spPr>
          <a:xfrm>
            <a:off x="311700" y="1633633"/>
            <a:ext cx="8520600" cy="4472100"/>
          </a:xfrm>
          <a:prstGeom prst="rect">
            <a:avLst/>
          </a:prstGeom>
          <a:noFill/>
          <a:ln>
            <a:noFill/>
          </a:ln>
        </p:spPr>
        <p:txBody>
          <a:bodyPr spcFirstLastPara="1" wrap="square" lIns="91425" tIns="91425" rIns="91425" bIns="91425" anchor="t" anchorCtr="0">
            <a:noAutofit/>
          </a:bodyPr>
          <a:lstStyle>
            <a:lvl1pPr marL="457200" lvl="0" indent="-342900">
              <a:lnSpc>
                <a:spcPct val="115000"/>
              </a:lnSpc>
              <a:spcBef>
                <a:spcPts val="0"/>
              </a:spcBef>
              <a:spcAft>
                <a:spcPts val="0"/>
              </a:spcAft>
              <a:buClr>
                <a:schemeClr val="dk1"/>
              </a:buClr>
              <a:buSzPts val="1800"/>
              <a:buFont typeface="Open Sans"/>
              <a:buChar char="●"/>
              <a:defRPr sz="1800">
                <a:solidFill>
                  <a:schemeClr val="dk1"/>
                </a:solidFill>
                <a:latin typeface="Open Sans"/>
                <a:ea typeface="Open Sans"/>
                <a:cs typeface="Open Sans"/>
                <a:sym typeface="Open Sans"/>
              </a:defRPr>
            </a:lvl1pPr>
            <a:lvl2pPr marL="914400" lvl="1" indent="-317500">
              <a:lnSpc>
                <a:spcPct val="115000"/>
              </a:lnSpc>
              <a:spcBef>
                <a:spcPts val="1600"/>
              </a:spcBef>
              <a:spcAft>
                <a:spcPts val="0"/>
              </a:spcAft>
              <a:buClr>
                <a:schemeClr val="dk1"/>
              </a:buClr>
              <a:buSzPts val="1400"/>
              <a:buFont typeface="Open Sans"/>
              <a:buChar char="○"/>
              <a:defRPr>
                <a:solidFill>
                  <a:schemeClr val="dk1"/>
                </a:solidFill>
                <a:latin typeface="Open Sans"/>
                <a:ea typeface="Open Sans"/>
                <a:cs typeface="Open Sans"/>
                <a:sym typeface="Open Sans"/>
              </a:defRPr>
            </a:lvl2pPr>
            <a:lvl3pPr marL="1371600" lvl="2" indent="-317500">
              <a:lnSpc>
                <a:spcPct val="115000"/>
              </a:lnSpc>
              <a:spcBef>
                <a:spcPts val="1600"/>
              </a:spcBef>
              <a:spcAft>
                <a:spcPts val="0"/>
              </a:spcAft>
              <a:buClr>
                <a:schemeClr val="dk1"/>
              </a:buClr>
              <a:buSzPts val="1400"/>
              <a:buFont typeface="Open Sans"/>
              <a:buChar char="■"/>
              <a:defRPr>
                <a:solidFill>
                  <a:schemeClr val="dk1"/>
                </a:solidFill>
                <a:latin typeface="Open Sans"/>
                <a:ea typeface="Open Sans"/>
                <a:cs typeface="Open Sans"/>
                <a:sym typeface="Open Sans"/>
              </a:defRPr>
            </a:lvl3pPr>
            <a:lvl4pPr marL="1828800" lvl="3" indent="-317500">
              <a:lnSpc>
                <a:spcPct val="115000"/>
              </a:lnSpc>
              <a:spcBef>
                <a:spcPts val="1600"/>
              </a:spcBef>
              <a:spcAft>
                <a:spcPts val="0"/>
              </a:spcAft>
              <a:buClr>
                <a:schemeClr val="dk1"/>
              </a:buClr>
              <a:buSzPts val="1400"/>
              <a:buFont typeface="Open Sans"/>
              <a:buChar char="●"/>
              <a:defRPr>
                <a:solidFill>
                  <a:schemeClr val="dk1"/>
                </a:solidFill>
                <a:latin typeface="Open Sans"/>
                <a:ea typeface="Open Sans"/>
                <a:cs typeface="Open Sans"/>
                <a:sym typeface="Open Sans"/>
              </a:defRPr>
            </a:lvl4pPr>
            <a:lvl5pPr marL="2286000" lvl="4" indent="-317500">
              <a:lnSpc>
                <a:spcPct val="115000"/>
              </a:lnSpc>
              <a:spcBef>
                <a:spcPts val="1600"/>
              </a:spcBef>
              <a:spcAft>
                <a:spcPts val="0"/>
              </a:spcAft>
              <a:buClr>
                <a:schemeClr val="dk1"/>
              </a:buClr>
              <a:buSzPts val="1400"/>
              <a:buFont typeface="Open Sans"/>
              <a:buChar char="○"/>
              <a:defRPr>
                <a:solidFill>
                  <a:schemeClr val="dk1"/>
                </a:solidFill>
                <a:latin typeface="Open Sans"/>
                <a:ea typeface="Open Sans"/>
                <a:cs typeface="Open Sans"/>
                <a:sym typeface="Open Sans"/>
              </a:defRPr>
            </a:lvl5pPr>
            <a:lvl6pPr marL="2743200" lvl="5" indent="-317500">
              <a:lnSpc>
                <a:spcPct val="115000"/>
              </a:lnSpc>
              <a:spcBef>
                <a:spcPts val="1600"/>
              </a:spcBef>
              <a:spcAft>
                <a:spcPts val="0"/>
              </a:spcAft>
              <a:buClr>
                <a:schemeClr val="dk1"/>
              </a:buClr>
              <a:buSzPts val="1400"/>
              <a:buFont typeface="Open Sans"/>
              <a:buChar char="■"/>
              <a:defRPr>
                <a:solidFill>
                  <a:schemeClr val="dk1"/>
                </a:solidFill>
                <a:latin typeface="Open Sans"/>
                <a:ea typeface="Open Sans"/>
                <a:cs typeface="Open Sans"/>
                <a:sym typeface="Open Sans"/>
              </a:defRPr>
            </a:lvl6pPr>
            <a:lvl7pPr marL="3200400" lvl="6" indent="-317500">
              <a:lnSpc>
                <a:spcPct val="115000"/>
              </a:lnSpc>
              <a:spcBef>
                <a:spcPts val="1600"/>
              </a:spcBef>
              <a:spcAft>
                <a:spcPts val="0"/>
              </a:spcAft>
              <a:buClr>
                <a:schemeClr val="dk1"/>
              </a:buClr>
              <a:buSzPts val="1400"/>
              <a:buFont typeface="Open Sans"/>
              <a:buChar char="●"/>
              <a:defRPr>
                <a:solidFill>
                  <a:schemeClr val="dk1"/>
                </a:solidFill>
                <a:latin typeface="Open Sans"/>
                <a:ea typeface="Open Sans"/>
                <a:cs typeface="Open Sans"/>
                <a:sym typeface="Open Sans"/>
              </a:defRPr>
            </a:lvl7pPr>
            <a:lvl8pPr marL="3657600" lvl="7" indent="-317500">
              <a:lnSpc>
                <a:spcPct val="115000"/>
              </a:lnSpc>
              <a:spcBef>
                <a:spcPts val="1600"/>
              </a:spcBef>
              <a:spcAft>
                <a:spcPts val="0"/>
              </a:spcAft>
              <a:buClr>
                <a:schemeClr val="dk1"/>
              </a:buClr>
              <a:buSzPts val="1400"/>
              <a:buFont typeface="Open Sans"/>
              <a:buChar char="○"/>
              <a:defRPr>
                <a:solidFill>
                  <a:schemeClr val="dk1"/>
                </a:solidFill>
                <a:latin typeface="Open Sans"/>
                <a:ea typeface="Open Sans"/>
                <a:cs typeface="Open Sans"/>
                <a:sym typeface="Open Sans"/>
              </a:defRPr>
            </a:lvl8pPr>
            <a:lvl9pPr marL="4114800" lvl="8" indent="-317500">
              <a:lnSpc>
                <a:spcPct val="115000"/>
              </a:lnSpc>
              <a:spcBef>
                <a:spcPts val="1600"/>
              </a:spcBef>
              <a:spcAft>
                <a:spcPts val="1600"/>
              </a:spcAft>
              <a:buClr>
                <a:schemeClr val="dk1"/>
              </a:buClr>
              <a:buSzPts val="1400"/>
              <a:buFont typeface="Open Sans"/>
              <a:buChar char="■"/>
              <a:defRPr>
                <a:solidFill>
                  <a:schemeClr val="dk1"/>
                </a:solidFill>
                <a:latin typeface="Open Sans"/>
                <a:ea typeface="Open Sans"/>
                <a:cs typeface="Open Sans"/>
                <a:sym typeface="Open Sans"/>
              </a:defRPr>
            </a:lvl9pPr>
          </a:lstStyle>
          <a:p>
            <a:endParaRPr dirty="0"/>
          </a:p>
        </p:txBody>
      </p:sp>
      <p:sp>
        <p:nvSpPr>
          <p:cNvPr id="8" name="Google Shape;8;p1"/>
          <p:cNvSpPr txBox="1">
            <a:spLocks noGrp="1"/>
          </p:cNvSpPr>
          <p:nvPr>
            <p:ph type="sldNum" idx="12"/>
          </p:nvPr>
        </p:nvSpPr>
        <p:spPr>
          <a:xfrm>
            <a:off x="8472458" y="6217622"/>
            <a:ext cx="548700" cy="524700"/>
          </a:xfrm>
          <a:prstGeom prst="rect">
            <a:avLst/>
          </a:prstGeom>
          <a:noFill/>
          <a:ln>
            <a:noFill/>
          </a:ln>
        </p:spPr>
        <p:txBody>
          <a:bodyPr spcFirstLastPara="1" wrap="square" lIns="91425" tIns="91425" rIns="91425" bIns="91425" anchor="ctr" anchorCtr="0">
            <a:noAutofit/>
          </a:bodyPr>
          <a:lstStyle>
            <a:lvl1pPr lvl="0" algn="r">
              <a:buNone/>
              <a:defRPr sz="1000">
                <a:solidFill>
                  <a:schemeClr val="dk1"/>
                </a:solidFill>
                <a:latin typeface="Economica"/>
                <a:ea typeface="Economica"/>
                <a:cs typeface="Economica"/>
                <a:sym typeface="Economica"/>
              </a:defRPr>
            </a:lvl1pPr>
            <a:lvl2pPr lvl="1" algn="r">
              <a:buNone/>
              <a:defRPr sz="1000">
                <a:solidFill>
                  <a:schemeClr val="dk1"/>
                </a:solidFill>
                <a:latin typeface="Economica"/>
                <a:ea typeface="Economica"/>
                <a:cs typeface="Economica"/>
                <a:sym typeface="Economica"/>
              </a:defRPr>
            </a:lvl2pPr>
            <a:lvl3pPr lvl="2" algn="r">
              <a:buNone/>
              <a:defRPr sz="1000">
                <a:solidFill>
                  <a:schemeClr val="dk1"/>
                </a:solidFill>
                <a:latin typeface="Economica"/>
                <a:ea typeface="Economica"/>
                <a:cs typeface="Economica"/>
                <a:sym typeface="Economica"/>
              </a:defRPr>
            </a:lvl3pPr>
            <a:lvl4pPr lvl="3" algn="r">
              <a:buNone/>
              <a:defRPr sz="1000">
                <a:solidFill>
                  <a:schemeClr val="dk1"/>
                </a:solidFill>
                <a:latin typeface="Economica"/>
                <a:ea typeface="Economica"/>
                <a:cs typeface="Economica"/>
                <a:sym typeface="Economica"/>
              </a:defRPr>
            </a:lvl4pPr>
            <a:lvl5pPr lvl="4" algn="r">
              <a:buNone/>
              <a:defRPr sz="1000">
                <a:solidFill>
                  <a:schemeClr val="dk1"/>
                </a:solidFill>
                <a:latin typeface="Economica"/>
                <a:ea typeface="Economica"/>
                <a:cs typeface="Economica"/>
                <a:sym typeface="Economica"/>
              </a:defRPr>
            </a:lvl5pPr>
            <a:lvl6pPr lvl="5" algn="r">
              <a:buNone/>
              <a:defRPr sz="1000">
                <a:solidFill>
                  <a:schemeClr val="dk1"/>
                </a:solidFill>
                <a:latin typeface="Economica"/>
                <a:ea typeface="Economica"/>
                <a:cs typeface="Economica"/>
                <a:sym typeface="Economica"/>
              </a:defRPr>
            </a:lvl6pPr>
            <a:lvl7pPr lvl="6" algn="r">
              <a:buNone/>
              <a:defRPr sz="1000">
                <a:solidFill>
                  <a:schemeClr val="dk1"/>
                </a:solidFill>
                <a:latin typeface="Economica"/>
                <a:ea typeface="Economica"/>
                <a:cs typeface="Economica"/>
                <a:sym typeface="Economica"/>
              </a:defRPr>
            </a:lvl7pPr>
            <a:lvl8pPr lvl="7" algn="r">
              <a:buNone/>
              <a:defRPr sz="1000">
                <a:solidFill>
                  <a:schemeClr val="dk1"/>
                </a:solidFill>
                <a:latin typeface="Economica"/>
                <a:ea typeface="Economica"/>
                <a:cs typeface="Economica"/>
                <a:sym typeface="Economica"/>
              </a:defRPr>
            </a:lvl8pPr>
            <a:lvl9pPr lvl="8" algn="r">
              <a:buNone/>
              <a:defRPr sz="1000">
                <a:solidFill>
                  <a:schemeClr val="dk1"/>
                </a:solidFill>
                <a:latin typeface="Economica"/>
                <a:ea typeface="Economica"/>
                <a:cs typeface="Economica"/>
                <a:sym typeface="Economica"/>
              </a:defRPr>
            </a:lvl9pPr>
          </a:lstStyle>
          <a:p>
            <a:pPr marL="0" lvl="0" indent="0" algn="r" rtl="0">
              <a:spcBef>
                <a:spcPts val="0"/>
              </a:spcBef>
              <a:spcAft>
                <a:spcPts val="0"/>
              </a:spcAft>
              <a:buNone/>
            </a:pPr>
            <a:fld id="{00000000-1234-1234-1234-123412341234}" type="slidenum">
              <a:rPr lang="en-GB"/>
              <a:t>‹N›</a:t>
            </a:fld>
            <a:endParaRPr/>
          </a:p>
        </p:txBody>
      </p:sp>
    </p:spTree>
  </p:cSld>
  <p:clrMap bg1="lt1" tx1="dk1" bg2="dk2" tx2="lt2" accent1="accent1" accent2="accent2" accent3="accent3" accent4="accent4" accent5="accent5" accent6="accent6" hlink="hlink" folHlink="folHlink"/>
  <p:sldLayoutIdLst>
    <p:sldLayoutId id="2147483648"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60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5.xml"/><Relationship Id="rId1" Type="http://schemas.openxmlformats.org/officeDocument/2006/relationships/slideLayout" Target="../slideLayouts/slideLayout2.xml"/><Relationship Id="rId4" Type="http://schemas.openxmlformats.org/officeDocument/2006/relationships/image" Target="../media/image12.png"/></Relationships>
</file>

<file path=ppt/slides/_rels/slide16.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8.xml"/><Relationship Id="rId1" Type="http://schemas.openxmlformats.org/officeDocument/2006/relationships/slideLayout" Target="../slideLayouts/slideLayout2.xml"/><Relationship Id="rId4" Type="http://schemas.openxmlformats.org/officeDocument/2006/relationships/image" Target="../media/image16.png"/></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20.xml"/><Relationship Id="rId1" Type="http://schemas.openxmlformats.org/officeDocument/2006/relationships/slideLayout" Target="../slideLayouts/slideLayout2.xml"/><Relationship Id="rId4" Type="http://schemas.openxmlformats.org/officeDocument/2006/relationships/image" Target="../media/image18.png"/></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61"/>
        <p:cNvGrpSpPr/>
        <p:nvPr/>
      </p:nvGrpSpPr>
      <p:grpSpPr>
        <a:xfrm>
          <a:off x="0" y="0"/>
          <a:ext cx="0" cy="0"/>
          <a:chOff x="0" y="0"/>
          <a:chExt cx="0" cy="0"/>
        </a:xfrm>
      </p:grpSpPr>
      <p:sp>
        <p:nvSpPr>
          <p:cNvPr id="62" name="Google Shape;62;p13"/>
          <p:cNvSpPr txBox="1">
            <a:spLocks noGrp="1"/>
          </p:cNvSpPr>
          <p:nvPr>
            <p:ph type="ctrTitle"/>
          </p:nvPr>
        </p:nvSpPr>
        <p:spPr>
          <a:xfrm>
            <a:off x="2888012" y="1937550"/>
            <a:ext cx="3367975" cy="2049600"/>
          </a:xfrm>
          <a:prstGeom prst="rect">
            <a:avLst/>
          </a:prstGeom>
        </p:spPr>
        <p:txBody>
          <a:bodyPr spcFirstLastPara="1" wrap="square" lIns="91425" tIns="91425" rIns="91425" bIns="91425" anchor="b" anchorCtr="0">
            <a:noAutofit/>
          </a:bodyPr>
          <a:lstStyle/>
          <a:p>
            <a:pPr lvl="0"/>
            <a:r>
              <a:rPr lang="en-GB" dirty="0"/>
              <a:t>The Reinforcement Learning Problem</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82"/>
        <p:cNvGrpSpPr/>
        <p:nvPr/>
      </p:nvGrpSpPr>
      <p:grpSpPr>
        <a:xfrm>
          <a:off x="0" y="0"/>
          <a:ext cx="0" cy="0"/>
          <a:chOff x="0" y="0"/>
          <a:chExt cx="0" cy="0"/>
        </a:xfrm>
      </p:grpSpPr>
      <p:sp>
        <p:nvSpPr>
          <p:cNvPr id="83" name="Google Shape;83;p14"/>
          <p:cNvSpPr txBox="1">
            <a:spLocks noGrp="1"/>
          </p:cNvSpPr>
          <p:nvPr>
            <p:ph type="title" idx="4294967295"/>
          </p:nvPr>
        </p:nvSpPr>
        <p:spPr>
          <a:xfrm>
            <a:off x="311700" y="421233"/>
            <a:ext cx="8520600" cy="6225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GB" dirty="0"/>
              <a:t>Objectives</a:t>
            </a:r>
            <a:endParaRPr dirty="0"/>
          </a:p>
        </p:txBody>
      </p:sp>
      <p:sp>
        <p:nvSpPr>
          <p:cNvPr id="84" name="Google Shape;84;p14"/>
          <p:cNvSpPr txBox="1">
            <a:spLocks noGrp="1"/>
          </p:cNvSpPr>
          <p:nvPr>
            <p:ph type="body" idx="1"/>
          </p:nvPr>
        </p:nvSpPr>
        <p:spPr>
          <a:xfrm>
            <a:off x="311700" y="1388403"/>
            <a:ext cx="8520600" cy="4291037"/>
          </a:xfrm>
          <a:prstGeom prst="rect">
            <a:avLst/>
          </a:prstGeom>
        </p:spPr>
        <p:txBody>
          <a:bodyPr spcFirstLastPara="1" wrap="square" lIns="91425" tIns="91425" rIns="91425" bIns="91425" anchor="t" anchorCtr="0">
            <a:noAutofit/>
          </a:bodyPr>
          <a:lstStyle/>
          <a:p>
            <a:pPr lvl="0"/>
            <a:r>
              <a:rPr lang="en-GB" sz="1800" dirty="0"/>
              <a:t>Problem definition</a:t>
            </a:r>
          </a:p>
          <a:p>
            <a:pPr lvl="0"/>
            <a:r>
              <a:rPr lang="en-GB" sz="1800" dirty="0"/>
              <a:t>Agent, Environment, States, Observations, Actions and Rewards</a:t>
            </a:r>
          </a:p>
          <a:p>
            <a:pPr lvl="0"/>
            <a:r>
              <a:rPr lang="en-GB" sz="1800" dirty="0"/>
              <a:t>The learning cycle</a:t>
            </a:r>
          </a:p>
          <a:p>
            <a:pPr lvl="0"/>
            <a:r>
              <a:rPr lang="en-GB" sz="1800" dirty="0"/>
              <a:t>Steps, Episodes and Experience</a:t>
            </a:r>
          </a:p>
          <a:p>
            <a:pPr lvl="0"/>
            <a:r>
              <a:rPr lang="en-GB" sz="1800" dirty="0"/>
              <a:t>Challenges: delayed consequences, exploration vs exploitation, learning from sampled feedback, </a:t>
            </a:r>
          </a:p>
          <a:p>
            <a:pPr lvl="0"/>
            <a:r>
              <a:rPr lang="en-GB" sz="1800" dirty="0"/>
              <a:t>Markov Decision Process</a:t>
            </a:r>
          </a:p>
          <a:p>
            <a:pPr lvl="0"/>
            <a:r>
              <a:rPr lang="en-GB" sz="1800" dirty="0"/>
              <a:t>The Transition function</a:t>
            </a:r>
          </a:p>
          <a:p>
            <a:pPr lvl="0"/>
            <a:r>
              <a:rPr lang="en-GB" sz="1800" dirty="0"/>
              <a:t>The Reward function</a:t>
            </a:r>
          </a:p>
          <a:p>
            <a:pPr lvl="0"/>
            <a:r>
              <a:rPr lang="en-GB" sz="1800" dirty="0"/>
              <a:t>The Return</a:t>
            </a:r>
          </a:p>
          <a:p>
            <a:pPr lvl="0"/>
            <a:r>
              <a:rPr lang="en-GB" sz="1800" dirty="0"/>
              <a:t>Example: the frozen lake</a:t>
            </a:r>
          </a:p>
          <a:p>
            <a:pPr lvl="0"/>
            <a:r>
              <a:rPr lang="en-GB" sz="1800" dirty="0"/>
              <a:t>Plan and Policy</a:t>
            </a:r>
            <a:endParaRPr lang="en-GB"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82"/>
        <p:cNvGrpSpPr/>
        <p:nvPr/>
      </p:nvGrpSpPr>
      <p:grpSpPr>
        <a:xfrm>
          <a:off x="0" y="0"/>
          <a:ext cx="0" cy="0"/>
          <a:chOff x="0" y="0"/>
          <a:chExt cx="0" cy="0"/>
        </a:xfrm>
      </p:grpSpPr>
      <p:sp>
        <p:nvSpPr>
          <p:cNvPr id="83" name="Google Shape;83;p14"/>
          <p:cNvSpPr txBox="1">
            <a:spLocks noGrp="1"/>
          </p:cNvSpPr>
          <p:nvPr>
            <p:ph type="title" idx="4294967295"/>
          </p:nvPr>
        </p:nvSpPr>
        <p:spPr>
          <a:xfrm>
            <a:off x="311700" y="421233"/>
            <a:ext cx="8520600" cy="622500"/>
          </a:xfrm>
          <a:prstGeom prst="rect">
            <a:avLst/>
          </a:prstGeom>
        </p:spPr>
        <p:txBody>
          <a:bodyPr spcFirstLastPara="1" wrap="square" lIns="91425" tIns="91425" rIns="91425" bIns="91425" anchor="b" anchorCtr="0">
            <a:noAutofit/>
          </a:bodyPr>
          <a:lstStyle/>
          <a:p>
            <a:pPr lvl="0"/>
            <a:r>
              <a:rPr lang="en-GB" sz="4000" dirty="0"/>
              <a:t>Problem definition</a:t>
            </a:r>
            <a:endParaRPr sz="4000" dirty="0"/>
          </a:p>
        </p:txBody>
      </p:sp>
      <p:sp>
        <p:nvSpPr>
          <p:cNvPr id="84" name="Google Shape;84;p14"/>
          <p:cNvSpPr txBox="1">
            <a:spLocks noGrp="1"/>
          </p:cNvSpPr>
          <p:nvPr>
            <p:ph type="body" idx="1"/>
          </p:nvPr>
        </p:nvSpPr>
        <p:spPr>
          <a:xfrm>
            <a:off x="162750" y="1212537"/>
            <a:ext cx="8818500" cy="5224230"/>
          </a:xfrm>
          <a:prstGeom prst="rect">
            <a:avLst/>
          </a:prstGeom>
        </p:spPr>
        <p:txBody>
          <a:bodyPr spcFirstLastPara="1" wrap="square" lIns="91425" tIns="91425" rIns="91425" bIns="91425" anchor="t" anchorCtr="0">
            <a:noAutofit/>
          </a:bodyPr>
          <a:lstStyle/>
          <a:p>
            <a:pPr lvl="0"/>
            <a:r>
              <a:rPr lang="en-GB" dirty="0"/>
              <a:t>Humans naturally look for happiness</a:t>
            </a:r>
          </a:p>
          <a:p>
            <a:pPr lvl="1">
              <a:spcBef>
                <a:spcPts val="0"/>
              </a:spcBef>
              <a:spcAft>
                <a:spcPts val="0"/>
              </a:spcAft>
            </a:pPr>
            <a:r>
              <a:rPr lang="en-GB" dirty="0"/>
              <a:t>from picking out our meals…</a:t>
            </a:r>
          </a:p>
          <a:p>
            <a:pPr lvl="1">
              <a:spcBef>
                <a:spcPts val="0"/>
              </a:spcBef>
              <a:spcAft>
                <a:spcPts val="0"/>
              </a:spcAft>
            </a:pPr>
            <a:r>
              <a:rPr lang="en-GB" dirty="0"/>
              <a:t>…to advancing our careers</a:t>
            </a:r>
          </a:p>
          <a:p>
            <a:r>
              <a:rPr lang="en-GB" dirty="0"/>
              <a:t>Every </a:t>
            </a:r>
            <a:r>
              <a:rPr lang="en-GB" b="1" dirty="0"/>
              <a:t>action</a:t>
            </a:r>
            <a:r>
              <a:rPr lang="en-GB" dirty="0"/>
              <a:t> we choose is derived from our willing to experience </a:t>
            </a:r>
            <a:r>
              <a:rPr lang="en-GB" b="1" dirty="0"/>
              <a:t>rewarding</a:t>
            </a:r>
            <a:r>
              <a:rPr lang="en-GB" dirty="0"/>
              <a:t> moments in life</a:t>
            </a:r>
          </a:p>
          <a:p>
            <a:endParaRPr lang="en-GB" dirty="0"/>
          </a:p>
          <a:p>
            <a:endParaRPr lang="en-GB" dirty="0"/>
          </a:p>
          <a:p>
            <a:endParaRPr lang="en-GB" dirty="0"/>
          </a:p>
          <a:p>
            <a:endParaRPr lang="en-GB" dirty="0"/>
          </a:p>
          <a:p>
            <a:r>
              <a:rPr lang="en-GB" b="1" dirty="0"/>
              <a:t>Reinforcement learning </a:t>
            </a:r>
            <a:r>
              <a:rPr lang="en-GB" dirty="0"/>
              <a:t>(RL) is the task </a:t>
            </a:r>
            <a:r>
              <a:rPr lang="en-GB" b="1" dirty="0"/>
              <a:t>of learning through trial and error</a:t>
            </a:r>
          </a:p>
          <a:p>
            <a:pPr lvl="1">
              <a:spcBef>
                <a:spcPts val="0"/>
              </a:spcBef>
              <a:spcAft>
                <a:spcPts val="0"/>
              </a:spcAft>
            </a:pPr>
            <a:r>
              <a:rPr lang="en-GB" dirty="0"/>
              <a:t>no human labels data</a:t>
            </a:r>
          </a:p>
          <a:p>
            <a:pPr lvl="1">
              <a:spcBef>
                <a:spcPts val="0"/>
              </a:spcBef>
              <a:spcAft>
                <a:spcPts val="0"/>
              </a:spcAft>
            </a:pPr>
            <a:r>
              <a:rPr lang="en-GB" dirty="0"/>
              <a:t>no human collects or explicitly designs the collection of data</a:t>
            </a:r>
          </a:p>
          <a:p>
            <a:pPr lvl="1">
              <a:spcBef>
                <a:spcPts val="0"/>
              </a:spcBef>
              <a:spcAft>
                <a:spcPts val="0"/>
              </a:spcAft>
            </a:pPr>
            <a:r>
              <a:rPr lang="en-GB" dirty="0"/>
              <a:t>the goal in RL is </a:t>
            </a:r>
            <a:r>
              <a:rPr lang="en-GB" b="1" dirty="0"/>
              <a:t>to act</a:t>
            </a:r>
          </a:p>
          <a:p>
            <a:pPr lvl="0"/>
            <a:endParaRPr lang="en-GB" dirty="0"/>
          </a:p>
          <a:p>
            <a:pPr lvl="0"/>
            <a:endParaRPr lang="en-GB" dirty="0"/>
          </a:p>
          <a:p>
            <a:pPr lvl="1"/>
            <a:endParaRPr lang="en-GB" dirty="0"/>
          </a:p>
        </p:txBody>
      </p:sp>
      <p:pic>
        <p:nvPicPr>
          <p:cNvPr id="3" name="Immagine 2">
            <a:extLst>
              <a:ext uri="{FF2B5EF4-FFF2-40B4-BE49-F238E27FC236}">
                <a16:creationId xmlns:a16="http://schemas.microsoft.com/office/drawing/2014/main" id="{7C3A0E80-63B4-43A9-288E-9ED466FF95EB}"/>
              </a:ext>
            </a:extLst>
          </p:cNvPr>
          <p:cNvPicPr>
            <a:picLocks noChangeAspect="1"/>
          </p:cNvPicPr>
          <p:nvPr/>
        </p:nvPicPr>
        <p:blipFill>
          <a:blip r:embed="rId3"/>
          <a:stretch>
            <a:fillRect/>
          </a:stretch>
        </p:blipFill>
        <p:spPr>
          <a:xfrm>
            <a:off x="1208850" y="4333700"/>
            <a:ext cx="7772400" cy="3023949"/>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82"/>
        <p:cNvGrpSpPr/>
        <p:nvPr/>
      </p:nvGrpSpPr>
      <p:grpSpPr>
        <a:xfrm>
          <a:off x="0" y="0"/>
          <a:ext cx="0" cy="0"/>
          <a:chOff x="0" y="0"/>
          <a:chExt cx="0" cy="0"/>
        </a:xfrm>
      </p:grpSpPr>
      <p:sp>
        <p:nvSpPr>
          <p:cNvPr id="83" name="Google Shape;83;p14"/>
          <p:cNvSpPr txBox="1">
            <a:spLocks noGrp="1"/>
          </p:cNvSpPr>
          <p:nvPr>
            <p:ph type="title" idx="4294967295"/>
          </p:nvPr>
        </p:nvSpPr>
        <p:spPr>
          <a:xfrm>
            <a:off x="311700" y="421233"/>
            <a:ext cx="8520600" cy="622500"/>
          </a:xfrm>
          <a:prstGeom prst="rect">
            <a:avLst/>
          </a:prstGeom>
        </p:spPr>
        <p:txBody>
          <a:bodyPr spcFirstLastPara="1" wrap="square" lIns="91425" tIns="91425" rIns="91425" bIns="91425" anchor="b" anchorCtr="0">
            <a:noAutofit/>
          </a:bodyPr>
          <a:lstStyle/>
          <a:p>
            <a:pPr lvl="0"/>
            <a:r>
              <a:rPr lang="en-GB" sz="4000" dirty="0"/>
              <a:t>Agent and Environment</a:t>
            </a:r>
            <a:endParaRPr sz="4000" dirty="0"/>
          </a:p>
        </p:txBody>
      </p:sp>
      <p:sp>
        <p:nvSpPr>
          <p:cNvPr id="84" name="Google Shape;84;p14"/>
          <p:cNvSpPr txBox="1">
            <a:spLocks noGrp="1"/>
          </p:cNvSpPr>
          <p:nvPr>
            <p:ph type="body" idx="1"/>
          </p:nvPr>
        </p:nvSpPr>
        <p:spPr>
          <a:xfrm>
            <a:off x="162750" y="1008107"/>
            <a:ext cx="8669550" cy="5220165"/>
          </a:xfrm>
          <a:prstGeom prst="rect">
            <a:avLst/>
          </a:prstGeom>
        </p:spPr>
        <p:txBody>
          <a:bodyPr spcFirstLastPara="1" wrap="square" lIns="91425" tIns="91425" rIns="91425" bIns="91425" anchor="t" anchorCtr="0">
            <a:noAutofit/>
          </a:bodyPr>
          <a:lstStyle/>
          <a:p>
            <a:pPr lvl="0"/>
            <a:r>
              <a:rPr lang="en-GB" dirty="0"/>
              <a:t>The </a:t>
            </a:r>
            <a:r>
              <a:rPr lang="en-GB" b="1" dirty="0"/>
              <a:t>agent</a:t>
            </a:r>
            <a:r>
              <a:rPr lang="en-GB" dirty="0"/>
              <a:t> is not told which actions to take, it must discover which actions provide the most reward by trying them on its </a:t>
            </a:r>
            <a:r>
              <a:rPr lang="en-GB" b="1" dirty="0"/>
              <a:t>environment</a:t>
            </a:r>
          </a:p>
          <a:p>
            <a:pPr lvl="1"/>
            <a:r>
              <a:rPr lang="en-GB" dirty="0"/>
              <a:t>everything </a:t>
            </a:r>
            <a:r>
              <a:rPr lang="en-GB" b="1" dirty="0"/>
              <a:t>outside</a:t>
            </a:r>
            <a:r>
              <a:rPr lang="en-GB" dirty="0"/>
              <a:t> the agent</a:t>
            </a:r>
          </a:p>
          <a:p>
            <a:pPr lvl="1"/>
            <a:r>
              <a:rPr lang="en-GB" dirty="0"/>
              <a:t>everything the agent has </a:t>
            </a:r>
            <a:r>
              <a:rPr lang="en-GB" b="1" dirty="0"/>
              <a:t>no total control over</a:t>
            </a:r>
          </a:p>
          <a:p>
            <a:pPr lvl="1"/>
            <a:endParaRPr lang="en-GB" b="1" dirty="0"/>
          </a:p>
          <a:p>
            <a:pPr lvl="1"/>
            <a:endParaRPr lang="en-GB" b="1" dirty="0"/>
          </a:p>
          <a:p>
            <a:pPr lvl="1"/>
            <a:endParaRPr lang="en-GB" b="1" dirty="0"/>
          </a:p>
          <a:p>
            <a:pPr lvl="1"/>
            <a:endParaRPr lang="en-GB" b="1" dirty="0"/>
          </a:p>
          <a:p>
            <a:pPr lvl="1"/>
            <a:endParaRPr lang="en-GB" b="1" dirty="0"/>
          </a:p>
          <a:p>
            <a:pPr lvl="1"/>
            <a:endParaRPr lang="en-GB" b="1" dirty="0"/>
          </a:p>
          <a:p>
            <a:pPr lvl="1"/>
            <a:endParaRPr lang="en-GB" b="1" dirty="0"/>
          </a:p>
          <a:p>
            <a:pPr lvl="1"/>
            <a:endParaRPr lang="en-GB" dirty="0"/>
          </a:p>
          <a:p>
            <a:pPr lvl="1"/>
            <a:endParaRPr lang="en-GB" dirty="0"/>
          </a:p>
          <a:p>
            <a:r>
              <a:rPr lang="en-GB" dirty="0"/>
              <a:t>The objects to be picked up, the tray where the objects lay, the wind, the robot arm and everything outside the decision maker are part of the environment </a:t>
            </a:r>
          </a:p>
          <a:p>
            <a:pPr lvl="0"/>
            <a:endParaRPr lang="en-GB" dirty="0"/>
          </a:p>
          <a:p>
            <a:pPr lvl="1"/>
            <a:endParaRPr lang="en-GB" dirty="0"/>
          </a:p>
        </p:txBody>
      </p:sp>
      <p:pic>
        <p:nvPicPr>
          <p:cNvPr id="3" name="Immagine 2" descr="Immagine che contiene diagramma, testo, linea, Piano&#10;&#10;Descrizione generata automaticamente">
            <a:extLst>
              <a:ext uri="{FF2B5EF4-FFF2-40B4-BE49-F238E27FC236}">
                <a16:creationId xmlns:a16="http://schemas.microsoft.com/office/drawing/2014/main" id="{22623F0E-AEAA-0B39-07F4-FC3957B38578}"/>
              </a:ext>
            </a:extLst>
          </p:cNvPr>
          <p:cNvPicPr>
            <a:picLocks noChangeAspect="1"/>
          </p:cNvPicPr>
          <p:nvPr/>
        </p:nvPicPr>
        <p:blipFill>
          <a:blip r:embed="rId3"/>
          <a:stretch>
            <a:fillRect/>
          </a:stretch>
        </p:blipFill>
        <p:spPr>
          <a:xfrm>
            <a:off x="1065402" y="2499710"/>
            <a:ext cx="6375633" cy="3350183"/>
          </a:xfrm>
          <a:prstGeom prst="rect">
            <a:avLst/>
          </a:prstGeom>
        </p:spPr>
      </p:pic>
    </p:spTree>
    <p:extLst>
      <p:ext uri="{BB962C8B-B14F-4D97-AF65-F5344CB8AC3E}">
        <p14:creationId xmlns:p14="http://schemas.microsoft.com/office/powerpoint/2010/main" val="426092513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82"/>
        <p:cNvGrpSpPr/>
        <p:nvPr/>
      </p:nvGrpSpPr>
      <p:grpSpPr>
        <a:xfrm>
          <a:off x="0" y="0"/>
          <a:ext cx="0" cy="0"/>
          <a:chOff x="0" y="0"/>
          <a:chExt cx="0" cy="0"/>
        </a:xfrm>
      </p:grpSpPr>
      <p:sp>
        <p:nvSpPr>
          <p:cNvPr id="83" name="Google Shape;83;p14"/>
          <p:cNvSpPr txBox="1">
            <a:spLocks noGrp="1"/>
          </p:cNvSpPr>
          <p:nvPr>
            <p:ph type="title" idx="4294967295"/>
          </p:nvPr>
        </p:nvSpPr>
        <p:spPr>
          <a:xfrm>
            <a:off x="311700" y="421233"/>
            <a:ext cx="8520600" cy="622500"/>
          </a:xfrm>
          <a:prstGeom prst="rect">
            <a:avLst/>
          </a:prstGeom>
        </p:spPr>
        <p:txBody>
          <a:bodyPr spcFirstLastPara="1" wrap="square" lIns="91425" tIns="91425" rIns="91425" bIns="91425" anchor="b" anchorCtr="0">
            <a:noAutofit/>
          </a:bodyPr>
          <a:lstStyle/>
          <a:p>
            <a:pPr lvl="0"/>
            <a:r>
              <a:rPr lang="en-GB" sz="4000" dirty="0"/>
              <a:t>State Space and Observations</a:t>
            </a:r>
            <a:endParaRPr sz="4000" dirty="0"/>
          </a:p>
        </p:txBody>
      </p:sp>
      <p:sp>
        <p:nvSpPr>
          <p:cNvPr id="84" name="Google Shape;84;p14"/>
          <p:cNvSpPr txBox="1">
            <a:spLocks noGrp="1"/>
          </p:cNvSpPr>
          <p:nvPr>
            <p:ph type="body" idx="1"/>
          </p:nvPr>
        </p:nvSpPr>
        <p:spPr>
          <a:xfrm>
            <a:off x="162750" y="1212537"/>
            <a:ext cx="8818500" cy="5100000"/>
          </a:xfrm>
          <a:prstGeom prst="rect">
            <a:avLst/>
          </a:prstGeom>
        </p:spPr>
        <p:txBody>
          <a:bodyPr spcFirstLastPara="1" wrap="square" lIns="91425" tIns="91425" rIns="91425" bIns="91425" anchor="t" anchorCtr="0">
            <a:noAutofit/>
          </a:bodyPr>
          <a:lstStyle/>
          <a:p>
            <a:pPr lvl="0"/>
            <a:r>
              <a:rPr lang="en-GB" dirty="0"/>
              <a:t>The environment is represented by a </a:t>
            </a:r>
            <a:r>
              <a:rPr lang="en-GB" b="1" dirty="0"/>
              <a:t>set of variables </a:t>
            </a:r>
            <a:r>
              <a:rPr lang="en-GB" dirty="0"/>
              <a:t>related to the problem</a:t>
            </a:r>
          </a:p>
          <a:p>
            <a:pPr lvl="1"/>
            <a:r>
              <a:rPr lang="en-GB" dirty="0"/>
              <a:t>in the robotic arm example: location of objects, location and velocities of the arm </a:t>
            </a:r>
          </a:p>
          <a:p>
            <a:r>
              <a:rPr lang="en-GB" dirty="0"/>
              <a:t>This set and </a:t>
            </a:r>
            <a:r>
              <a:rPr lang="en-GB" b="1" dirty="0"/>
              <a:t>all the possible values </a:t>
            </a:r>
            <a:r>
              <a:rPr lang="en-GB" dirty="0"/>
              <a:t>that variables can take are referred to as the </a:t>
            </a:r>
            <a:r>
              <a:rPr lang="en-GB" b="1" dirty="0"/>
              <a:t>state space</a:t>
            </a:r>
            <a:r>
              <a:rPr lang="en-GB" dirty="0"/>
              <a:t> </a:t>
            </a:r>
          </a:p>
          <a:p>
            <a:pPr lvl="1"/>
            <a:r>
              <a:rPr lang="en-GB" dirty="0"/>
              <a:t>a state is an instantiation of the state space: a set of values the variables take</a:t>
            </a:r>
          </a:p>
          <a:p>
            <a:r>
              <a:rPr lang="en-GB" dirty="0"/>
              <a:t>Often, agents don’t have access to the </a:t>
            </a:r>
            <a:r>
              <a:rPr lang="en-GB" b="1" dirty="0"/>
              <a:t>actual full state </a:t>
            </a:r>
            <a:r>
              <a:rPr lang="en-GB" dirty="0"/>
              <a:t>of the environment: the part of a state that the agent can observe is called an </a:t>
            </a:r>
            <a:r>
              <a:rPr lang="en-GB" b="1" dirty="0"/>
              <a:t>observation</a:t>
            </a:r>
          </a:p>
          <a:p>
            <a:pPr lvl="1"/>
            <a:r>
              <a:rPr lang="en-GB" dirty="0"/>
              <a:t>in the robotic arm example, the agent may only have access to camera images </a:t>
            </a:r>
          </a:p>
          <a:p>
            <a:pPr lvl="0"/>
            <a:endParaRPr lang="en-GB" dirty="0"/>
          </a:p>
          <a:p>
            <a:pPr lvl="0"/>
            <a:endParaRPr lang="en-GB" dirty="0"/>
          </a:p>
          <a:p>
            <a:pPr lvl="1"/>
            <a:endParaRPr lang="en-GB" dirty="0"/>
          </a:p>
        </p:txBody>
      </p:sp>
      <p:pic>
        <p:nvPicPr>
          <p:cNvPr id="3" name="Immagine 2" descr="Immagine che contiene testo, diagramma, presa, design&#10;&#10;Descrizione generata automaticamente">
            <a:extLst>
              <a:ext uri="{FF2B5EF4-FFF2-40B4-BE49-F238E27FC236}">
                <a16:creationId xmlns:a16="http://schemas.microsoft.com/office/drawing/2014/main" id="{B574B32B-D41F-12B5-09C4-A21023020B93}"/>
              </a:ext>
            </a:extLst>
          </p:cNvPr>
          <p:cNvPicPr>
            <a:picLocks noChangeAspect="1"/>
          </p:cNvPicPr>
          <p:nvPr/>
        </p:nvPicPr>
        <p:blipFill>
          <a:blip r:embed="rId3"/>
          <a:stretch>
            <a:fillRect/>
          </a:stretch>
        </p:blipFill>
        <p:spPr>
          <a:xfrm>
            <a:off x="2092961" y="3975892"/>
            <a:ext cx="4829706" cy="2689180"/>
          </a:xfrm>
          <a:prstGeom prst="rect">
            <a:avLst/>
          </a:prstGeom>
        </p:spPr>
      </p:pic>
    </p:spTree>
    <p:extLst>
      <p:ext uri="{BB962C8B-B14F-4D97-AF65-F5344CB8AC3E}">
        <p14:creationId xmlns:p14="http://schemas.microsoft.com/office/powerpoint/2010/main" val="225967471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82"/>
        <p:cNvGrpSpPr/>
        <p:nvPr/>
      </p:nvGrpSpPr>
      <p:grpSpPr>
        <a:xfrm>
          <a:off x="0" y="0"/>
          <a:ext cx="0" cy="0"/>
          <a:chOff x="0" y="0"/>
          <a:chExt cx="0" cy="0"/>
        </a:xfrm>
      </p:grpSpPr>
      <p:sp>
        <p:nvSpPr>
          <p:cNvPr id="83" name="Google Shape;83;p14"/>
          <p:cNvSpPr txBox="1">
            <a:spLocks noGrp="1"/>
          </p:cNvSpPr>
          <p:nvPr>
            <p:ph type="title" idx="4294967295"/>
          </p:nvPr>
        </p:nvSpPr>
        <p:spPr>
          <a:xfrm>
            <a:off x="311700" y="421233"/>
            <a:ext cx="8520600" cy="622500"/>
          </a:xfrm>
          <a:prstGeom prst="rect">
            <a:avLst/>
          </a:prstGeom>
        </p:spPr>
        <p:txBody>
          <a:bodyPr spcFirstLastPara="1" wrap="square" lIns="91425" tIns="91425" rIns="91425" bIns="91425" anchor="b" anchorCtr="0">
            <a:noAutofit/>
          </a:bodyPr>
          <a:lstStyle/>
          <a:p>
            <a:pPr lvl="0"/>
            <a:r>
              <a:rPr lang="en-GB" sz="4000" dirty="0"/>
              <a:t>Actions and Rewards</a:t>
            </a:r>
            <a:endParaRPr sz="4000" dirty="0"/>
          </a:p>
        </p:txBody>
      </p:sp>
      <p:sp>
        <p:nvSpPr>
          <p:cNvPr id="84" name="Google Shape;84;p14"/>
          <p:cNvSpPr txBox="1">
            <a:spLocks noGrp="1"/>
          </p:cNvSpPr>
          <p:nvPr>
            <p:ph type="body" idx="1"/>
          </p:nvPr>
        </p:nvSpPr>
        <p:spPr>
          <a:xfrm>
            <a:off x="162750" y="1212537"/>
            <a:ext cx="8818500" cy="5100000"/>
          </a:xfrm>
          <a:prstGeom prst="rect">
            <a:avLst/>
          </a:prstGeom>
        </p:spPr>
        <p:txBody>
          <a:bodyPr spcFirstLastPara="1" wrap="square" lIns="91425" tIns="91425" rIns="91425" bIns="91425" anchor="t" anchorCtr="0">
            <a:noAutofit/>
          </a:bodyPr>
          <a:lstStyle/>
          <a:p>
            <a:pPr lvl="0"/>
            <a:r>
              <a:rPr lang="en-GB" dirty="0"/>
              <a:t>At each state, the environment makes available a </a:t>
            </a:r>
            <a:r>
              <a:rPr lang="en-GB" b="1" dirty="0"/>
              <a:t>set of actions </a:t>
            </a:r>
            <a:r>
              <a:rPr lang="en-GB" dirty="0"/>
              <a:t>the agent can choose from</a:t>
            </a:r>
          </a:p>
          <a:p>
            <a:pPr lvl="1"/>
            <a:r>
              <a:rPr lang="en-GB" dirty="0"/>
              <a:t>the agent </a:t>
            </a:r>
            <a:r>
              <a:rPr lang="en-GB" b="1" dirty="0"/>
              <a:t>influences</a:t>
            </a:r>
            <a:r>
              <a:rPr lang="en-GB" dirty="0"/>
              <a:t> the environment through these actions</a:t>
            </a:r>
          </a:p>
          <a:p>
            <a:pPr lvl="1"/>
            <a:r>
              <a:rPr lang="en-GB" dirty="0"/>
              <a:t>the environment may change states as a response to the agent’s action</a:t>
            </a:r>
          </a:p>
          <a:p>
            <a:pPr lvl="1"/>
            <a:r>
              <a:rPr lang="en-GB" b="1" dirty="0"/>
              <a:t>transition function</a:t>
            </a:r>
          </a:p>
          <a:p>
            <a:endParaRPr lang="en-GB" dirty="0"/>
          </a:p>
          <a:p>
            <a:r>
              <a:rPr lang="en-GB" dirty="0"/>
              <a:t>The environment also provides a </a:t>
            </a:r>
            <a:r>
              <a:rPr lang="en-GB" b="1" dirty="0"/>
              <a:t>reward signal </a:t>
            </a:r>
            <a:r>
              <a:rPr lang="en-GB" dirty="0"/>
              <a:t>as a response </a:t>
            </a:r>
          </a:p>
          <a:p>
            <a:pPr lvl="1"/>
            <a:r>
              <a:rPr lang="en-GB" b="1" dirty="0"/>
              <a:t>reward function</a:t>
            </a:r>
          </a:p>
          <a:p>
            <a:endParaRPr lang="en-GB" dirty="0"/>
          </a:p>
          <a:p>
            <a:r>
              <a:rPr lang="en-GB" dirty="0"/>
              <a:t>The set of transition and reward functions is referred to as the </a:t>
            </a:r>
            <a:r>
              <a:rPr lang="en-GB" b="1" dirty="0"/>
              <a:t>model</a:t>
            </a:r>
            <a:r>
              <a:rPr lang="en-GB" dirty="0"/>
              <a:t> of the environment</a:t>
            </a:r>
          </a:p>
          <a:p>
            <a:endParaRPr lang="en-GB" dirty="0"/>
          </a:p>
          <a:p>
            <a:r>
              <a:rPr lang="en-GB" dirty="0"/>
              <a:t>In the interesting and challenging cases, actions may affect </a:t>
            </a:r>
            <a:r>
              <a:rPr lang="en-GB" b="1" dirty="0"/>
              <a:t>not only the immediate reward</a:t>
            </a:r>
            <a:r>
              <a:rPr lang="en-GB" dirty="0"/>
              <a:t> and the next situation, but also </a:t>
            </a:r>
            <a:r>
              <a:rPr lang="en-GB" b="1" dirty="0"/>
              <a:t>all subsequent rewards</a:t>
            </a:r>
            <a:endParaRPr lang="en-GB" dirty="0"/>
          </a:p>
          <a:p>
            <a:endParaRPr lang="en-GB" dirty="0"/>
          </a:p>
          <a:p>
            <a:pPr lvl="0"/>
            <a:endParaRPr lang="en-GB" dirty="0"/>
          </a:p>
          <a:p>
            <a:pPr lvl="0"/>
            <a:endParaRPr lang="en-GB" dirty="0"/>
          </a:p>
          <a:p>
            <a:pPr lvl="1"/>
            <a:endParaRPr lang="en-GB" dirty="0"/>
          </a:p>
        </p:txBody>
      </p:sp>
    </p:spTree>
    <p:extLst>
      <p:ext uri="{BB962C8B-B14F-4D97-AF65-F5344CB8AC3E}">
        <p14:creationId xmlns:p14="http://schemas.microsoft.com/office/powerpoint/2010/main" val="275653261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82"/>
        <p:cNvGrpSpPr/>
        <p:nvPr/>
      </p:nvGrpSpPr>
      <p:grpSpPr>
        <a:xfrm>
          <a:off x="0" y="0"/>
          <a:ext cx="0" cy="0"/>
          <a:chOff x="0" y="0"/>
          <a:chExt cx="0" cy="0"/>
        </a:xfrm>
      </p:grpSpPr>
      <p:sp>
        <p:nvSpPr>
          <p:cNvPr id="83" name="Google Shape;83;p14"/>
          <p:cNvSpPr txBox="1">
            <a:spLocks noGrp="1"/>
          </p:cNvSpPr>
          <p:nvPr>
            <p:ph type="title" idx="4294967295"/>
          </p:nvPr>
        </p:nvSpPr>
        <p:spPr>
          <a:xfrm>
            <a:off x="311700" y="421233"/>
            <a:ext cx="8520600" cy="622500"/>
          </a:xfrm>
          <a:prstGeom prst="rect">
            <a:avLst/>
          </a:prstGeom>
        </p:spPr>
        <p:txBody>
          <a:bodyPr spcFirstLastPara="1" wrap="square" lIns="91425" tIns="91425" rIns="91425" bIns="91425" anchor="b" anchorCtr="0">
            <a:noAutofit/>
          </a:bodyPr>
          <a:lstStyle/>
          <a:p>
            <a:pPr lvl="0"/>
            <a:r>
              <a:rPr lang="en-GB" sz="4000" dirty="0"/>
              <a:t>The learning cycle (1)</a:t>
            </a:r>
            <a:endParaRPr sz="4000" dirty="0"/>
          </a:p>
        </p:txBody>
      </p:sp>
      <p:pic>
        <p:nvPicPr>
          <p:cNvPr id="4" name="Immagine 3" descr="Immagine che contiene testo, diagramma, Carattere, cerchio&#10;&#10;Descrizione generata automaticamente">
            <a:extLst>
              <a:ext uri="{FF2B5EF4-FFF2-40B4-BE49-F238E27FC236}">
                <a16:creationId xmlns:a16="http://schemas.microsoft.com/office/drawing/2014/main" id="{3FEB5205-9AFA-2830-A7AC-E68C4DA814C0}"/>
              </a:ext>
            </a:extLst>
          </p:cNvPr>
          <p:cNvPicPr>
            <a:picLocks noChangeAspect="1"/>
          </p:cNvPicPr>
          <p:nvPr/>
        </p:nvPicPr>
        <p:blipFill>
          <a:blip r:embed="rId3"/>
          <a:srcRect t="6959"/>
          <a:stretch/>
        </p:blipFill>
        <p:spPr>
          <a:xfrm>
            <a:off x="0" y="1615440"/>
            <a:ext cx="9138545" cy="4246880"/>
          </a:xfrm>
          <a:prstGeom prst="rect">
            <a:avLst/>
          </a:prstGeom>
        </p:spPr>
      </p:pic>
    </p:spTree>
    <p:extLst>
      <p:ext uri="{BB962C8B-B14F-4D97-AF65-F5344CB8AC3E}">
        <p14:creationId xmlns:p14="http://schemas.microsoft.com/office/powerpoint/2010/main" val="395037249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82"/>
        <p:cNvGrpSpPr/>
        <p:nvPr/>
      </p:nvGrpSpPr>
      <p:grpSpPr>
        <a:xfrm>
          <a:off x="0" y="0"/>
          <a:ext cx="0" cy="0"/>
          <a:chOff x="0" y="0"/>
          <a:chExt cx="0" cy="0"/>
        </a:xfrm>
      </p:grpSpPr>
      <p:sp>
        <p:nvSpPr>
          <p:cNvPr id="83" name="Google Shape;83;p14"/>
          <p:cNvSpPr txBox="1">
            <a:spLocks noGrp="1"/>
          </p:cNvSpPr>
          <p:nvPr>
            <p:ph type="title" idx="4294967295"/>
          </p:nvPr>
        </p:nvSpPr>
        <p:spPr>
          <a:xfrm>
            <a:off x="311700" y="421233"/>
            <a:ext cx="8520600" cy="622500"/>
          </a:xfrm>
          <a:prstGeom prst="rect">
            <a:avLst/>
          </a:prstGeom>
        </p:spPr>
        <p:txBody>
          <a:bodyPr spcFirstLastPara="1" wrap="square" lIns="91425" tIns="91425" rIns="91425" bIns="91425" anchor="b" anchorCtr="0">
            <a:noAutofit/>
          </a:bodyPr>
          <a:lstStyle/>
          <a:p>
            <a:pPr lvl="0"/>
            <a:r>
              <a:rPr lang="en-GB" sz="4000" dirty="0"/>
              <a:t>Steps and Episodes</a:t>
            </a:r>
            <a:endParaRPr sz="4000" dirty="0"/>
          </a:p>
        </p:txBody>
      </p:sp>
      <p:sp>
        <p:nvSpPr>
          <p:cNvPr id="84" name="Google Shape;84;p14"/>
          <p:cNvSpPr txBox="1">
            <a:spLocks noGrp="1"/>
          </p:cNvSpPr>
          <p:nvPr>
            <p:ph type="body" idx="1"/>
          </p:nvPr>
        </p:nvSpPr>
        <p:spPr>
          <a:xfrm>
            <a:off x="162750" y="1212537"/>
            <a:ext cx="8818500" cy="5342642"/>
          </a:xfrm>
          <a:prstGeom prst="rect">
            <a:avLst/>
          </a:prstGeom>
        </p:spPr>
        <p:txBody>
          <a:bodyPr spcFirstLastPara="1" wrap="square" lIns="91425" tIns="91425" rIns="91425" bIns="91425" anchor="t" anchorCtr="0">
            <a:noAutofit/>
          </a:bodyPr>
          <a:lstStyle/>
          <a:p>
            <a:pPr lvl="0"/>
            <a:r>
              <a:rPr lang="en-GB" dirty="0"/>
              <a:t>The agent has a </a:t>
            </a:r>
            <a:r>
              <a:rPr lang="en-GB" b="1" dirty="0"/>
              <a:t>three-step process</a:t>
            </a:r>
            <a:r>
              <a:rPr lang="en-GB" dirty="0"/>
              <a:t>: </a:t>
            </a:r>
          </a:p>
          <a:p>
            <a:pPr lvl="1"/>
            <a:r>
              <a:rPr lang="en-GB" dirty="0"/>
              <a:t>interaction with the environment</a:t>
            </a:r>
          </a:p>
          <a:p>
            <a:pPr lvl="1"/>
            <a:r>
              <a:rPr lang="en-GB" dirty="0"/>
              <a:t>evaluation of the behaviour using the reward signal</a:t>
            </a:r>
          </a:p>
          <a:p>
            <a:pPr lvl="1"/>
            <a:r>
              <a:rPr lang="en-GB" dirty="0"/>
              <a:t>improvement of responses</a:t>
            </a:r>
          </a:p>
          <a:p>
            <a:pPr marL="590550" lvl="1" indent="0">
              <a:buNone/>
            </a:pPr>
            <a:endParaRPr lang="en-GB" sz="800" dirty="0"/>
          </a:p>
          <a:p>
            <a:pPr lvl="0"/>
            <a:r>
              <a:rPr lang="en-GB" dirty="0"/>
              <a:t>Each cycle is called a </a:t>
            </a:r>
            <a:r>
              <a:rPr lang="en-GB" b="1" dirty="0"/>
              <a:t>time step</a:t>
            </a:r>
            <a:r>
              <a:rPr lang="en-GB" dirty="0"/>
              <a:t> </a:t>
            </a:r>
          </a:p>
          <a:p>
            <a:pPr lvl="1"/>
            <a:r>
              <a:rPr lang="en-GB" dirty="0"/>
              <a:t>at each time step, the agent observes the environment, takes action, and receives a new observation and reward</a:t>
            </a:r>
          </a:p>
          <a:p>
            <a:pPr lvl="1"/>
            <a:r>
              <a:rPr lang="en-GB" dirty="0"/>
              <a:t>the set of </a:t>
            </a:r>
            <a:r>
              <a:rPr lang="en-GB" b="1" dirty="0"/>
              <a:t>[state, action, reward, new state]</a:t>
            </a:r>
            <a:r>
              <a:rPr lang="en-GB" dirty="0"/>
              <a:t> is called an </a:t>
            </a:r>
            <a:r>
              <a:rPr lang="en-GB" b="1" dirty="0"/>
              <a:t>experience</a:t>
            </a:r>
            <a:r>
              <a:rPr lang="en-GB" dirty="0"/>
              <a:t> </a:t>
            </a:r>
          </a:p>
          <a:p>
            <a:pPr lvl="1"/>
            <a:endParaRPr lang="en-GB" sz="700" dirty="0"/>
          </a:p>
          <a:p>
            <a:r>
              <a:rPr lang="en-GB" dirty="0"/>
              <a:t>The task may or may not have a </a:t>
            </a:r>
            <a:r>
              <a:rPr lang="en-GB" b="1" dirty="0"/>
              <a:t>natural ending</a:t>
            </a:r>
          </a:p>
          <a:p>
            <a:pPr lvl="1"/>
            <a:r>
              <a:rPr lang="en-GB" dirty="0"/>
              <a:t>tasks that have a natural ending (e.g. games) are called </a:t>
            </a:r>
            <a:r>
              <a:rPr lang="en-GB" b="1" dirty="0"/>
              <a:t>episodic tasks</a:t>
            </a:r>
            <a:r>
              <a:rPr lang="en-GB" dirty="0"/>
              <a:t> </a:t>
            </a:r>
          </a:p>
          <a:p>
            <a:pPr lvl="1"/>
            <a:r>
              <a:rPr lang="en-GB" dirty="0"/>
              <a:t>tasks that don’t have a natural ending </a:t>
            </a:r>
            <a:r>
              <a:rPr lang="en-GB" b="1" dirty="0"/>
              <a:t>continuing tasks</a:t>
            </a:r>
          </a:p>
          <a:p>
            <a:pPr lvl="1"/>
            <a:endParaRPr lang="en-GB" sz="700" b="1" dirty="0"/>
          </a:p>
          <a:p>
            <a:r>
              <a:rPr lang="en-GB" dirty="0"/>
              <a:t>The sequence of time steps from the beginning to the end of an episodic task is called an </a:t>
            </a:r>
            <a:r>
              <a:rPr lang="en-GB" b="1" dirty="0"/>
              <a:t>episode</a:t>
            </a:r>
            <a:endParaRPr lang="en-GB" dirty="0"/>
          </a:p>
          <a:p>
            <a:pPr lvl="0"/>
            <a:endParaRPr lang="en-GB" dirty="0"/>
          </a:p>
          <a:p>
            <a:pPr lvl="0"/>
            <a:endParaRPr lang="en-GB" dirty="0"/>
          </a:p>
          <a:p>
            <a:pPr lvl="0"/>
            <a:endParaRPr lang="en-GB" dirty="0"/>
          </a:p>
          <a:p>
            <a:pPr lvl="0"/>
            <a:endParaRPr lang="en-GB" dirty="0"/>
          </a:p>
          <a:p>
            <a:pPr lvl="1"/>
            <a:endParaRPr lang="en-GB" dirty="0"/>
          </a:p>
        </p:txBody>
      </p:sp>
    </p:spTree>
    <p:extLst>
      <p:ext uri="{BB962C8B-B14F-4D97-AF65-F5344CB8AC3E}">
        <p14:creationId xmlns:p14="http://schemas.microsoft.com/office/powerpoint/2010/main" val="207449959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82"/>
        <p:cNvGrpSpPr/>
        <p:nvPr/>
      </p:nvGrpSpPr>
      <p:grpSpPr>
        <a:xfrm>
          <a:off x="0" y="0"/>
          <a:ext cx="0" cy="0"/>
          <a:chOff x="0" y="0"/>
          <a:chExt cx="0" cy="0"/>
        </a:xfrm>
      </p:grpSpPr>
      <p:sp>
        <p:nvSpPr>
          <p:cNvPr id="83" name="Google Shape;83;p14"/>
          <p:cNvSpPr txBox="1">
            <a:spLocks noGrp="1"/>
          </p:cNvSpPr>
          <p:nvPr>
            <p:ph type="title" idx="4294967295"/>
          </p:nvPr>
        </p:nvSpPr>
        <p:spPr>
          <a:xfrm>
            <a:off x="311700" y="421233"/>
            <a:ext cx="8520600" cy="622500"/>
          </a:xfrm>
          <a:prstGeom prst="rect">
            <a:avLst/>
          </a:prstGeom>
        </p:spPr>
        <p:txBody>
          <a:bodyPr spcFirstLastPara="1" wrap="square" lIns="91425" tIns="91425" rIns="91425" bIns="91425" anchor="b" anchorCtr="0">
            <a:noAutofit/>
          </a:bodyPr>
          <a:lstStyle/>
          <a:p>
            <a:pPr lvl="0"/>
            <a:r>
              <a:rPr lang="en-GB" sz="4000" dirty="0"/>
              <a:t>Experience</a:t>
            </a:r>
            <a:endParaRPr sz="4000" dirty="0"/>
          </a:p>
        </p:txBody>
      </p:sp>
      <p:pic>
        <p:nvPicPr>
          <p:cNvPr id="2" name="Immagine 1">
            <a:extLst>
              <a:ext uri="{FF2B5EF4-FFF2-40B4-BE49-F238E27FC236}">
                <a16:creationId xmlns:a16="http://schemas.microsoft.com/office/drawing/2014/main" id="{C32773A7-DF8F-50CF-3C7F-01A1EBB6DD89}"/>
              </a:ext>
            </a:extLst>
          </p:cNvPr>
          <p:cNvPicPr>
            <a:picLocks noChangeAspect="1"/>
          </p:cNvPicPr>
          <p:nvPr/>
        </p:nvPicPr>
        <p:blipFill>
          <a:blip r:embed="rId3"/>
          <a:stretch>
            <a:fillRect/>
          </a:stretch>
        </p:blipFill>
        <p:spPr>
          <a:xfrm>
            <a:off x="137835" y="1580901"/>
            <a:ext cx="8619450" cy="3899059"/>
          </a:xfrm>
          <a:prstGeom prst="rect">
            <a:avLst/>
          </a:prstGeom>
        </p:spPr>
      </p:pic>
    </p:spTree>
    <p:extLst>
      <p:ext uri="{BB962C8B-B14F-4D97-AF65-F5344CB8AC3E}">
        <p14:creationId xmlns:p14="http://schemas.microsoft.com/office/powerpoint/2010/main" val="366883668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82"/>
        <p:cNvGrpSpPr/>
        <p:nvPr/>
      </p:nvGrpSpPr>
      <p:grpSpPr>
        <a:xfrm>
          <a:off x="0" y="0"/>
          <a:ext cx="0" cy="0"/>
          <a:chOff x="0" y="0"/>
          <a:chExt cx="0" cy="0"/>
        </a:xfrm>
      </p:grpSpPr>
      <p:sp>
        <p:nvSpPr>
          <p:cNvPr id="83" name="Google Shape;83;p14"/>
          <p:cNvSpPr txBox="1">
            <a:spLocks noGrp="1"/>
          </p:cNvSpPr>
          <p:nvPr>
            <p:ph type="title" idx="4294967295"/>
          </p:nvPr>
        </p:nvSpPr>
        <p:spPr>
          <a:xfrm>
            <a:off x="311700" y="421233"/>
            <a:ext cx="8520600" cy="622500"/>
          </a:xfrm>
          <a:prstGeom prst="rect">
            <a:avLst/>
          </a:prstGeom>
        </p:spPr>
        <p:txBody>
          <a:bodyPr spcFirstLastPara="1" wrap="square" lIns="91425" tIns="91425" rIns="91425" bIns="91425" anchor="b" anchorCtr="0">
            <a:noAutofit/>
          </a:bodyPr>
          <a:lstStyle/>
          <a:p>
            <a:pPr lvl="0"/>
            <a:r>
              <a:rPr lang="en-GB" sz="4000" dirty="0"/>
              <a:t>Challenges: delayed consequences</a:t>
            </a:r>
            <a:endParaRPr sz="4000" dirty="0"/>
          </a:p>
        </p:txBody>
      </p:sp>
      <p:sp>
        <p:nvSpPr>
          <p:cNvPr id="84" name="Google Shape;84;p14"/>
          <p:cNvSpPr txBox="1">
            <a:spLocks noGrp="1"/>
          </p:cNvSpPr>
          <p:nvPr>
            <p:ph type="body" idx="1"/>
          </p:nvPr>
        </p:nvSpPr>
        <p:spPr>
          <a:xfrm>
            <a:off x="162750" y="948731"/>
            <a:ext cx="8818500" cy="5100000"/>
          </a:xfrm>
          <a:prstGeom prst="rect">
            <a:avLst/>
          </a:prstGeom>
        </p:spPr>
        <p:txBody>
          <a:bodyPr spcFirstLastPara="1" wrap="square" lIns="91425" tIns="91425" rIns="91425" bIns="91425" anchor="t" anchorCtr="0">
            <a:noAutofit/>
          </a:bodyPr>
          <a:lstStyle/>
          <a:p>
            <a:pPr lvl="0"/>
            <a:r>
              <a:rPr lang="en-GB" dirty="0"/>
              <a:t>The reward may be </a:t>
            </a:r>
            <a:r>
              <a:rPr lang="en-GB" b="1" dirty="0"/>
              <a:t>sparse</a:t>
            </a:r>
            <a:r>
              <a:rPr lang="en-GB" dirty="0"/>
              <a:t> and only </a:t>
            </a:r>
            <a:r>
              <a:rPr lang="en-GB" b="1" dirty="0"/>
              <a:t>manifest after several time steps</a:t>
            </a:r>
          </a:p>
          <a:p>
            <a:pPr lvl="0"/>
            <a:r>
              <a:rPr lang="en-GB" dirty="0"/>
              <a:t>Thus, the agent must be able to learn from </a:t>
            </a:r>
            <a:r>
              <a:rPr lang="en-GB" b="1" dirty="0"/>
              <a:t>sequential feedback</a:t>
            </a:r>
          </a:p>
          <a:p>
            <a:pPr lvl="1"/>
            <a:r>
              <a:rPr lang="en-GB" b="1" dirty="0"/>
              <a:t>temporal credit assignment problem</a:t>
            </a:r>
          </a:p>
          <a:p>
            <a:pPr lvl="1"/>
            <a:r>
              <a:rPr lang="en-GB" dirty="0"/>
              <a:t>how to determine which state/action is responsible for a reward?</a:t>
            </a:r>
          </a:p>
          <a:p>
            <a:pPr lvl="0"/>
            <a:endParaRPr lang="en-GB" dirty="0"/>
          </a:p>
          <a:p>
            <a:pPr lvl="0"/>
            <a:endParaRPr lang="en-GB" dirty="0"/>
          </a:p>
          <a:p>
            <a:pPr lvl="1"/>
            <a:endParaRPr lang="en-GB" dirty="0"/>
          </a:p>
        </p:txBody>
      </p:sp>
      <p:pic>
        <p:nvPicPr>
          <p:cNvPr id="4" name="Immagine 3" descr="Immagine che contiene testo, schermata, cerchio, diagramma&#10;&#10;Descrizione generata automaticamente">
            <a:extLst>
              <a:ext uri="{FF2B5EF4-FFF2-40B4-BE49-F238E27FC236}">
                <a16:creationId xmlns:a16="http://schemas.microsoft.com/office/drawing/2014/main" id="{B7B18363-0CB4-4093-977E-EBED02237DA0}"/>
              </a:ext>
            </a:extLst>
          </p:cNvPr>
          <p:cNvPicPr>
            <a:picLocks noChangeAspect="1"/>
          </p:cNvPicPr>
          <p:nvPr/>
        </p:nvPicPr>
        <p:blipFill>
          <a:blip r:embed="rId3"/>
          <a:srcRect t="11320"/>
          <a:stretch/>
        </p:blipFill>
        <p:spPr>
          <a:xfrm>
            <a:off x="604520" y="2375185"/>
            <a:ext cx="7772400" cy="4201044"/>
          </a:xfrm>
          <a:prstGeom prst="rect">
            <a:avLst/>
          </a:prstGeom>
        </p:spPr>
      </p:pic>
    </p:spTree>
    <p:extLst>
      <p:ext uri="{BB962C8B-B14F-4D97-AF65-F5344CB8AC3E}">
        <p14:creationId xmlns:p14="http://schemas.microsoft.com/office/powerpoint/2010/main" val="189429575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82"/>
        <p:cNvGrpSpPr/>
        <p:nvPr/>
      </p:nvGrpSpPr>
      <p:grpSpPr>
        <a:xfrm>
          <a:off x="0" y="0"/>
          <a:ext cx="0" cy="0"/>
          <a:chOff x="0" y="0"/>
          <a:chExt cx="0" cy="0"/>
        </a:xfrm>
      </p:grpSpPr>
      <p:sp>
        <p:nvSpPr>
          <p:cNvPr id="83" name="Google Shape;83;p14"/>
          <p:cNvSpPr txBox="1">
            <a:spLocks noGrp="1"/>
          </p:cNvSpPr>
          <p:nvPr>
            <p:ph type="title" idx="4294967295"/>
          </p:nvPr>
        </p:nvSpPr>
        <p:spPr>
          <a:xfrm>
            <a:off x="311700" y="421233"/>
            <a:ext cx="8520600" cy="622500"/>
          </a:xfrm>
          <a:prstGeom prst="rect">
            <a:avLst/>
          </a:prstGeom>
        </p:spPr>
        <p:txBody>
          <a:bodyPr spcFirstLastPara="1" wrap="square" lIns="91425" tIns="91425" rIns="91425" bIns="91425" anchor="b" anchorCtr="0">
            <a:noAutofit/>
          </a:bodyPr>
          <a:lstStyle/>
          <a:p>
            <a:pPr lvl="0"/>
            <a:r>
              <a:rPr lang="en-GB" sz="4000" dirty="0"/>
              <a:t>Challenges: exploration vs exploitation</a:t>
            </a:r>
            <a:endParaRPr sz="4000" dirty="0"/>
          </a:p>
        </p:txBody>
      </p:sp>
      <p:sp>
        <p:nvSpPr>
          <p:cNvPr id="84" name="Google Shape;84;p14"/>
          <p:cNvSpPr txBox="1">
            <a:spLocks noGrp="1"/>
          </p:cNvSpPr>
          <p:nvPr>
            <p:ph type="body" idx="1"/>
          </p:nvPr>
        </p:nvSpPr>
        <p:spPr>
          <a:xfrm>
            <a:off x="162750" y="1043733"/>
            <a:ext cx="8818500" cy="5100000"/>
          </a:xfrm>
          <a:prstGeom prst="rect">
            <a:avLst/>
          </a:prstGeom>
        </p:spPr>
        <p:txBody>
          <a:bodyPr spcFirstLastPara="1" wrap="square" lIns="91425" tIns="91425" rIns="91425" bIns="91425" anchor="t" anchorCtr="0">
            <a:noAutofit/>
          </a:bodyPr>
          <a:lstStyle/>
          <a:p>
            <a:pPr lvl="0"/>
            <a:r>
              <a:rPr lang="en-GB" dirty="0"/>
              <a:t>The reward may be </a:t>
            </a:r>
            <a:r>
              <a:rPr lang="en-GB" b="1" dirty="0"/>
              <a:t>weak</a:t>
            </a:r>
            <a:r>
              <a:rPr lang="en-GB" dirty="0"/>
              <a:t>: it don’t contain information about </a:t>
            </a:r>
            <a:r>
              <a:rPr lang="en-GB" b="1" dirty="0"/>
              <a:t>other</a:t>
            </a:r>
            <a:r>
              <a:rPr lang="en-GB" dirty="0"/>
              <a:t> potential rewards</a:t>
            </a:r>
          </a:p>
          <a:p>
            <a:pPr lvl="0"/>
            <a:endParaRPr lang="en-GB" dirty="0"/>
          </a:p>
          <a:p>
            <a:pPr lvl="1"/>
            <a:endParaRPr lang="en-GB" dirty="0"/>
          </a:p>
        </p:txBody>
      </p:sp>
      <p:pic>
        <p:nvPicPr>
          <p:cNvPr id="4" name="Immagine 3" descr="Immagine che contiene testo, schermata, diagramma, cerchio&#10;&#10;Descrizione generata automaticamente">
            <a:extLst>
              <a:ext uri="{FF2B5EF4-FFF2-40B4-BE49-F238E27FC236}">
                <a16:creationId xmlns:a16="http://schemas.microsoft.com/office/drawing/2014/main" id="{BC170401-C39C-7F6A-D04F-39EAB1D0D2EF}"/>
              </a:ext>
            </a:extLst>
          </p:cNvPr>
          <p:cNvPicPr>
            <a:picLocks noChangeAspect="1"/>
          </p:cNvPicPr>
          <p:nvPr/>
        </p:nvPicPr>
        <p:blipFill>
          <a:blip r:embed="rId3"/>
          <a:srcRect t="10304"/>
          <a:stretch/>
        </p:blipFill>
        <p:spPr>
          <a:xfrm>
            <a:off x="995228" y="1742840"/>
            <a:ext cx="7153544" cy="4693927"/>
          </a:xfrm>
          <a:prstGeom prst="rect">
            <a:avLst/>
          </a:prstGeom>
        </p:spPr>
      </p:pic>
    </p:spTree>
    <p:extLst>
      <p:ext uri="{BB962C8B-B14F-4D97-AF65-F5344CB8AC3E}">
        <p14:creationId xmlns:p14="http://schemas.microsoft.com/office/powerpoint/2010/main" val="73286813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82">
          <a:extLst>
            <a:ext uri="{FF2B5EF4-FFF2-40B4-BE49-F238E27FC236}">
              <a16:creationId xmlns:a16="http://schemas.microsoft.com/office/drawing/2014/main" id="{68FE078B-C039-2D6B-7A79-420715811887}"/>
            </a:ext>
          </a:extLst>
        </p:cNvPr>
        <p:cNvGrpSpPr/>
        <p:nvPr/>
      </p:nvGrpSpPr>
      <p:grpSpPr>
        <a:xfrm>
          <a:off x="0" y="0"/>
          <a:ext cx="0" cy="0"/>
          <a:chOff x="0" y="0"/>
          <a:chExt cx="0" cy="0"/>
        </a:xfrm>
      </p:grpSpPr>
      <p:sp>
        <p:nvSpPr>
          <p:cNvPr id="83" name="Google Shape;83;p14">
            <a:extLst>
              <a:ext uri="{FF2B5EF4-FFF2-40B4-BE49-F238E27FC236}">
                <a16:creationId xmlns:a16="http://schemas.microsoft.com/office/drawing/2014/main" id="{59270FB6-5177-EFFF-BFE8-5176FF3C1853}"/>
              </a:ext>
            </a:extLst>
          </p:cNvPr>
          <p:cNvSpPr txBox="1">
            <a:spLocks noGrp="1"/>
          </p:cNvSpPr>
          <p:nvPr>
            <p:ph type="title" idx="4294967295"/>
          </p:nvPr>
        </p:nvSpPr>
        <p:spPr>
          <a:xfrm>
            <a:off x="311700" y="421233"/>
            <a:ext cx="8520600" cy="622500"/>
          </a:xfrm>
          <a:prstGeom prst="rect">
            <a:avLst/>
          </a:prstGeom>
        </p:spPr>
        <p:txBody>
          <a:bodyPr spcFirstLastPara="1" wrap="square" lIns="91425" tIns="91425" rIns="91425" bIns="91425" anchor="b" anchorCtr="0">
            <a:noAutofit/>
          </a:bodyPr>
          <a:lstStyle/>
          <a:p>
            <a:pPr lvl="0"/>
            <a:r>
              <a:rPr lang="en-GB" sz="4000" dirty="0"/>
              <a:t>Challenges: learning from sampled feedback</a:t>
            </a:r>
            <a:endParaRPr sz="4000" dirty="0"/>
          </a:p>
        </p:txBody>
      </p:sp>
      <p:sp>
        <p:nvSpPr>
          <p:cNvPr id="84" name="Google Shape;84;p14">
            <a:extLst>
              <a:ext uri="{FF2B5EF4-FFF2-40B4-BE49-F238E27FC236}">
                <a16:creationId xmlns:a16="http://schemas.microsoft.com/office/drawing/2014/main" id="{D861236A-EFEF-1F61-6D48-8D4A21F27985}"/>
              </a:ext>
            </a:extLst>
          </p:cNvPr>
          <p:cNvSpPr txBox="1">
            <a:spLocks noGrp="1"/>
          </p:cNvSpPr>
          <p:nvPr>
            <p:ph type="body" idx="1"/>
          </p:nvPr>
        </p:nvSpPr>
        <p:spPr>
          <a:xfrm>
            <a:off x="162750" y="1043733"/>
            <a:ext cx="8818500" cy="5100000"/>
          </a:xfrm>
          <a:prstGeom prst="rect">
            <a:avLst/>
          </a:prstGeom>
        </p:spPr>
        <p:txBody>
          <a:bodyPr spcFirstLastPara="1" wrap="square" lIns="91425" tIns="91425" rIns="91425" bIns="91425" anchor="t" anchorCtr="0">
            <a:noAutofit/>
          </a:bodyPr>
          <a:lstStyle/>
          <a:p>
            <a:pPr lvl="0"/>
            <a:r>
              <a:rPr lang="en-GB" dirty="0"/>
              <a:t>The reward is just a </a:t>
            </a:r>
            <a:r>
              <a:rPr lang="en-GB" b="1" dirty="0"/>
              <a:t>sample:</a:t>
            </a:r>
            <a:r>
              <a:rPr lang="en-GB" dirty="0"/>
              <a:t> it doesn’t have access to the reward function</a:t>
            </a:r>
          </a:p>
          <a:p>
            <a:pPr lvl="0"/>
            <a:r>
              <a:rPr lang="en-GB" dirty="0"/>
              <a:t>State and action spaces are commonly </a:t>
            </a:r>
            <a:r>
              <a:rPr lang="en-GB" b="1" dirty="0"/>
              <a:t>large</a:t>
            </a:r>
            <a:r>
              <a:rPr lang="en-GB" dirty="0"/>
              <a:t>, even infinite</a:t>
            </a:r>
          </a:p>
          <a:p>
            <a:pPr lvl="0"/>
            <a:r>
              <a:rPr lang="en-GB" dirty="0"/>
              <a:t>The agent must be able to </a:t>
            </a:r>
            <a:r>
              <a:rPr lang="en-GB" b="1" dirty="0"/>
              <a:t>generalize</a:t>
            </a:r>
            <a:endParaRPr lang="en-GB" dirty="0"/>
          </a:p>
          <a:p>
            <a:pPr lvl="0"/>
            <a:endParaRPr lang="en-GB" dirty="0"/>
          </a:p>
          <a:p>
            <a:pPr lvl="1"/>
            <a:endParaRPr lang="en-GB" dirty="0"/>
          </a:p>
        </p:txBody>
      </p:sp>
      <p:pic>
        <p:nvPicPr>
          <p:cNvPr id="3" name="Immagine 2" descr="Immagine che contiene testo, schermata, spilla da balia, cerchio&#10;&#10;Descrizione generata automaticamente">
            <a:extLst>
              <a:ext uri="{FF2B5EF4-FFF2-40B4-BE49-F238E27FC236}">
                <a16:creationId xmlns:a16="http://schemas.microsoft.com/office/drawing/2014/main" id="{4E0F4385-C62B-92B7-568D-4DB6255920A9}"/>
              </a:ext>
            </a:extLst>
          </p:cNvPr>
          <p:cNvPicPr>
            <a:picLocks noChangeAspect="1"/>
          </p:cNvPicPr>
          <p:nvPr/>
        </p:nvPicPr>
        <p:blipFill>
          <a:blip r:embed="rId3"/>
          <a:srcRect t="9238"/>
          <a:stretch/>
        </p:blipFill>
        <p:spPr>
          <a:xfrm>
            <a:off x="1219200" y="2006600"/>
            <a:ext cx="7225808" cy="4607560"/>
          </a:xfrm>
          <a:prstGeom prst="rect">
            <a:avLst/>
          </a:prstGeom>
        </p:spPr>
      </p:pic>
    </p:spTree>
    <p:extLst>
      <p:ext uri="{BB962C8B-B14F-4D97-AF65-F5344CB8AC3E}">
        <p14:creationId xmlns:p14="http://schemas.microsoft.com/office/powerpoint/2010/main" val="67501888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82"/>
        <p:cNvGrpSpPr/>
        <p:nvPr/>
      </p:nvGrpSpPr>
      <p:grpSpPr>
        <a:xfrm>
          <a:off x="0" y="0"/>
          <a:ext cx="0" cy="0"/>
          <a:chOff x="0" y="0"/>
          <a:chExt cx="0" cy="0"/>
        </a:xfrm>
      </p:grpSpPr>
      <p:sp>
        <p:nvSpPr>
          <p:cNvPr id="83" name="Google Shape;83;p14"/>
          <p:cNvSpPr txBox="1">
            <a:spLocks noGrp="1"/>
          </p:cNvSpPr>
          <p:nvPr>
            <p:ph type="title" idx="4294967295"/>
          </p:nvPr>
        </p:nvSpPr>
        <p:spPr>
          <a:xfrm>
            <a:off x="311700" y="421233"/>
            <a:ext cx="8520600" cy="622500"/>
          </a:xfrm>
          <a:prstGeom prst="rect">
            <a:avLst/>
          </a:prstGeom>
        </p:spPr>
        <p:txBody>
          <a:bodyPr spcFirstLastPara="1" wrap="square" lIns="91425" tIns="91425" rIns="91425" bIns="91425" anchor="b" anchorCtr="0">
            <a:noAutofit/>
          </a:bodyPr>
          <a:lstStyle/>
          <a:p>
            <a:pPr lvl="0"/>
            <a:r>
              <a:rPr lang="en-GB" sz="4000" dirty="0"/>
              <a:t>Markov Decision Process</a:t>
            </a:r>
            <a:endParaRPr sz="4000" dirty="0"/>
          </a:p>
        </p:txBody>
      </p:sp>
      <p:sp>
        <p:nvSpPr>
          <p:cNvPr id="84" name="Google Shape;84;p14"/>
          <p:cNvSpPr txBox="1">
            <a:spLocks noGrp="1"/>
          </p:cNvSpPr>
          <p:nvPr>
            <p:ph type="body" idx="1"/>
          </p:nvPr>
        </p:nvSpPr>
        <p:spPr>
          <a:xfrm>
            <a:off x="162750" y="1043733"/>
            <a:ext cx="8818500" cy="5100000"/>
          </a:xfrm>
          <a:prstGeom prst="rect">
            <a:avLst/>
          </a:prstGeom>
        </p:spPr>
        <p:txBody>
          <a:bodyPr spcFirstLastPara="1" wrap="square" lIns="91425" tIns="91425" rIns="91425" bIns="91425" anchor="t" anchorCtr="0">
            <a:noAutofit/>
          </a:bodyPr>
          <a:lstStyle/>
          <a:p>
            <a:pPr lvl="0"/>
            <a:r>
              <a:rPr lang="en-GB" dirty="0"/>
              <a:t>A </a:t>
            </a:r>
            <a:r>
              <a:rPr lang="en-GB" b="1" dirty="0"/>
              <a:t>mathematical framing </a:t>
            </a:r>
            <a:r>
              <a:rPr lang="en-GB" dirty="0"/>
              <a:t>for the problem of learning from interaction to achieve a goal</a:t>
            </a:r>
          </a:p>
          <a:p>
            <a:pPr lvl="1"/>
            <a:r>
              <a:rPr lang="en-GB" dirty="0"/>
              <a:t>the agent and environment interact at each time step of a sequence 𝑡=0,1,2,3,...</a:t>
            </a:r>
          </a:p>
          <a:p>
            <a:pPr lvl="1"/>
            <a:r>
              <a:rPr lang="en-GB" dirty="0"/>
              <a:t>at each time step 𝑡, the agent receives a representation of environment's state 𝑆</a:t>
            </a:r>
            <a:r>
              <a:rPr lang="en-GB" baseline="-25000" dirty="0"/>
              <a:t>𝑡</a:t>
            </a:r>
            <a:r>
              <a:rPr lang="en-GB" dirty="0"/>
              <a:t>  from a state space 𝑆</a:t>
            </a:r>
          </a:p>
          <a:p>
            <a:pPr lvl="1"/>
            <a:r>
              <a:rPr lang="en-GB" dirty="0"/>
              <a:t>on that basis, it selects an action 𝐴</a:t>
            </a:r>
            <a:r>
              <a:rPr lang="en-GB" baseline="-25000" dirty="0"/>
              <a:t>𝑡</a:t>
            </a:r>
            <a:r>
              <a:rPr lang="en-GB" dirty="0"/>
              <a:t> from a set of actions 𝐴 </a:t>
            </a:r>
          </a:p>
          <a:p>
            <a:pPr lvl="1"/>
            <a:r>
              <a:rPr lang="en-GB" dirty="0"/>
              <a:t>one time step later, in part as a consequence of its action, the agent receives a numerical reward 𝑅</a:t>
            </a:r>
            <a:r>
              <a:rPr lang="en-GB" baseline="-25000" dirty="0"/>
              <a:t>𝑡+1</a:t>
            </a:r>
            <a:r>
              <a:rPr lang="en-GB" dirty="0"/>
              <a:t> and finds itself in a new state 𝑆</a:t>
            </a:r>
            <a:r>
              <a:rPr lang="en-GB" baseline="-25000" dirty="0"/>
              <a:t>𝑡+1</a:t>
            </a:r>
            <a:r>
              <a:rPr lang="en-GB" dirty="0"/>
              <a:t> </a:t>
            </a:r>
          </a:p>
          <a:p>
            <a:r>
              <a:rPr lang="en-GB" dirty="0"/>
              <a:t>The environment and the agent together give rise to a sequence or </a:t>
            </a:r>
            <a:r>
              <a:rPr lang="en-GB" b="1" dirty="0"/>
              <a:t>trajectory</a:t>
            </a:r>
          </a:p>
          <a:p>
            <a:endParaRPr lang="en-GB" b="1" dirty="0"/>
          </a:p>
          <a:p>
            <a:pPr lvl="1"/>
            <a:endParaRPr lang="it-IT" dirty="0"/>
          </a:p>
          <a:p>
            <a:endParaRPr lang="it-IT" dirty="0"/>
          </a:p>
          <a:p>
            <a:r>
              <a:rPr lang="en-GB" dirty="0"/>
              <a:t>A </a:t>
            </a:r>
            <a:r>
              <a:rPr lang="en-GB" b="1" dirty="0"/>
              <a:t>starting states </a:t>
            </a:r>
            <a:r>
              <a:rPr lang="en-GB" dirty="0"/>
              <a:t>is a state to begin interacting with the environment </a:t>
            </a:r>
          </a:p>
          <a:p>
            <a:r>
              <a:rPr lang="en-GB" dirty="0"/>
              <a:t>A </a:t>
            </a:r>
            <a:r>
              <a:rPr lang="en-GB" b="1" dirty="0"/>
              <a:t>terminal state </a:t>
            </a:r>
            <a:r>
              <a:rPr lang="en-GB" dirty="0"/>
              <a:t>has all available actions transitioning, with probability 1, to itself, and these transitions provide no reward</a:t>
            </a:r>
            <a:br>
              <a:rPr lang="it-IT" dirty="0"/>
            </a:br>
            <a:endParaRPr lang="en-GB" dirty="0"/>
          </a:p>
          <a:p>
            <a:pPr lvl="1"/>
            <a:endParaRPr lang="en-GB" dirty="0"/>
          </a:p>
        </p:txBody>
      </p:sp>
      <p:pic>
        <p:nvPicPr>
          <p:cNvPr id="7" name="Immagine 6">
            <a:extLst>
              <a:ext uri="{FF2B5EF4-FFF2-40B4-BE49-F238E27FC236}">
                <a16:creationId xmlns:a16="http://schemas.microsoft.com/office/drawing/2014/main" id="{3AA9CA5E-B11C-5354-F133-CC2410A67F28}"/>
              </a:ext>
            </a:extLst>
          </p:cNvPr>
          <p:cNvPicPr>
            <a:picLocks noChangeAspect="1"/>
          </p:cNvPicPr>
          <p:nvPr/>
        </p:nvPicPr>
        <p:blipFill>
          <a:blip r:embed="rId3"/>
          <a:stretch>
            <a:fillRect/>
          </a:stretch>
        </p:blipFill>
        <p:spPr>
          <a:xfrm>
            <a:off x="739288" y="4145251"/>
            <a:ext cx="4584700" cy="482600"/>
          </a:xfrm>
          <a:prstGeom prst="rect">
            <a:avLst/>
          </a:prstGeom>
        </p:spPr>
      </p:pic>
    </p:spTree>
    <p:extLst>
      <p:ext uri="{BB962C8B-B14F-4D97-AF65-F5344CB8AC3E}">
        <p14:creationId xmlns:p14="http://schemas.microsoft.com/office/powerpoint/2010/main" val="385959834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82"/>
        <p:cNvGrpSpPr/>
        <p:nvPr/>
      </p:nvGrpSpPr>
      <p:grpSpPr>
        <a:xfrm>
          <a:off x="0" y="0"/>
          <a:ext cx="0" cy="0"/>
          <a:chOff x="0" y="0"/>
          <a:chExt cx="0" cy="0"/>
        </a:xfrm>
      </p:grpSpPr>
      <p:sp>
        <p:nvSpPr>
          <p:cNvPr id="83" name="Google Shape;83;p14"/>
          <p:cNvSpPr txBox="1">
            <a:spLocks noGrp="1"/>
          </p:cNvSpPr>
          <p:nvPr>
            <p:ph type="title" idx="4294967295"/>
          </p:nvPr>
        </p:nvSpPr>
        <p:spPr>
          <a:xfrm>
            <a:off x="311700" y="421233"/>
            <a:ext cx="8520600" cy="622500"/>
          </a:xfrm>
          <a:prstGeom prst="rect">
            <a:avLst/>
          </a:prstGeom>
        </p:spPr>
        <p:txBody>
          <a:bodyPr spcFirstLastPara="1" wrap="square" lIns="91425" tIns="91425" rIns="91425" bIns="91425" anchor="b" anchorCtr="0">
            <a:noAutofit/>
          </a:bodyPr>
          <a:lstStyle/>
          <a:p>
            <a:pPr lvl="0"/>
            <a:r>
              <a:rPr lang="en-GB" sz="4000" dirty="0"/>
              <a:t>Markov Property</a:t>
            </a:r>
            <a:endParaRPr sz="4000" dirty="0"/>
          </a:p>
        </p:txBody>
      </p:sp>
      <p:sp>
        <p:nvSpPr>
          <p:cNvPr id="84" name="Google Shape;84;p14"/>
          <p:cNvSpPr txBox="1">
            <a:spLocks noGrp="1"/>
          </p:cNvSpPr>
          <p:nvPr>
            <p:ph type="body" idx="1"/>
          </p:nvPr>
        </p:nvSpPr>
        <p:spPr>
          <a:xfrm>
            <a:off x="162750" y="1043733"/>
            <a:ext cx="8818500" cy="5100000"/>
          </a:xfrm>
          <a:prstGeom prst="rect">
            <a:avLst/>
          </a:prstGeom>
        </p:spPr>
        <p:txBody>
          <a:bodyPr spcFirstLastPara="1" wrap="square" lIns="91425" tIns="91425" rIns="91425" bIns="91425" anchor="t" anchorCtr="0">
            <a:noAutofit/>
          </a:bodyPr>
          <a:lstStyle/>
          <a:p>
            <a:pPr lvl="0"/>
            <a:r>
              <a:rPr lang="en-GB" dirty="0"/>
              <a:t>We assume that the </a:t>
            </a:r>
            <a:r>
              <a:rPr lang="en-GB" b="1" dirty="0"/>
              <a:t>probability of the next state, given the current state and action is independent of the history of interactions</a:t>
            </a:r>
          </a:p>
          <a:p>
            <a:pPr lvl="1"/>
            <a:r>
              <a:rPr lang="en-GB" dirty="0"/>
              <a:t>memoryless property is known as the </a:t>
            </a:r>
            <a:r>
              <a:rPr lang="en-GB" b="1" dirty="0"/>
              <a:t>Markov property</a:t>
            </a:r>
          </a:p>
          <a:p>
            <a:pPr lvl="1"/>
            <a:r>
              <a:rPr lang="en-GB" dirty="0"/>
              <a:t>the probability of moving from one state to another state on two separate occasions, given the same action, is the same regardless of all previous states or actions encountered before that point</a:t>
            </a:r>
          </a:p>
          <a:p>
            <a:pPr lvl="1"/>
            <a:endParaRPr lang="en-GB" dirty="0"/>
          </a:p>
          <a:p>
            <a:pPr lvl="1"/>
            <a:endParaRPr lang="en-GB" dirty="0"/>
          </a:p>
          <a:p>
            <a:r>
              <a:rPr lang="en-GB" dirty="0"/>
              <a:t>Most RL agents are designed to take advantage from this assumption; we must make sure we feed our agent </a:t>
            </a:r>
            <a:r>
              <a:rPr lang="en-GB" b="1" dirty="0"/>
              <a:t>the necessary variables </a:t>
            </a:r>
            <a:r>
              <a:rPr lang="en-GB" dirty="0"/>
              <a:t>to make it hold as tightly as possible</a:t>
            </a:r>
          </a:p>
          <a:p>
            <a:pPr lvl="1"/>
            <a:r>
              <a:rPr lang="en-GB" dirty="0"/>
              <a:t>completely keeping the Markov assumption is impractical, perhaps impossible</a:t>
            </a:r>
          </a:p>
          <a:p>
            <a:pPr lvl="1"/>
            <a:r>
              <a:rPr lang="en-GB" dirty="0"/>
              <a:t>the more variables we add, the longer it takes to train an agent</a:t>
            </a:r>
          </a:p>
          <a:p>
            <a:pPr lvl="1"/>
            <a:r>
              <a:rPr lang="en-GB" dirty="0"/>
              <a:t>the fewer variables, the higher the chance the information fed to the agent is not sufficient, and the harder it is to learn anything useful</a:t>
            </a:r>
          </a:p>
          <a:p>
            <a:pPr marL="590550" lvl="1" indent="0">
              <a:buNone/>
            </a:pPr>
            <a:endParaRPr lang="en-GB" dirty="0"/>
          </a:p>
          <a:p>
            <a:pPr lvl="1"/>
            <a:endParaRPr lang="en-GB" dirty="0"/>
          </a:p>
          <a:p>
            <a:pPr lvl="1"/>
            <a:endParaRPr lang="en-GB" dirty="0"/>
          </a:p>
        </p:txBody>
      </p:sp>
      <p:pic>
        <p:nvPicPr>
          <p:cNvPr id="4" name="Immagine 3">
            <a:extLst>
              <a:ext uri="{FF2B5EF4-FFF2-40B4-BE49-F238E27FC236}">
                <a16:creationId xmlns:a16="http://schemas.microsoft.com/office/drawing/2014/main" id="{63C3FDF9-D634-BF62-C5C2-D932C6B211E9}"/>
              </a:ext>
            </a:extLst>
          </p:cNvPr>
          <p:cNvPicPr>
            <a:picLocks noChangeAspect="1"/>
          </p:cNvPicPr>
          <p:nvPr/>
        </p:nvPicPr>
        <p:blipFill>
          <a:blip r:embed="rId3"/>
          <a:stretch>
            <a:fillRect/>
          </a:stretch>
        </p:blipFill>
        <p:spPr>
          <a:xfrm>
            <a:off x="1103148" y="3052450"/>
            <a:ext cx="4394200" cy="355600"/>
          </a:xfrm>
          <a:prstGeom prst="rect">
            <a:avLst/>
          </a:prstGeom>
        </p:spPr>
      </p:pic>
    </p:spTree>
    <p:extLst>
      <p:ext uri="{BB962C8B-B14F-4D97-AF65-F5344CB8AC3E}">
        <p14:creationId xmlns:p14="http://schemas.microsoft.com/office/powerpoint/2010/main" val="221332374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82"/>
        <p:cNvGrpSpPr/>
        <p:nvPr/>
      </p:nvGrpSpPr>
      <p:grpSpPr>
        <a:xfrm>
          <a:off x="0" y="0"/>
          <a:ext cx="0" cy="0"/>
          <a:chOff x="0" y="0"/>
          <a:chExt cx="0" cy="0"/>
        </a:xfrm>
      </p:grpSpPr>
      <p:sp>
        <p:nvSpPr>
          <p:cNvPr id="83" name="Google Shape;83;p14"/>
          <p:cNvSpPr txBox="1">
            <a:spLocks noGrp="1"/>
          </p:cNvSpPr>
          <p:nvPr>
            <p:ph type="title" idx="4294967295"/>
          </p:nvPr>
        </p:nvSpPr>
        <p:spPr>
          <a:xfrm>
            <a:off x="311700" y="421233"/>
            <a:ext cx="8520600" cy="622500"/>
          </a:xfrm>
          <a:prstGeom prst="rect">
            <a:avLst/>
          </a:prstGeom>
        </p:spPr>
        <p:txBody>
          <a:bodyPr spcFirstLastPara="1" wrap="square" lIns="91425" tIns="91425" rIns="91425" bIns="91425" anchor="b" anchorCtr="0">
            <a:noAutofit/>
          </a:bodyPr>
          <a:lstStyle/>
          <a:p>
            <a:pPr lvl="0"/>
            <a:r>
              <a:rPr lang="en-GB" sz="4000" dirty="0"/>
              <a:t>The Transition function</a:t>
            </a:r>
          </a:p>
        </p:txBody>
      </p:sp>
      <p:sp>
        <p:nvSpPr>
          <p:cNvPr id="84" name="Google Shape;84;p14"/>
          <p:cNvSpPr txBox="1">
            <a:spLocks noGrp="1"/>
          </p:cNvSpPr>
          <p:nvPr>
            <p:ph type="body" idx="1"/>
          </p:nvPr>
        </p:nvSpPr>
        <p:spPr>
          <a:xfrm>
            <a:off x="162750" y="1043733"/>
            <a:ext cx="8818500" cy="5534488"/>
          </a:xfrm>
          <a:prstGeom prst="rect">
            <a:avLst/>
          </a:prstGeom>
        </p:spPr>
        <p:txBody>
          <a:bodyPr spcFirstLastPara="1" wrap="square" lIns="91425" tIns="91425" rIns="91425" bIns="91425" anchor="t" anchorCtr="0">
            <a:noAutofit/>
          </a:bodyPr>
          <a:lstStyle/>
          <a:p>
            <a:pPr lvl="0"/>
            <a:r>
              <a:rPr lang="en-GB" dirty="0"/>
              <a:t>The way the environment </a:t>
            </a:r>
            <a:r>
              <a:rPr lang="en-GB" b="1" dirty="0"/>
              <a:t>changes</a:t>
            </a:r>
            <a:r>
              <a:rPr lang="en-GB" dirty="0"/>
              <a:t> as a response to actions </a:t>
            </a:r>
          </a:p>
          <a:p>
            <a:pPr lvl="1"/>
            <a:r>
              <a:rPr lang="en-GB" dirty="0"/>
              <a:t>maps a transition tuple (𝑠,𝑎,𝑠′) to a probability</a:t>
            </a:r>
          </a:p>
          <a:p>
            <a:pPr lvl="1"/>
            <a:r>
              <a:rPr lang="en-GB" dirty="0"/>
              <a:t>the </a:t>
            </a:r>
            <a:r>
              <a:rPr lang="en-GB" b="1" dirty="0"/>
              <a:t>probability of transition</a:t>
            </a:r>
            <a:r>
              <a:rPr lang="en-GB" dirty="0"/>
              <a:t> from state 𝑠 to state 𝑠′ when taking action 𝑎.</a:t>
            </a:r>
          </a:p>
          <a:p>
            <a:endParaRPr lang="en-GB" dirty="0"/>
          </a:p>
          <a:p>
            <a:endParaRPr lang="en-GB" dirty="0"/>
          </a:p>
          <a:p>
            <a:pPr marL="120650" indent="0">
              <a:buNone/>
            </a:pPr>
            <a:endParaRPr lang="en-GB" sz="800" dirty="0"/>
          </a:p>
          <a:p>
            <a:r>
              <a:rPr lang="en-GB" dirty="0"/>
              <a:t>Notice that integrating over the next states (as any probability distribution) must equal one</a:t>
            </a:r>
          </a:p>
          <a:p>
            <a:endParaRPr lang="en-GB" dirty="0"/>
          </a:p>
          <a:p>
            <a:endParaRPr lang="en-GB" dirty="0"/>
          </a:p>
          <a:p>
            <a:endParaRPr lang="en-GB" dirty="0"/>
          </a:p>
          <a:p>
            <a:pPr marL="120650" indent="0">
              <a:buNone/>
            </a:pPr>
            <a:endParaRPr lang="en-GB" sz="900" dirty="0"/>
          </a:p>
          <a:p>
            <a:r>
              <a:rPr lang="en-GB" dirty="0"/>
              <a:t>One key assumption is that this distribution is </a:t>
            </a:r>
            <a:r>
              <a:rPr lang="en-GB" b="1" dirty="0"/>
              <a:t>stationary</a:t>
            </a:r>
          </a:p>
          <a:p>
            <a:pPr lvl="1"/>
            <a:r>
              <a:rPr lang="en-GB" dirty="0"/>
              <a:t>while there may be </a:t>
            </a:r>
            <a:r>
              <a:rPr lang="en-GB" b="1" dirty="0"/>
              <a:t>highly stochastic transitions</a:t>
            </a:r>
            <a:r>
              <a:rPr lang="en-GB" dirty="0"/>
              <a:t>, the </a:t>
            </a:r>
            <a:r>
              <a:rPr lang="en-GB" b="1" dirty="0"/>
              <a:t>probability distribution don’t  change</a:t>
            </a:r>
            <a:r>
              <a:rPr lang="en-GB" dirty="0"/>
              <a:t> during training or evaluation</a:t>
            </a:r>
          </a:p>
          <a:p>
            <a:pPr lvl="1"/>
            <a:r>
              <a:rPr lang="en-GB" dirty="0"/>
              <a:t>the assumption is often </a:t>
            </a:r>
            <a:r>
              <a:rPr lang="en-GB" b="1" dirty="0"/>
              <a:t>relaxed</a:t>
            </a:r>
            <a:r>
              <a:rPr lang="en-GB" dirty="0"/>
              <a:t> </a:t>
            </a:r>
          </a:p>
          <a:p>
            <a:pPr lvl="1"/>
            <a:r>
              <a:rPr lang="en-GB" dirty="0"/>
              <a:t>however, it’s important to interact with environments that at least </a:t>
            </a:r>
            <a:r>
              <a:rPr lang="en-GB" b="1" dirty="0"/>
              <a:t>appear</a:t>
            </a:r>
            <a:r>
              <a:rPr lang="en-GB" dirty="0"/>
              <a:t> to be stationary (the change is slow)</a:t>
            </a:r>
          </a:p>
          <a:p>
            <a:pPr lvl="1"/>
            <a:endParaRPr lang="en-GB" dirty="0"/>
          </a:p>
        </p:txBody>
      </p:sp>
      <p:pic>
        <p:nvPicPr>
          <p:cNvPr id="3" name="Immagine 2">
            <a:extLst>
              <a:ext uri="{FF2B5EF4-FFF2-40B4-BE49-F238E27FC236}">
                <a16:creationId xmlns:a16="http://schemas.microsoft.com/office/drawing/2014/main" id="{1558432E-BB9A-36EE-DEE9-411FA3BCAAC6}"/>
              </a:ext>
            </a:extLst>
          </p:cNvPr>
          <p:cNvPicPr>
            <a:picLocks noChangeAspect="1"/>
          </p:cNvPicPr>
          <p:nvPr/>
        </p:nvPicPr>
        <p:blipFill>
          <a:blip r:embed="rId3"/>
          <a:stretch>
            <a:fillRect/>
          </a:stretch>
        </p:blipFill>
        <p:spPr>
          <a:xfrm>
            <a:off x="711200" y="2285555"/>
            <a:ext cx="3924300" cy="482600"/>
          </a:xfrm>
          <a:prstGeom prst="rect">
            <a:avLst/>
          </a:prstGeom>
        </p:spPr>
      </p:pic>
      <p:pic>
        <p:nvPicPr>
          <p:cNvPr id="5" name="Immagine 4">
            <a:extLst>
              <a:ext uri="{FF2B5EF4-FFF2-40B4-BE49-F238E27FC236}">
                <a16:creationId xmlns:a16="http://schemas.microsoft.com/office/drawing/2014/main" id="{AFA7E6B6-E78E-79EF-CB15-0348F1C7B395}"/>
              </a:ext>
            </a:extLst>
          </p:cNvPr>
          <p:cNvPicPr>
            <a:picLocks noChangeAspect="1"/>
          </p:cNvPicPr>
          <p:nvPr/>
        </p:nvPicPr>
        <p:blipFill>
          <a:blip r:embed="rId4"/>
          <a:stretch>
            <a:fillRect/>
          </a:stretch>
        </p:blipFill>
        <p:spPr>
          <a:xfrm>
            <a:off x="647700" y="3660727"/>
            <a:ext cx="3987800" cy="698500"/>
          </a:xfrm>
          <a:prstGeom prst="rect">
            <a:avLst/>
          </a:prstGeom>
        </p:spPr>
      </p:pic>
    </p:spTree>
    <p:extLst>
      <p:ext uri="{BB962C8B-B14F-4D97-AF65-F5344CB8AC3E}">
        <p14:creationId xmlns:p14="http://schemas.microsoft.com/office/powerpoint/2010/main" val="30312176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82"/>
        <p:cNvGrpSpPr/>
        <p:nvPr/>
      </p:nvGrpSpPr>
      <p:grpSpPr>
        <a:xfrm>
          <a:off x="0" y="0"/>
          <a:ext cx="0" cy="0"/>
          <a:chOff x="0" y="0"/>
          <a:chExt cx="0" cy="0"/>
        </a:xfrm>
      </p:grpSpPr>
      <p:sp>
        <p:nvSpPr>
          <p:cNvPr id="83" name="Google Shape;83;p14"/>
          <p:cNvSpPr txBox="1">
            <a:spLocks noGrp="1"/>
          </p:cNvSpPr>
          <p:nvPr>
            <p:ph type="title" idx="4294967295"/>
          </p:nvPr>
        </p:nvSpPr>
        <p:spPr>
          <a:xfrm>
            <a:off x="311700" y="421233"/>
            <a:ext cx="8520600" cy="622500"/>
          </a:xfrm>
          <a:prstGeom prst="rect">
            <a:avLst/>
          </a:prstGeom>
        </p:spPr>
        <p:txBody>
          <a:bodyPr spcFirstLastPara="1" wrap="square" lIns="91425" tIns="91425" rIns="91425" bIns="91425" anchor="b" anchorCtr="0">
            <a:noAutofit/>
          </a:bodyPr>
          <a:lstStyle/>
          <a:p>
            <a:pPr lvl="0"/>
            <a:r>
              <a:rPr lang="en-GB" sz="4000" dirty="0"/>
              <a:t>The Reward function</a:t>
            </a:r>
            <a:endParaRPr sz="4000" dirty="0"/>
          </a:p>
        </p:txBody>
      </p:sp>
      <p:sp>
        <p:nvSpPr>
          <p:cNvPr id="84" name="Google Shape;84;p14"/>
          <p:cNvSpPr txBox="1">
            <a:spLocks noGrp="1"/>
          </p:cNvSpPr>
          <p:nvPr>
            <p:ph type="body" idx="1"/>
          </p:nvPr>
        </p:nvSpPr>
        <p:spPr>
          <a:xfrm>
            <a:off x="162750" y="1180211"/>
            <a:ext cx="8818500" cy="5256556"/>
          </a:xfrm>
          <a:prstGeom prst="rect">
            <a:avLst/>
          </a:prstGeom>
        </p:spPr>
        <p:txBody>
          <a:bodyPr spcFirstLastPara="1" wrap="square" lIns="91425" tIns="91425" rIns="91425" bIns="91425" anchor="t" anchorCtr="0">
            <a:noAutofit/>
          </a:bodyPr>
          <a:lstStyle/>
          <a:p>
            <a:pPr lvl="0"/>
            <a:r>
              <a:rPr lang="en-GB" dirty="0"/>
              <a:t>A numeric signal of </a:t>
            </a:r>
            <a:r>
              <a:rPr lang="en-GB" b="1" dirty="0"/>
              <a:t>goodness</a:t>
            </a:r>
            <a:r>
              <a:rPr lang="en-GB" dirty="0"/>
              <a:t> of transitions</a:t>
            </a:r>
          </a:p>
          <a:p>
            <a:pPr lvl="1"/>
            <a:r>
              <a:rPr lang="en-GB" dirty="0"/>
              <a:t>maps a transition tuple (𝑠,𝑎,𝑠′)  to a scalar R</a:t>
            </a:r>
          </a:p>
          <a:p>
            <a:pPr lvl="1"/>
            <a:endParaRPr lang="en-GB" dirty="0"/>
          </a:p>
          <a:p>
            <a:r>
              <a:rPr lang="en-GB" dirty="0"/>
              <a:t>The use of a reward signal to </a:t>
            </a:r>
            <a:r>
              <a:rPr lang="en-GB" b="1" dirty="0"/>
              <a:t>formalize the idea of a goal </a:t>
            </a:r>
            <a:r>
              <a:rPr lang="en-GB" dirty="0"/>
              <a:t>is one of the </a:t>
            </a:r>
            <a:r>
              <a:rPr lang="en-GB" b="1" dirty="0"/>
              <a:t>most distinctive features</a:t>
            </a:r>
            <a:r>
              <a:rPr lang="en-GB" dirty="0"/>
              <a:t> of reinforcement learning</a:t>
            </a:r>
          </a:p>
          <a:p>
            <a:pPr lvl="1"/>
            <a:r>
              <a:rPr lang="en-GB" dirty="0"/>
              <a:t>if we want the agent to do something for us, we must provide rewards to it in such a way that in maximizing them the agent will also achieve our goals</a:t>
            </a:r>
          </a:p>
          <a:p>
            <a:pPr lvl="1"/>
            <a:r>
              <a:rPr lang="en-GB" dirty="0"/>
              <a:t>It is critical that the rewards truly indicate what we want accomplished</a:t>
            </a:r>
          </a:p>
          <a:p>
            <a:endParaRPr lang="en-GB" dirty="0"/>
          </a:p>
          <a:p>
            <a:r>
              <a:rPr lang="en-GB" dirty="0"/>
              <a:t>Formally, we can define the reward function as the </a:t>
            </a:r>
            <a:r>
              <a:rPr lang="en-GB" b="1" dirty="0"/>
              <a:t>expected value of reward </a:t>
            </a:r>
            <a:r>
              <a:rPr lang="en-GB" dirty="0"/>
              <a:t>given the state-action-state </a:t>
            </a:r>
            <a:r>
              <a:rPr lang="en-GB" dirty="0" err="1"/>
              <a:t>tupla</a:t>
            </a:r>
            <a:r>
              <a:rPr lang="en-GB" dirty="0"/>
              <a:t>:</a:t>
            </a:r>
          </a:p>
          <a:p>
            <a:endParaRPr lang="en-GB" dirty="0"/>
          </a:p>
          <a:p>
            <a:endParaRPr lang="en-GB" dirty="0"/>
          </a:p>
          <a:p>
            <a:endParaRPr lang="en-GB" dirty="0"/>
          </a:p>
          <a:p>
            <a:pPr marL="120650" indent="0">
              <a:buNone/>
            </a:pPr>
            <a:endParaRPr lang="en-GB" sz="200" dirty="0"/>
          </a:p>
          <a:p>
            <a:r>
              <a:rPr lang="en-GB" dirty="0"/>
              <a:t>Notice that the reward is our way of communicating to the agent </a:t>
            </a:r>
            <a:r>
              <a:rPr lang="en-GB" b="1" dirty="0"/>
              <a:t>what we want </a:t>
            </a:r>
            <a:r>
              <a:rPr lang="en-GB" dirty="0"/>
              <a:t>it to achieve, </a:t>
            </a:r>
            <a:r>
              <a:rPr lang="en-GB" b="1" dirty="0"/>
              <a:t>not how we want it achieved</a:t>
            </a:r>
          </a:p>
          <a:p>
            <a:endParaRPr lang="en-GB" dirty="0"/>
          </a:p>
          <a:p>
            <a:pPr lvl="1"/>
            <a:endParaRPr lang="en-GB" dirty="0"/>
          </a:p>
        </p:txBody>
      </p:sp>
      <p:pic>
        <p:nvPicPr>
          <p:cNvPr id="3" name="Immagine 2">
            <a:extLst>
              <a:ext uri="{FF2B5EF4-FFF2-40B4-BE49-F238E27FC236}">
                <a16:creationId xmlns:a16="http://schemas.microsoft.com/office/drawing/2014/main" id="{88ECFE04-FF14-52F4-A978-DE862D655546}"/>
              </a:ext>
            </a:extLst>
          </p:cNvPr>
          <p:cNvPicPr>
            <a:picLocks noChangeAspect="1"/>
          </p:cNvPicPr>
          <p:nvPr/>
        </p:nvPicPr>
        <p:blipFill>
          <a:blip r:embed="rId3"/>
          <a:stretch>
            <a:fillRect/>
          </a:stretch>
        </p:blipFill>
        <p:spPr>
          <a:xfrm>
            <a:off x="716886" y="5150134"/>
            <a:ext cx="4216400" cy="406400"/>
          </a:xfrm>
          <a:prstGeom prst="rect">
            <a:avLst/>
          </a:prstGeom>
        </p:spPr>
      </p:pic>
    </p:spTree>
    <p:extLst>
      <p:ext uri="{BB962C8B-B14F-4D97-AF65-F5344CB8AC3E}">
        <p14:creationId xmlns:p14="http://schemas.microsoft.com/office/powerpoint/2010/main" val="202052620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82"/>
        <p:cNvGrpSpPr/>
        <p:nvPr/>
      </p:nvGrpSpPr>
      <p:grpSpPr>
        <a:xfrm>
          <a:off x="0" y="0"/>
          <a:ext cx="0" cy="0"/>
          <a:chOff x="0" y="0"/>
          <a:chExt cx="0" cy="0"/>
        </a:xfrm>
      </p:grpSpPr>
      <p:sp>
        <p:nvSpPr>
          <p:cNvPr id="83" name="Google Shape;83;p14"/>
          <p:cNvSpPr txBox="1">
            <a:spLocks noGrp="1"/>
          </p:cNvSpPr>
          <p:nvPr>
            <p:ph type="title" idx="4294967295"/>
          </p:nvPr>
        </p:nvSpPr>
        <p:spPr>
          <a:xfrm>
            <a:off x="311700" y="421233"/>
            <a:ext cx="8520600" cy="622500"/>
          </a:xfrm>
          <a:prstGeom prst="rect">
            <a:avLst/>
          </a:prstGeom>
        </p:spPr>
        <p:txBody>
          <a:bodyPr spcFirstLastPara="1" wrap="square" lIns="91425" tIns="91425" rIns="91425" bIns="91425" anchor="b" anchorCtr="0">
            <a:noAutofit/>
          </a:bodyPr>
          <a:lstStyle/>
          <a:p>
            <a:pPr lvl="0"/>
            <a:r>
              <a:rPr lang="en-GB" sz="4000" dirty="0"/>
              <a:t>The Return</a:t>
            </a:r>
            <a:endParaRPr sz="4000" dirty="0"/>
          </a:p>
        </p:txBody>
      </p:sp>
      <p:sp>
        <p:nvSpPr>
          <p:cNvPr id="84" name="Google Shape;84;p14"/>
          <p:cNvSpPr txBox="1">
            <a:spLocks noGrp="1"/>
          </p:cNvSpPr>
          <p:nvPr>
            <p:ph type="body" idx="1"/>
          </p:nvPr>
        </p:nvSpPr>
        <p:spPr>
          <a:xfrm>
            <a:off x="162750" y="1315105"/>
            <a:ext cx="8818500" cy="3937700"/>
          </a:xfrm>
          <a:prstGeom prst="rect">
            <a:avLst/>
          </a:prstGeom>
        </p:spPr>
        <p:txBody>
          <a:bodyPr spcFirstLastPara="1" wrap="square" lIns="91425" tIns="91425" rIns="91425" bIns="91425" anchor="t" anchorCtr="0">
            <a:noAutofit/>
          </a:bodyPr>
          <a:lstStyle/>
          <a:p>
            <a:pPr lvl="0"/>
            <a:r>
              <a:rPr lang="en-GB" dirty="0"/>
              <a:t>The agent’s goal is to </a:t>
            </a:r>
            <a:r>
              <a:rPr lang="en-GB" b="1" dirty="0"/>
              <a:t>maximize the total amount of reward </a:t>
            </a:r>
            <a:r>
              <a:rPr lang="en-GB" dirty="0"/>
              <a:t>it receives</a:t>
            </a:r>
          </a:p>
          <a:p>
            <a:pPr lvl="1"/>
            <a:r>
              <a:rPr lang="en-GB" dirty="0"/>
              <a:t>not immediate reward, but </a:t>
            </a:r>
            <a:r>
              <a:rPr lang="en-GB" b="1" dirty="0"/>
              <a:t>cumulative</a:t>
            </a:r>
            <a:r>
              <a:rPr lang="en-GB" dirty="0"/>
              <a:t> reward in the long run</a:t>
            </a:r>
          </a:p>
          <a:p>
            <a:pPr lvl="1"/>
            <a:r>
              <a:rPr lang="en-GB" b="1" dirty="0"/>
              <a:t>Return</a:t>
            </a:r>
            <a:r>
              <a:rPr lang="en-GB" dirty="0"/>
              <a:t> 𝐺𝑡: the sum of all rewards obtained during the course of an episode</a:t>
            </a:r>
          </a:p>
          <a:p>
            <a:pPr lvl="1"/>
            <a:endParaRPr lang="en-GB" dirty="0"/>
          </a:p>
          <a:p>
            <a:pPr lvl="1"/>
            <a:endParaRPr lang="en-GB" dirty="0"/>
          </a:p>
          <a:p>
            <a:endParaRPr lang="en-GB" dirty="0"/>
          </a:p>
          <a:p>
            <a:r>
              <a:rPr lang="en-GB" dirty="0"/>
              <a:t>T is a </a:t>
            </a:r>
            <a:r>
              <a:rPr lang="en-GB" b="1" dirty="0"/>
              <a:t>"final" time step</a:t>
            </a:r>
          </a:p>
          <a:p>
            <a:pPr lvl="1"/>
            <a:r>
              <a:rPr lang="en-GB" dirty="0"/>
              <a:t>for episodic task, the agent–environment interaction breaks naturally int sub-sequences (e.g. plays a game, trips through a maze) and 𝑇 has a </a:t>
            </a:r>
            <a:r>
              <a:rPr lang="en-GB" b="1" dirty="0"/>
              <a:t>finite value</a:t>
            </a:r>
          </a:p>
          <a:p>
            <a:pPr lvl="1"/>
            <a:r>
              <a:rPr lang="en-GB" dirty="0"/>
              <a:t>for continuing tasks, the agent–environment interaction does not break naturally, but goes on continually without limit (e.g. an on-going process-control) and  </a:t>
            </a:r>
            <a:r>
              <a:rPr lang="en-GB" b="1" dirty="0"/>
              <a:t>𝑇=</a:t>
            </a:r>
            <a:r>
              <a:rPr lang="en-GB" sz="1800" b="1" dirty="0"/>
              <a:t>∞</a:t>
            </a:r>
            <a:r>
              <a:rPr lang="en-GB" dirty="0"/>
              <a:t> </a:t>
            </a:r>
          </a:p>
        </p:txBody>
      </p:sp>
      <p:pic>
        <p:nvPicPr>
          <p:cNvPr id="3" name="Immagine 2">
            <a:extLst>
              <a:ext uri="{FF2B5EF4-FFF2-40B4-BE49-F238E27FC236}">
                <a16:creationId xmlns:a16="http://schemas.microsoft.com/office/drawing/2014/main" id="{EC767993-3E78-5F54-36E2-E40875AD49A1}"/>
              </a:ext>
            </a:extLst>
          </p:cNvPr>
          <p:cNvPicPr>
            <a:picLocks noChangeAspect="1"/>
          </p:cNvPicPr>
          <p:nvPr/>
        </p:nvPicPr>
        <p:blipFill>
          <a:blip r:embed="rId3"/>
          <a:stretch>
            <a:fillRect/>
          </a:stretch>
        </p:blipFill>
        <p:spPr>
          <a:xfrm>
            <a:off x="1211164" y="2496555"/>
            <a:ext cx="4368800" cy="787400"/>
          </a:xfrm>
          <a:prstGeom prst="rect">
            <a:avLst/>
          </a:prstGeom>
        </p:spPr>
      </p:pic>
    </p:spTree>
    <p:extLst>
      <p:ext uri="{BB962C8B-B14F-4D97-AF65-F5344CB8AC3E}">
        <p14:creationId xmlns:p14="http://schemas.microsoft.com/office/powerpoint/2010/main" val="315688733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82"/>
        <p:cNvGrpSpPr/>
        <p:nvPr/>
      </p:nvGrpSpPr>
      <p:grpSpPr>
        <a:xfrm>
          <a:off x="0" y="0"/>
          <a:ext cx="0" cy="0"/>
          <a:chOff x="0" y="0"/>
          <a:chExt cx="0" cy="0"/>
        </a:xfrm>
      </p:grpSpPr>
      <p:sp>
        <p:nvSpPr>
          <p:cNvPr id="83" name="Google Shape;83;p14"/>
          <p:cNvSpPr txBox="1">
            <a:spLocks noGrp="1"/>
          </p:cNvSpPr>
          <p:nvPr>
            <p:ph type="title" idx="4294967295"/>
          </p:nvPr>
        </p:nvSpPr>
        <p:spPr>
          <a:xfrm>
            <a:off x="311700" y="421233"/>
            <a:ext cx="8520600" cy="622500"/>
          </a:xfrm>
          <a:prstGeom prst="rect">
            <a:avLst/>
          </a:prstGeom>
        </p:spPr>
        <p:txBody>
          <a:bodyPr spcFirstLastPara="1" wrap="square" lIns="91425" tIns="91425" rIns="91425" bIns="91425" anchor="b" anchorCtr="0">
            <a:noAutofit/>
          </a:bodyPr>
          <a:lstStyle/>
          <a:p>
            <a:pPr lvl="0"/>
            <a:r>
              <a:rPr lang="en-GB" sz="4000" dirty="0"/>
              <a:t>The Discount</a:t>
            </a:r>
            <a:endParaRPr sz="4000" dirty="0"/>
          </a:p>
        </p:txBody>
      </p:sp>
      <p:sp>
        <p:nvSpPr>
          <p:cNvPr id="84" name="Google Shape;84;p14"/>
          <p:cNvSpPr txBox="1">
            <a:spLocks noGrp="1"/>
          </p:cNvSpPr>
          <p:nvPr>
            <p:ph type="body" idx="1"/>
          </p:nvPr>
        </p:nvSpPr>
        <p:spPr>
          <a:xfrm>
            <a:off x="162750" y="1043733"/>
            <a:ext cx="8818500" cy="5100000"/>
          </a:xfrm>
          <a:prstGeom prst="rect">
            <a:avLst/>
          </a:prstGeom>
        </p:spPr>
        <p:txBody>
          <a:bodyPr spcFirstLastPara="1" wrap="square" lIns="91425" tIns="91425" rIns="91425" bIns="91425" anchor="t" anchorCtr="0">
            <a:noAutofit/>
          </a:bodyPr>
          <a:lstStyle/>
          <a:p>
            <a:pPr lvl="0"/>
            <a:r>
              <a:rPr lang="en-GB" dirty="0"/>
              <a:t>We can have possibility of </a:t>
            </a:r>
            <a:r>
              <a:rPr lang="en-GB" b="1" dirty="0"/>
              <a:t>infinite sequences of time steps </a:t>
            </a:r>
            <a:r>
              <a:rPr lang="en-GB" dirty="0"/>
              <a:t>(unboundedness), so we need a way to </a:t>
            </a:r>
            <a:r>
              <a:rPr lang="en-GB" b="1" dirty="0"/>
              <a:t>discount the value of rewards over time</a:t>
            </a:r>
          </a:p>
          <a:p>
            <a:pPr lvl="0"/>
            <a:r>
              <a:rPr lang="en-GB" dirty="0"/>
              <a:t>Tell the agent that getting +1’s is better sooner than later</a:t>
            </a:r>
          </a:p>
          <a:p>
            <a:r>
              <a:rPr lang="en-GB" dirty="0"/>
              <a:t>We use a positive real value (&lt;1) to exponentially discount the value of future rewards</a:t>
            </a:r>
          </a:p>
          <a:p>
            <a:endParaRPr lang="en-GB" dirty="0"/>
          </a:p>
          <a:p>
            <a:endParaRPr lang="en-GB" dirty="0"/>
          </a:p>
          <a:p>
            <a:endParaRPr lang="en-GB" sz="1200" dirty="0"/>
          </a:p>
          <a:p>
            <a:pPr lvl="1"/>
            <a:r>
              <a:rPr lang="en-GB" dirty="0"/>
              <a:t>the further into the future we receive the reward, the less valuable it is in the present </a:t>
            </a:r>
          </a:p>
          <a:p>
            <a:pPr lvl="1"/>
            <a:r>
              <a:rPr lang="en-GB" dirty="0"/>
              <a:t>this number is called the </a:t>
            </a:r>
            <a:r>
              <a:rPr lang="en-GB" b="1" dirty="0"/>
              <a:t>discount factor </a:t>
            </a:r>
            <a:r>
              <a:rPr lang="en-GB" dirty="0"/>
              <a:t>𝛾 </a:t>
            </a:r>
          </a:p>
          <a:p>
            <a:pPr lvl="1"/>
            <a:endParaRPr lang="en-GB" dirty="0"/>
          </a:p>
          <a:p>
            <a:r>
              <a:rPr lang="en-GB" dirty="0"/>
              <a:t>Notice an interesting recursive definition which show that the returns at successive time steps are related to each other:</a:t>
            </a:r>
          </a:p>
          <a:p>
            <a:endParaRPr lang="en-GB" dirty="0"/>
          </a:p>
          <a:p>
            <a:endParaRPr lang="en-GB" dirty="0"/>
          </a:p>
          <a:p>
            <a:pPr lvl="1"/>
            <a:endParaRPr lang="en-GB" dirty="0"/>
          </a:p>
        </p:txBody>
      </p:sp>
      <p:pic>
        <p:nvPicPr>
          <p:cNvPr id="3" name="Immagine 2">
            <a:extLst>
              <a:ext uri="{FF2B5EF4-FFF2-40B4-BE49-F238E27FC236}">
                <a16:creationId xmlns:a16="http://schemas.microsoft.com/office/drawing/2014/main" id="{EC904396-95B0-3596-C30B-F4DAD67A93A0}"/>
              </a:ext>
            </a:extLst>
          </p:cNvPr>
          <p:cNvPicPr>
            <a:picLocks noChangeAspect="1"/>
          </p:cNvPicPr>
          <p:nvPr/>
        </p:nvPicPr>
        <p:blipFill rotWithShape="1">
          <a:blip r:embed="rId3"/>
          <a:srcRect t="11846"/>
          <a:stretch/>
        </p:blipFill>
        <p:spPr>
          <a:xfrm>
            <a:off x="811454" y="2778300"/>
            <a:ext cx="5334000" cy="727703"/>
          </a:xfrm>
          <a:prstGeom prst="rect">
            <a:avLst/>
          </a:prstGeom>
        </p:spPr>
      </p:pic>
      <p:pic>
        <p:nvPicPr>
          <p:cNvPr id="5" name="Immagine 4">
            <a:extLst>
              <a:ext uri="{FF2B5EF4-FFF2-40B4-BE49-F238E27FC236}">
                <a16:creationId xmlns:a16="http://schemas.microsoft.com/office/drawing/2014/main" id="{F263AB65-02BC-B30C-60E2-24FB398F2F09}"/>
              </a:ext>
            </a:extLst>
          </p:cNvPr>
          <p:cNvPicPr>
            <a:picLocks noChangeAspect="1"/>
          </p:cNvPicPr>
          <p:nvPr/>
        </p:nvPicPr>
        <p:blipFill>
          <a:blip r:embed="rId4"/>
          <a:stretch>
            <a:fillRect/>
          </a:stretch>
        </p:blipFill>
        <p:spPr>
          <a:xfrm>
            <a:off x="676701" y="5430056"/>
            <a:ext cx="7772400" cy="768422"/>
          </a:xfrm>
          <a:prstGeom prst="rect">
            <a:avLst/>
          </a:prstGeom>
        </p:spPr>
      </p:pic>
    </p:spTree>
    <p:extLst>
      <p:ext uri="{BB962C8B-B14F-4D97-AF65-F5344CB8AC3E}">
        <p14:creationId xmlns:p14="http://schemas.microsoft.com/office/powerpoint/2010/main" val="1586284290"/>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82"/>
        <p:cNvGrpSpPr/>
        <p:nvPr/>
      </p:nvGrpSpPr>
      <p:grpSpPr>
        <a:xfrm>
          <a:off x="0" y="0"/>
          <a:ext cx="0" cy="0"/>
          <a:chOff x="0" y="0"/>
          <a:chExt cx="0" cy="0"/>
        </a:xfrm>
      </p:grpSpPr>
      <p:sp>
        <p:nvSpPr>
          <p:cNvPr id="83" name="Google Shape;83;p14"/>
          <p:cNvSpPr txBox="1">
            <a:spLocks noGrp="1"/>
          </p:cNvSpPr>
          <p:nvPr>
            <p:ph type="title" idx="4294967295"/>
          </p:nvPr>
        </p:nvSpPr>
        <p:spPr>
          <a:xfrm>
            <a:off x="311700" y="421233"/>
            <a:ext cx="8520600" cy="622500"/>
          </a:xfrm>
          <a:prstGeom prst="rect">
            <a:avLst/>
          </a:prstGeom>
        </p:spPr>
        <p:txBody>
          <a:bodyPr spcFirstLastPara="1" wrap="square" lIns="91425" tIns="91425" rIns="91425" bIns="91425" anchor="b" anchorCtr="0">
            <a:noAutofit/>
          </a:bodyPr>
          <a:lstStyle/>
          <a:p>
            <a:pPr lvl="0"/>
            <a:r>
              <a:rPr lang="en-GB" sz="4000" dirty="0"/>
              <a:t>MDP framework</a:t>
            </a:r>
            <a:endParaRPr sz="4000" dirty="0"/>
          </a:p>
        </p:txBody>
      </p:sp>
      <p:sp>
        <p:nvSpPr>
          <p:cNvPr id="84" name="Google Shape;84;p14"/>
          <p:cNvSpPr txBox="1">
            <a:spLocks noGrp="1"/>
          </p:cNvSpPr>
          <p:nvPr>
            <p:ph type="body" idx="1"/>
          </p:nvPr>
        </p:nvSpPr>
        <p:spPr>
          <a:xfrm>
            <a:off x="162750" y="1043733"/>
            <a:ext cx="8818500" cy="5393034"/>
          </a:xfrm>
          <a:prstGeom prst="rect">
            <a:avLst/>
          </a:prstGeom>
        </p:spPr>
        <p:txBody>
          <a:bodyPr spcFirstLastPara="1" wrap="square" lIns="91425" tIns="91425" rIns="91425" bIns="91425" anchor="t" anchorCtr="0">
            <a:noAutofit/>
          </a:bodyPr>
          <a:lstStyle/>
          <a:p>
            <a:pPr lvl="0"/>
            <a:r>
              <a:rPr lang="en-GB" dirty="0"/>
              <a:t>The MDP framework is </a:t>
            </a:r>
            <a:r>
              <a:rPr lang="en-GB" b="1" dirty="0"/>
              <a:t>abstract</a:t>
            </a:r>
            <a:r>
              <a:rPr lang="en-GB" dirty="0"/>
              <a:t> and </a:t>
            </a:r>
            <a:r>
              <a:rPr lang="en-GB" b="1" dirty="0"/>
              <a:t>flexible</a:t>
            </a:r>
            <a:r>
              <a:rPr lang="en-GB" dirty="0"/>
              <a:t> and can be applied to many different problems in many ways</a:t>
            </a:r>
          </a:p>
          <a:p>
            <a:pPr lvl="1"/>
            <a:r>
              <a:rPr lang="en-GB" dirty="0"/>
              <a:t>actions can be low-level controls (the voltages applied to the motors of a robot arm)</a:t>
            </a:r>
          </a:p>
          <a:p>
            <a:pPr lvl="1"/>
            <a:r>
              <a:rPr lang="en-GB" dirty="0"/>
              <a:t>or high-level decisions (whether to have lunch)</a:t>
            </a:r>
          </a:p>
          <a:p>
            <a:pPr lvl="1"/>
            <a:r>
              <a:rPr lang="en-GB" dirty="0"/>
              <a:t>states can take a wide variety of forms</a:t>
            </a:r>
          </a:p>
          <a:p>
            <a:pPr lvl="2"/>
            <a:r>
              <a:rPr lang="en-GB" dirty="0"/>
              <a:t>can be completely determined by low-level sensations (direct sensor readings) </a:t>
            </a:r>
          </a:p>
          <a:p>
            <a:pPr lvl="2"/>
            <a:r>
              <a:rPr lang="en-GB" dirty="0"/>
              <a:t>can be more high-level and abstract (symbolic descriptions of objects in a room)</a:t>
            </a:r>
          </a:p>
          <a:p>
            <a:r>
              <a:rPr lang="en-GB" dirty="0"/>
              <a:t>In general, actions can be any decisions we want to learn how to make, and the states can be anything we can know that might be useful in making them!</a:t>
            </a:r>
          </a:p>
          <a:p>
            <a:endParaRPr lang="en-GB" sz="1050" dirty="0"/>
          </a:p>
          <a:p>
            <a:r>
              <a:rPr lang="en-GB" dirty="0"/>
              <a:t>There are many extensions to the framework</a:t>
            </a:r>
          </a:p>
          <a:p>
            <a:pPr lvl="1"/>
            <a:r>
              <a:rPr lang="en-GB" b="1" dirty="0"/>
              <a:t>Partially observable Markov decision process: </a:t>
            </a:r>
            <a:r>
              <a:rPr lang="en-GB" dirty="0"/>
              <a:t>when the agent cannot fully observe the environment state</a:t>
            </a:r>
          </a:p>
          <a:p>
            <a:pPr lvl="1"/>
            <a:r>
              <a:rPr lang="en-GB" b="1" dirty="0"/>
              <a:t>Continuous Markov decision process: </a:t>
            </a:r>
            <a:r>
              <a:rPr lang="en-GB" dirty="0"/>
              <a:t>when time, action, state or any combination of them are continuous</a:t>
            </a:r>
          </a:p>
          <a:p>
            <a:pPr lvl="1"/>
            <a:r>
              <a:rPr lang="en-GB" b="1" dirty="0"/>
              <a:t>Multi-agent Markov decision process: </a:t>
            </a:r>
            <a:r>
              <a:rPr lang="en-GB" dirty="0"/>
              <a:t>to allows the inclusion of multiple agents in the same environment</a:t>
            </a:r>
          </a:p>
          <a:p>
            <a:endParaRPr lang="en-GB" dirty="0"/>
          </a:p>
        </p:txBody>
      </p:sp>
    </p:spTree>
    <p:extLst>
      <p:ext uri="{BB962C8B-B14F-4D97-AF65-F5344CB8AC3E}">
        <p14:creationId xmlns:p14="http://schemas.microsoft.com/office/powerpoint/2010/main" val="267752325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82"/>
        <p:cNvGrpSpPr/>
        <p:nvPr/>
      </p:nvGrpSpPr>
      <p:grpSpPr>
        <a:xfrm>
          <a:off x="0" y="0"/>
          <a:ext cx="0" cy="0"/>
          <a:chOff x="0" y="0"/>
          <a:chExt cx="0" cy="0"/>
        </a:xfrm>
      </p:grpSpPr>
      <p:sp>
        <p:nvSpPr>
          <p:cNvPr id="83" name="Google Shape;83;p14"/>
          <p:cNvSpPr txBox="1">
            <a:spLocks noGrp="1"/>
          </p:cNvSpPr>
          <p:nvPr>
            <p:ph type="title" idx="4294967295"/>
          </p:nvPr>
        </p:nvSpPr>
        <p:spPr>
          <a:xfrm>
            <a:off x="311700" y="421233"/>
            <a:ext cx="8520600" cy="622500"/>
          </a:xfrm>
          <a:prstGeom prst="rect">
            <a:avLst/>
          </a:prstGeom>
        </p:spPr>
        <p:txBody>
          <a:bodyPr spcFirstLastPara="1" wrap="square" lIns="91425" tIns="91425" rIns="91425" bIns="91425" anchor="b" anchorCtr="0">
            <a:noAutofit/>
          </a:bodyPr>
          <a:lstStyle/>
          <a:p>
            <a:pPr lvl="0"/>
            <a:r>
              <a:rPr lang="en-GB" sz="4000" dirty="0"/>
              <a:t>Example: the frozen lake (1)</a:t>
            </a:r>
            <a:endParaRPr sz="4000" dirty="0"/>
          </a:p>
        </p:txBody>
      </p:sp>
      <p:sp>
        <p:nvSpPr>
          <p:cNvPr id="84" name="Google Shape;84;p14"/>
          <p:cNvSpPr txBox="1">
            <a:spLocks noGrp="1"/>
          </p:cNvSpPr>
          <p:nvPr>
            <p:ph type="body" idx="1"/>
          </p:nvPr>
        </p:nvSpPr>
        <p:spPr>
          <a:xfrm>
            <a:off x="162750" y="1043733"/>
            <a:ext cx="8818500" cy="5100000"/>
          </a:xfrm>
          <a:prstGeom prst="rect">
            <a:avLst/>
          </a:prstGeom>
        </p:spPr>
        <p:txBody>
          <a:bodyPr spcFirstLastPara="1" wrap="square" lIns="91425" tIns="91425" rIns="91425" bIns="91425" anchor="t" anchorCtr="0">
            <a:noAutofit/>
          </a:bodyPr>
          <a:lstStyle/>
          <a:p>
            <a:pPr lvl="0"/>
            <a:r>
              <a:rPr lang="en-GB" dirty="0"/>
              <a:t>A simple </a:t>
            </a:r>
            <a:r>
              <a:rPr lang="en-GB" b="1" dirty="0"/>
              <a:t>grid-world environment </a:t>
            </a:r>
          </a:p>
          <a:p>
            <a:pPr lvl="1"/>
            <a:r>
              <a:rPr lang="en-GB" dirty="0"/>
              <a:t>discrete state and action spaces </a:t>
            </a:r>
          </a:p>
          <a:p>
            <a:pPr lvl="1"/>
            <a:r>
              <a:rPr lang="en-GB" dirty="0"/>
              <a:t>the task is to go from a start to a goal location, avoiding falling into holes</a:t>
            </a:r>
          </a:p>
          <a:p>
            <a:pPr lvl="1"/>
            <a:r>
              <a:rPr lang="en-GB" dirty="0"/>
              <a:t>the challenge is that the surface is </a:t>
            </a:r>
            <a:r>
              <a:rPr lang="en-GB" b="1" dirty="0"/>
              <a:t>slippery</a:t>
            </a:r>
            <a:r>
              <a:rPr lang="en-GB" dirty="0"/>
              <a:t>: the agent moves only a third of the time as intended, the other two-thirds are split evenly in orthogonal directions</a:t>
            </a:r>
          </a:p>
        </p:txBody>
      </p:sp>
      <p:pic>
        <p:nvPicPr>
          <p:cNvPr id="4" name="Immagine 3" descr="Immagine che contiene diagramma, testo, linea, Piano&#10;&#10;Descrizione generata automaticamente">
            <a:extLst>
              <a:ext uri="{FF2B5EF4-FFF2-40B4-BE49-F238E27FC236}">
                <a16:creationId xmlns:a16="http://schemas.microsoft.com/office/drawing/2014/main" id="{C70E5542-A89B-F292-826B-CEC9449D5A34}"/>
              </a:ext>
            </a:extLst>
          </p:cNvPr>
          <p:cNvPicPr>
            <a:picLocks noChangeAspect="1"/>
          </p:cNvPicPr>
          <p:nvPr/>
        </p:nvPicPr>
        <p:blipFill>
          <a:blip r:embed="rId3"/>
          <a:stretch>
            <a:fillRect/>
          </a:stretch>
        </p:blipFill>
        <p:spPr>
          <a:xfrm>
            <a:off x="162750" y="2814319"/>
            <a:ext cx="8571955" cy="3571648"/>
          </a:xfrm>
          <a:prstGeom prst="rect">
            <a:avLst/>
          </a:prstGeom>
        </p:spPr>
      </p:pic>
      <p:pic>
        <p:nvPicPr>
          <p:cNvPr id="2" name="Immagine 1" descr="Immagine che contiene Carattere, Elementi grafici, logo, cerchio&#10;&#10;Descrizione generata automaticamente">
            <a:extLst>
              <a:ext uri="{FF2B5EF4-FFF2-40B4-BE49-F238E27FC236}">
                <a16:creationId xmlns:a16="http://schemas.microsoft.com/office/drawing/2014/main" id="{956D1750-AF73-2EE1-808A-1B03FEECB59B}"/>
              </a:ext>
            </a:extLst>
          </p:cNvPr>
          <p:cNvPicPr>
            <a:picLocks noChangeAspect="1"/>
          </p:cNvPicPr>
          <p:nvPr/>
        </p:nvPicPr>
        <p:blipFill>
          <a:blip r:embed="rId4"/>
          <a:stretch>
            <a:fillRect/>
          </a:stretch>
        </p:blipFill>
        <p:spPr>
          <a:xfrm>
            <a:off x="8573992" y="137435"/>
            <a:ext cx="407258" cy="495579"/>
          </a:xfrm>
          <a:prstGeom prst="rect">
            <a:avLst/>
          </a:prstGeom>
        </p:spPr>
      </p:pic>
    </p:spTree>
    <p:extLst>
      <p:ext uri="{BB962C8B-B14F-4D97-AF65-F5344CB8AC3E}">
        <p14:creationId xmlns:p14="http://schemas.microsoft.com/office/powerpoint/2010/main" val="635836889"/>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82"/>
        <p:cNvGrpSpPr/>
        <p:nvPr/>
      </p:nvGrpSpPr>
      <p:grpSpPr>
        <a:xfrm>
          <a:off x="0" y="0"/>
          <a:ext cx="0" cy="0"/>
          <a:chOff x="0" y="0"/>
          <a:chExt cx="0" cy="0"/>
        </a:xfrm>
      </p:grpSpPr>
      <p:sp>
        <p:nvSpPr>
          <p:cNvPr id="83" name="Google Shape;83;p14"/>
          <p:cNvSpPr txBox="1">
            <a:spLocks noGrp="1"/>
          </p:cNvSpPr>
          <p:nvPr>
            <p:ph type="title" idx="4294967295"/>
          </p:nvPr>
        </p:nvSpPr>
        <p:spPr>
          <a:xfrm>
            <a:off x="311700" y="421233"/>
            <a:ext cx="8520600" cy="622500"/>
          </a:xfrm>
          <a:prstGeom prst="rect">
            <a:avLst/>
          </a:prstGeom>
        </p:spPr>
        <p:txBody>
          <a:bodyPr spcFirstLastPara="1" wrap="square" lIns="91425" tIns="91425" rIns="91425" bIns="91425" anchor="b" anchorCtr="0">
            <a:noAutofit/>
          </a:bodyPr>
          <a:lstStyle/>
          <a:p>
            <a:pPr lvl="0"/>
            <a:r>
              <a:rPr lang="en-GB" sz="4000" dirty="0"/>
              <a:t>Example: the frozen lake (2)</a:t>
            </a:r>
            <a:endParaRPr sz="4000" dirty="0"/>
          </a:p>
        </p:txBody>
      </p:sp>
      <p:sp>
        <p:nvSpPr>
          <p:cNvPr id="84" name="Google Shape;84;p14"/>
          <p:cNvSpPr txBox="1">
            <a:spLocks noGrp="1"/>
          </p:cNvSpPr>
          <p:nvPr>
            <p:ph type="body" idx="1"/>
          </p:nvPr>
        </p:nvSpPr>
        <p:spPr>
          <a:xfrm>
            <a:off x="162750" y="1336766"/>
            <a:ext cx="8818500" cy="5226593"/>
          </a:xfrm>
          <a:prstGeom prst="rect">
            <a:avLst/>
          </a:prstGeom>
        </p:spPr>
        <p:txBody>
          <a:bodyPr spcFirstLastPara="1" wrap="square" lIns="91425" tIns="91425" rIns="91425" bIns="91425" anchor="t" anchorCtr="0">
            <a:noAutofit/>
          </a:bodyPr>
          <a:lstStyle/>
          <a:p>
            <a:pPr lvl="0"/>
            <a:r>
              <a:rPr lang="en-GB" dirty="0"/>
              <a:t>The </a:t>
            </a:r>
            <a:r>
              <a:rPr lang="en-GB" b="1" dirty="0"/>
              <a:t>state</a:t>
            </a:r>
            <a:r>
              <a:rPr lang="en-GB" dirty="0"/>
              <a:t> is composed of a </a:t>
            </a:r>
            <a:r>
              <a:rPr lang="en-GB" b="1" dirty="0"/>
              <a:t>single variable</a:t>
            </a:r>
            <a:r>
              <a:rPr lang="en-GB" dirty="0"/>
              <a:t>: the id of the cell where the agent is at any given time</a:t>
            </a:r>
          </a:p>
          <a:p>
            <a:pPr lvl="1"/>
            <a:r>
              <a:rPr lang="en-GB" dirty="0"/>
              <a:t>the </a:t>
            </a:r>
            <a:r>
              <a:rPr lang="en-GB" b="1" dirty="0"/>
              <a:t>size of the state space </a:t>
            </a:r>
            <a:r>
              <a:rPr lang="en-GB" dirty="0"/>
              <a:t>is 16 (the ids are set from 0 to 15, left to right, top to bottom)</a:t>
            </a:r>
          </a:p>
          <a:p>
            <a:r>
              <a:rPr lang="en-GB" dirty="0"/>
              <a:t>There’s only one </a:t>
            </a:r>
            <a:r>
              <a:rPr lang="en-GB" b="1" dirty="0"/>
              <a:t>starting state </a:t>
            </a:r>
            <a:r>
              <a:rPr lang="en-GB" dirty="0"/>
              <a:t>(which is state 0) </a:t>
            </a:r>
          </a:p>
          <a:p>
            <a:endParaRPr lang="en-GB" dirty="0"/>
          </a:p>
          <a:p>
            <a:r>
              <a:rPr lang="en-GB" dirty="0"/>
              <a:t>Five </a:t>
            </a:r>
            <a:r>
              <a:rPr lang="en-GB" b="1" dirty="0"/>
              <a:t>terminal states</a:t>
            </a:r>
          </a:p>
          <a:p>
            <a:pPr lvl="0"/>
            <a:endParaRPr lang="en-GB" dirty="0"/>
          </a:p>
          <a:p>
            <a:pPr lvl="0"/>
            <a:r>
              <a:rPr lang="en-GB" dirty="0"/>
              <a:t>There are four available actions in all states</a:t>
            </a:r>
          </a:p>
          <a:p>
            <a:pPr lvl="1"/>
            <a:r>
              <a:rPr lang="en-GB" dirty="0"/>
              <a:t>Up, Down, Right, or Left</a:t>
            </a:r>
          </a:p>
          <a:p>
            <a:pPr lvl="0"/>
            <a:endParaRPr lang="en-GB" dirty="0"/>
          </a:p>
          <a:p>
            <a:pPr lvl="0"/>
            <a:r>
              <a:rPr lang="en-GB" dirty="0"/>
              <a:t>The environment is </a:t>
            </a:r>
            <a:r>
              <a:rPr lang="en-GB" b="1" dirty="0"/>
              <a:t>stochastic</a:t>
            </a:r>
            <a:endParaRPr lang="en-GB" dirty="0"/>
          </a:p>
          <a:p>
            <a:pPr lvl="1"/>
            <a:r>
              <a:rPr lang="en-GB" dirty="0"/>
              <a:t>the probability of the next state 𝑠′ given the current state 𝑠 and action 𝑎 is less than 1</a:t>
            </a:r>
          </a:p>
          <a:p>
            <a:pPr lvl="1"/>
            <a:r>
              <a:rPr lang="en-GB" dirty="0"/>
              <a:t>there are more than one possible next state</a:t>
            </a:r>
          </a:p>
          <a:p>
            <a:endParaRPr lang="en-GB" dirty="0"/>
          </a:p>
          <a:p>
            <a:r>
              <a:rPr lang="en-GB" dirty="0"/>
              <a:t>The reward function is +1 for landing in state 15, 0 otherwise</a:t>
            </a:r>
            <a:br>
              <a:rPr lang="en-GB" b="1" dirty="0"/>
            </a:br>
            <a:endParaRPr lang="en-GB" dirty="0"/>
          </a:p>
          <a:p>
            <a:pPr lvl="1"/>
            <a:endParaRPr lang="en-GB" dirty="0"/>
          </a:p>
          <a:p>
            <a:pPr lvl="1"/>
            <a:endParaRPr lang="en-GB" dirty="0"/>
          </a:p>
        </p:txBody>
      </p:sp>
    </p:spTree>
    <p:extLst>
      <p:ext uri="{BB962C8B-B14F-4D97-AF65-F5344CB8AC3E}">
        <p14:creationId xmlns:p14="http://schemas.microsoft.com/office/powerpoint/2010/main" val="228880303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82"/>
        <p:cNvGrpSpPr/>
        <p:nvPr/>
      </p:nvGrpSpPr>
      <p:grpSpPr>
        <a:xfrm>
          <a:off x="0" y="0"/>
          <a:ext cx="0" cy="0"/>
          <a:chOff x="0" y="0"/>
          <a:chExt cx="0" cy="0"/>
        </a:xfrm>
      </p:grpSpPr>
      <p:sp>
        <p:nvSpPr>
          <p:cNvPr id="83" name="Google Shape;83;p14"/>
          <p:cNvSpPr txBox="1">
            <a:spLocks noGrp="1"/>
          </p:cNvSpPr>
          <p:nvPr>
            <p:ph type="title" idx="4294967295"/>
          </p:nvPr>
        </p:nvSpPr>
        <p:spPr>
          <a:xfrm>
            <a:off x="311700" y="421233"/>
            <a:ext cx="8520600" cy="622500"/>
          </a:xfrm>
          <a:prstGeom prst="rect">
            <a:avLst/>
          </a:prstGeom>
        </p:spPr>
        <p:txBody>
          <a:bodyPr spcFirstLastPara="1" wrap="square" lIns="91425" tIns="91425" rIns="91425" bIns="91425" anchor="b" anchorCtr="0">
            <a:noAutofit/>
          </a:bodyPr>
          <a:lstStyle/>
          <a:p>
            <a:pPr lvl="0"/>
            <a:r>
              <a:rPr lang="en-GB" sz="4000" dirty="0"/>
              <a:t>Example: the frozen lake (3)</a:t>
            </a:r>
            <a:endParaRPr sz="4000" dirty="0"/>
          </a:p>
        </p:txBody>
      </p:sp>
      <p:pic>
        <p:nvPicPr>
          <p:cNvPr id="3" name="Immagine 2" descr="Immagine che contiene diagramma, mappa, linea, Piano&#10;&#10;Descrizione generata automaticamente">
            <a:extLst>
              <a:ext uri="{FF2B5EF4-FFF2-40B4-BE49-F238E27FC236}">
                <a16:creationId xmlns:a16="http://schemas.microsoft.com/office/drawing/2014/main" id="{F6ECA377-1820-8DE8-5CFC-AE5B4483DE85}"/>
              </a:ext>
            </a:extLst>
          </p:cNvPr>
          <p:cNvPicPr>
            <a:picLocks noChangeAspect="1"/>
          </p:cNvPicPr>
          <p:nvPr/>
        </p:nvPicPr>
        <p:blipFill>
          <a:blip r:embed="rId3"/>
          <a:stretch>
            <a:fillRect/>
          </a:stretch>
        </p:blipFill>
        <p:spPr>
          <a:xfrm>
            <a:off x="581660" y="1043733"/>
            <a:ext cx="7980680" cy="5544252"/>
          </a:xfrm>
          <a:prstGeom prst="rect">
            <a:avLst/>
          </a:prstGeom>
        </p:spPr>
      </p:pic>
    </p:spTree>
    <p:extLst>
      <p:ext uri="{BB962C8B-B14F-4D97-AF65-F5344CB8AC3E}">
        <p14:creationId xmlns:p14="http://schemas.microsoft.com/office/powerpoint/2010/main" val="663506827"/>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82"/>
        <p:cNvGrpSpPr/>
        <p:nvPr/>
      </p:nvGrpSpPr>
      <p:grpSpPr>
        <a:xfrm>
          <a:off x="0" y="0"/>
          <a:ext cx="0" cy="0"/>
          <a:chOff x="0" y="0"/>
          <a:chExt cx="0" cy="0"/>
        </a:xfrm>
      </p:grpSpPr>
      <p:sp>
        <p:nvSpPr>
          <p:cNvPr id="83" name="Google Shape;83;p14"/>
          <p:cNvSpPr txBox="1">
            <a:spLocks noGrp="1"/>
          </p:cNvSpPr>
          <p:nvPr>
            <p:ph type="title" idx="4294967295"/>
          </p:nvPr>
        </p:nvSpPr>
        <p:spPr>
          <a:xfrm>
            <a:off x="311700" y="421233"/>
            <a:ext cx="8520600" cy="622500"/>
          </a:xfrm>
          <a:prstGeom prst="rect">
            <a:avLst/>
          </a:prstGeom>
        </p:spPr>
        <p:txBody>
          <a:bodyPr spcFirstLastPara="1" wrap="square" lIns="91425" tIns="91425" rIns="91425" bIns="91425" anchor="b" anchorCtr="0">
            <a:noAutofit/>
          </a:bodyPr>
          <a:lstStyle/>
          <a:p>
            <a:pPr lvl="0"/>
            <a:r>
              <a:rPr lang="en-GB" sz="4000" dirty="0"/>
              <a:t>Plan</a:t>
            </a:r>
            <a:endParaRPr sz="4000" dirty="0"/>
          </a:p>
        </p:txBody>
      </p:sp>
      <p:sp>
        <p:nvSpPr>
          <p:cNvPr id="84" name="Google Shape;84;p14"/>
          <p:cNvSpPr txBox="1">
            <a:spLocks noGrp="1"/>
          </p:cNvSpPr>
          <p:nvPr>
            <p:ph type="body" idx="1"/>
          </p:nvPr>
        </p:nvSpPr>
        <p:spPr>
          <a:xfrm>
            <a:off x="162750" y="1080457"/>
            <a:ext cx="8818500" cy="5224230"/>
          </a:xfrm>
          <a:prstGeom prst="rect">
            <a:avLst/>
          </a:prstGeom>
        </p:spPr>
        <p:txBody>
          <a:bodyPr spcFirstLastPara="1" wrap="square" lIns="91425" tIns="91425" rIns="91425" bIns="91425" anchor="t" anchorCtr="0">
            <a:noAutofit/>
          </a:bodyPr>
          <a:lstStyle/>
          <a:p>
            <a:pPr lvl="0"/>
            <a:r>
              <a:rPr lang="en-GB" dirty="0"/>
              <a:t>At first, it seems the agent’s goal is to find a </a:t>
            </a:r>
            <a:r>
              <a:rPr lang="en-GB" b="1" dirty="0"/>
              <a:t>sequence of actions</a:t>
            </a:r>
            <a:r>
              <a:rPr lang="en-GB" dirty="0"/>
              <a:t> that will maximize the return (sum of rewards)</a:t>
            </a:r>
          </a:p>
          <a:p>
            <a:pPr lvl="1"/>
            <a:r>
              <a:rPr lang="en-GB" dirty="0"/>
              <a:t>something called a </a:t>
            </a:r>
            <a:r>
              <a:rPr lang="en-GB" b="1" dirty="0"/>
              <a:t>plan</a:t>
            </a:r>
            <a:r>
              <a:rPr lang="en-GB" dirty="0"/>
              <a:t>, a sequence of actions from the initial state to the target state</a:t>
            </a:r>
          </a:p>
          <a:p>
            <a:r>
              <a:rPr lang="en-GB" dirty="0"/>
              <a:t>This isn’t enough! Plan don’t account for </a:t>
            </a:r>
            <a:r>
              <a:rPr lang="en-GB" b="1" dirty="0"/>
              <a:t>stochasticity</a:t>
            </a:r>
            <a:r>
              <a:rPr lang="en-GB" dirty="0"/>
              <a:t> in environments</a:t>
            </a:r>
          </a:p>
          <a:p>
            <a:pPr lvl="1"/>
            <a:r>
              <a:rPr lang="en-GB" dirty="0"/>
              <a:t>actions taken won’t always work the way we intend.</a:t>
            </a:r>
          </a:p>
          <a:p>
            <a:pPr lvl="1"/>
            <a:r>
              <a:rPr lang="en-GB" dirty="0"/>
              <a:t>what happen if our agent lands on a state not covered by the plan?</a:t>
            </a:r>
          </a:p>
          <a:p>
            <a:pPr lvl="0"/>
            <a:endParaRPr lang="en-GB" dirty="0"/>
          </a:p>
          <a:p>
            <a:pPr lvl="0"/>
            <a:endParaRPr lang="en-GB" dirty="0"/>
          </a:p>
          <a:p>
            <a:pPr lvl="0"/>
            <a:endParaRPr lang="en-GB" dirty="0"/>
          </a:p>
          <a:p>
            <a:pPr lvl="1"/>
            <a:endParaRPr lang="en-GB" dirty="0"/>
          </a:p>
        </p:txBody>
      </p:sp>
      <p:pic>
        <p:nvPicPr>
          <p:cNvPr id="3" name="Immagine 2" descr="Immagine che contiene diagramma, testo, linea, Piano&#10;&#10;Descrizione generata automaticamente">
            <a:extLst>
              <a:ext uri="{FF2B5EF4-FFF2-40B4-BE49-F238E27FC236}">
                <a16:creationId xmlns:a16="http://schemas.microsoft.com/office/drawing/2014/main" id="{48666AFB-6F5B-F9AA-B6F2-6E3AF24FBFBB}"/>
              </a:ext>
            </a:extLst>
          </p:cNvPr>
          <p:cNvPicPr>
            <a:picLocks noChangeAspect="1"/>
          </p:cNvPicPr>
          <p:nvPr/>
        </p:nvPicPr>
        <p:blipFill>
          <a:blip r:embed="rId3"/>
          <a:stretch>
            <a:fillRect/>
          </a:stretch>
        </p:blipFill>
        <p:spPr>
          <a:xfrm>
            <a:off x="311699" y="3428999"/>
            <a:ext cx="8440605" cy="3176571"/>
          </a:xfrm>
          <a:prstGeom prst="rect">
            <a:avLst/>
          </a:prstGeom>
        </p:spPr>
      </p:pic>
    </p:spTree>
    <p:extLst>
      <p:ext uri="{BB962C8B-B14F-4D97-AF65-F5344CB8AC3E}">
        <p14:creationId xmlns:p14="http://schemas.microsoft.com/office/powerpoint/2010/main" val="1602265730"/>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82"/>
        <p:cNvGrpSpPr/>
        <p:nvPr/>
      </p:nvGrpSpPr>
      <p:grpSpPr>
        <a:xfrm>
          <a:off x="0" y="0"/>
          <a:ext cx="0" cy="0"/>
          <a:chOff x="0" y="0"/>
          <a:chExt cx="0" cy="0"/>
        </a:xfrm>
      </p:grpSpPr>
      <p:sp>
        <p:nvSpPr>
          <p:cNvPr id="83" name="Google Shape;83;p14"/>
          <p:cNvSpPr txBox="1">
            <a:spLocks noGrp="1"/>
          </p:cNvSpPr>
          <p:nvPr>
            <p:ph type="title" idx="4294967295"/>
          </p:nvPr>
        </p:nvSpPr>
        <p:spPr>
          <a:xfrm>
            <a:off x="311700" y="421233"/>
            <a:ext cx="8520600" cy="622500"/>
          </a:xfrm>
          <a:prstGeom prst="rect">
            <a:avLst/>
          </a:prstGeom>
        </p:spPr>
        <p:txBody>
          <a:bodyPr spcFirstLastPara="1" wrap="square" lIns="91425" tIns="91425" rIns="91425" bIns="91425" anchor="b" anchorCtr="0">
            <a:noAutofit/>
          </a:bodyPr>
          <a:lstStyle/>
          <a:p>
            <a:pPr lvl="0"/>
            <a:r>
              <a:rPr lang="en-GB" sz="4000" dirty="0"/>
              <a:t>Policy</a:t>
            </a:r>
            <a:endParaRPr sz="4000" dirty="0"/>
          </a:p>
        </p:txBody>
      </p:sp>
      <p:sp>
        <p:nvSpPr>
          <p:cNvPr id="84" name="Google Shape;84;p14"/>
          <p:cNvSpPr txBox="1">
            <a:spLocks noGrp="1"/>
          </p:cNvSpPr>
          <p:nvPr>
            <p:ph type="body" idx="1"/>
          </p:nvPr>
        </p:nvSpPr>
        <p:spPr>
          <a:xfrm>
            <a:off x="162750" y="1212537"/>
            <a:ext cx="8818500" cy="5224230"/>
          </a:xfrm>
          <a:prstGeom prst="rect">
            <a:avLst/>
          </a:prstGeom>
        </p:spPr>
        <p:txBody>
          <a:bodyPr spcFirstLastPara="1" wrap="square" lIns="91425" tIns="91425" rIns="91425" bIns="91425" anchor="t" anchorCtr="0">
            <a:noAutofit/>
          </a:bodyPr>
          <a:lstStyle/>
          <a:p>
            <a:pPr lvl="0"/>
            <a:r>
              <a:rPr lang="en-GB" dirty="0"/>
              <a:t>We need a </a:t>
            </a:r>
            <a:r>
              <a:rPr lang="en-GB" b="1" dirty="0"/>
              <a:t>policy</a:t>
            </a:r>
            <a:r>
              <a:rPr lang="en-GB" dirty="0"/>
              <a:t>:</a:t>
            </a:r>
            <a:r>
              <a:rPr lang="en-GB" b="1" dirty="0"/>
              <a:t> </a:t>
            </a:r>
            <a:r>
              <a:rPr lang="en-GB" dirty="0"/>
              <a:t>a </a:t>
            </a:r>
            <a:r>
              <a:rPr lang="en-GB" b="1" dirty="0"/>
              <a:t>universal plan</a:t>
            </a:r>
            <a:r>
              <a:rPr lang="en-GB" dirty="0"/>
              <a:t>, that </a:t>
            </a:r>
            <a:r>
              <a:rPr lang="en-GB" b="1" dirty="0"/>
              <a:t>covers all possible states</a:t>
            </a:r>
          </a:p>
          <a:p>
            <a:pPr lvl="1"/>
            <a:r>
              <a:rPr lang="en-GB" b="1" dirty="0"/>
              <a:t>deterministic</a:t>
            </a:r>
            <a:r>
              <a:rPr lang="en-GB" dirty="0"/>
              <a:t>: return a single actions for a given state</a:t>
            </a:r>
          </a:p>
          <a:p>
            <a:pPr lvl="1"/>
            <a:r>
              <a:rPr lang="en-GB" b="1" dirty="0"/>
              <a:t>stochastic</a:t>
            </a:r>
            <a:r>
              <a:rPr lang="en-GB" dirty="0"/>
              <a:t>: return action-probability distributions for a given state</a:t>
            </a:r>
          </a:p>
          <a:p>
            <a:pPr lvl="1"/>
            <a:endParaRPr lang="en-GB" dirty="0"/>
          </a:p>
          <a:p>
            <a:pPr lvl="1"/>
            <a:endParaRPr lang="en-GB" dirty="0"/>
          </a:p>
          <a:p>
            <a:pPr marL="590550" lvl="1" indent="0">
              <a:buNone/>
            </a:pPr>
            <a:endParaRPr lang="en-GB" dirty="0"/>
          </a:p>
          <a:p>
            <a:r>
              <a:rPr lang="en-GB" dirty="0"/>
              <a:t>How much reward should we expect from a policy? </a:t>
            </a:r>
          </a:p>
          <a:p>
            <a:pPr lvl="1"/>
            <a:r>
              <a:rPr lang="en-GB" dirty="0"/>
              <a:t>the returns?</a:t>
            </a:r>
          </a:p>
          <a:p>
            <a:pPr lvl="1"/>
            <a:r>
              <a:rPr lang="en-GB" dirty="0"/>
              <a:t>even though agent acts optimally, the environment might send it to a hole (in the frozen lake example)</a:t>
            </a:r>
          </a:p>
          <a:p>
            <a:pPr lvl="1"/>
            <a:r>
              <a:rPr lang="en-GB" dirty="0"/>
              <a:t>the agent is looking to </a:t>
            </a:r>
            <a:r>
              <a:rPr lang="en-GB" b="1" dirty="0"/>
              <a:t>maximize the expected return</a:t>
            </a:r>
          </a:p>
          <a:p>
            <a:pPr lvl="2"/>
            <a:r>
              <a:rPr lang="en-GB" dirty="0"/>
              <a:t>to consider the environment’s stochasticity</a:t>
            </a:r>
          </a:p>
          <a:p>
            <a:pPr lvl="1"/>
            <a:endParaRPr lang="en-GB" dirty="0"/>
          </a:p>
          <a:p>
            <a:r>
              <a:rPr lang="en-GB" dirty="0"/>
              <a:t>We need methods to find policies!</a:t>
            </a:r>
          </a:p>
          <a:p>
            <a:pPr lvl="1"/>
            <a:endParaRPr lang="en-GB" dirty="0"/>
          </a:p>
          <a:p>
            <a:pPr lvl="0"/>
            <a:endParaRPr lang="en-GB" dirty="0"/>
          </a:p>
          <a:p>
            <a:pPr lvl="0"/>
            <a:endParaRPr lang="en-GB" dirty="0"/>
          </a:p>
          <a:p>
            <a:pPr lvl="1"/>
            <a:endParaRPr lang="en-GB" dirty="0"/>
          </a:p>
        </p:txBody>
      </p:sp>
      <p:pic>
        <p:nvPicPr>
          <p:cNvPr id="3" name="Immagine 2" descr="Immagine che contiene Carattere, calligrafia, tipografia, bianco&#10;&#10;Descrizione generata automaticamente">
            <a:extLst>
              <a:ext uri="{FF2B5EF4-FFF2-40B4-BE49-F238E27FC236}">
                <a16:creationId xmlns:a16="http://schemas.microsoft.com/office/drawing/2014/main" id="{F35E2716-A069-08D1-7072-590C02EDCD2A}"/>
              </a:ext>
            </a:extLst>
          </p:cNvPr>
          <p:cNvPicPr>
            <a:picLocks noChangeAspect="1"/>
          </p:cNvPicPr>
          <p:nvPr/>
        </p:nvPicPr>
        <p:blipFill>
          <a:blip r:embed="rId3"/>
          <a:stretch>
            <a:fillRect/>
          </a:stretch>
        </p:blipFill>
        <p:spPr>
          <a:xfrm>
            <a:off x="1170940" y="2443480"/>
            <a:ext cx="3136900" cy="487285"/>
          </a:xfrm>
          <a:prstGeom prst="rect">
            <a:avLst/>
          </a:prstGeom>
        </p:spPr>
      </p:pic>
    </p:spTree>
  </p:cSld>
  <p:clrMapOvr>
    <a:masterClrMapping/>
  </p:clrMapOvr>
</p:sld>
</file>

<file path=ppt/theme/theme1.xml><?xml version="1.0" encoding="utf-8"?>
<a:theme xmlns:a="http://schemas.openxmlformats.org/drawingml/2006/main" name="Luxe">
  <a:themeElements>
    <a:clrScheme name="Luxe">
      <a:dk1>
        <a:srgbClr val="000000"/>
      </a:dk1>
      <a:lt1>
        <a:srgbClr val="FFFFFF"/>
      </a:lt1>
      <a:dk2>
        <a:srgbClr val="B7B7B7"/>
      </a:dk2>
      <a:lt2>
        <a:srgbClr val="CCA677"/>
      </a:lt2>
      <a:accent1>
        <a:srgbClr val="5D4037"/>
      </a:accent1>
      <a:accent2>
        <a:srgbClr val="455A64"/>
      </a:accent2>
      <a:accent3>
        <a:srgbClr val="607D8B"/>
      </a:accent3>
      <a:accent4>
        <a:srgbClr val="78909C"/>
      </a:accent4>
      <a:accent5>
        <a:srgbClr val="57BB8A"/>
      </a:accent5>
      <a:accent6>
        <a:srgbClr val="DCE755"/>
      </a:accent6>
      <a:hlink>
        <a:srgbClr val="57BB8A"/>
      </a:hlink>
      <a:folHlink>
        <a:srgbClr val="57BB8A"/>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o" ma:contentTypeID="0x010100B8FA822B18A0634FB7342CF29752587A" ma:contentTypeVersion="13" ma:contentTypeDescription="Creare un nuovo documento." ma:contentTypeScope="" ma:versionID="5c5a1a1f66437ceed8e2102d49525b77">
  <xsd:schema xmlns:xsd="http://www.w3.org/2001/XMLSchema" xmlns:xs="http://www.w3.org/2001/XMLSchema" xmlns:p="http://schemas.microsoft.com/office/2006/metadata/properties" xmlns:ns2="3bd0d43f-5e5b-43cd-b6fc-691bd77672c6" xmlns:ns3="e9b5433c-2372-4cb7-8bab-09518096b29b" targetNamespace="http://schemas.microsoft.com/office/2006/metadata/properties" ma:root="true" ma:fieldsID="79bbaae61552c66980d55f32a6cab4b6" ns2:_="" ns3:_="">
    <xsd:import namespace="3bd0d43f-5e5b-43cd-b6fc-691bd77672c6"/>
    <xsd:import namespace="e9b5433c-2372-4cb7-8bab-09518096b29b"/>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ObjectDetectorVersions" minOccurs="0"/>
                <xsd:element ref="ns2:lcf76f155ced4ddcb4097134ff3c332f" minOccurs="0"/>
                <xsd:element ref="ns3:TaxCatchAll" minOccurs="0"/>
                <xsd:element ref="ns2:MediaServiceDateTaken" minOccurs="0"/>
                <xsd:element ref="ns2:MediaServiceOCR" minOccurs="0"/>
                <xsd:element ref="ns2:MediaServiceGenerationTime" minOccurs="0"/>
                <xsd:element ref="ns2:MediaServiceEventHashCode" minOccurs="0"/>
                <xsd:element ref="ns2:MediaLengthInSeconds" minOccurs="0"/>
                <xsd:element ref="ns2:MediaServiceBilling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3bd0d43f-5e5b-43cd-b6fc-691bd77672c6"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ObjectDetectorVersions" ma:index="11" nillable="true" ma:displayName="MediaServiceObjectDetectorVersions" ma:hidden="true" ma:indexed="true" ma:internalName="MediaServiceObjectDetectorVersions" ma:readOnly="true">
      <xsd:simpleType>
        <xsd:restriction base="dms:Text"/>
      </xsd:simpleType>
    </xsd:element>
    <xsd:element name="lcf76f155ced4ddcb4097134ff3c332f" ma:index="13" nillable="true" ma:taxonomy="true" ma:internalName="lcf76f155ced4ddcb4097134ff3c332f" ma:taxonomyFieldName="MediaServiceImageTags" ma:displayName="Tag immagine" ma:readOnly="false" ma:fieldId="{5cf76f15-5ced-4ddc-b409-7134ff3c332f}" ma:taxonomyMulti="true" ma:sspId="b3f316dc-fb4b-4146-8b22-f4ef2efe4b04" ma:termSetId="09814cd3-568e-fe90-9814-8d621ff8fb84" ma:anchorId="fba54fb3-c3e1-fe81-a776-ca4b69148c4d" ma:open="true" ma:isKeyword="false">
      <xsd:complexType>
        <xsd:sequence>
          <xsd:element ref="pc:Terms" minOccurs="0" maxOccurs="1"/>
        </xsd:sequence>
      </xsd:complexType>
    </xsd:element>
    <xsd:element name="MediaServiceDateTaken" ma:index="15" nillable="true" ma:displayName="MediaServiceDateTaken" ma:hidden="true" ma:indexed="true" ma:internalName="MediaServiceDateTaken" ma:readOnly="true">
      <xsd:simpleType>
        <xsd:restriction base="dms:Text"/>
      </xsd:simpleType>
    </xsd:element>
    <xsd:element name="MediaServiceOCR" ma:index="16" nillable="true" ma:displayName="Extracted Text" ma:internalName="MediaServiceOCR" ma:readOnly="true">
      <xsd:simpleType>
        <xsd:restriction base="dms:Note">
          <xsd:maxLength value="255"/>
        </xsd:restriction>
      </xsd:simpleType>
    </xsd:element>
    <xsd:element name="MediaServiceGenerationTime" ma:index="17" nillable="true" ma:displayName="MediaServiceGenerationTime" ma:hidden="true" ma:internalName="MediaServiceGenerationTime" ma:readOnly="true">
      <xsd:simpleType>
        <xsd:restriction base="dms:Text"/>
      </xsd:simpleType>
    </xsd:element>
    <xsd:element name="MediaServiceEventHashCode" ma:index="18" nillable="true" ma:displayName="MediaServiceEventHashCode" ma:hidden="true" ma:internalName="MediaServiceEventHashCode" ma:readOnly="true">
      <xsd:simpleType>
        <xsd:restriction base="dms:Text"/>
      </xsd:simpleType>
    </xsd:element>
    <xsd:element name="MediaLengthInSeconds" ma:index="19" nillable="true" ma:displayName="MediaLengthInSeconds" ma:hidden="true" ma:internalName="MediaLengthInSeconds" ma:readOnly="true">
      <xsd:simpleType>
        <xsd:restriction base="dms:Unknown"/>
      </xsd:simpleType>
    </xsd:element>
    <xsd:element name="MediaServiceBillingMetadata" ma:index="20" nillable="true" ma:displayName="MediaServiceBillingMetadata" ma:hidden="true" ma:internalName="MediaServiceBillingMetadata"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e9b5433c-2372-4cb7-8bab-09518096b29b" elementFormDefault="qualified">
    <xsd:import namespace="http://schemas.microsoft.com/office/2006/documentManagement/types"/>
    <xsd:import namespace="http://schemas.microsoft.com/office/infopath/2007/PartnerControls"/>
    <xsd:element name="TaxCatchAll" ma:index="14" nillable="true" ma:displayName="Taxonomy Catch All Column" ma:hidden="true" ma:list="{ac4bbe8c-9a55-4d5f-b385-d948ddfe6c4d}" ma:internalName="TaxCatchAll" ma:showField="CatchAllData" ma:web="e9b5433c-2372-4cb7-8bab-09518096b29b">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Tipo di contenuto"/>
        <xsd:element ref="dc:title" minOccurs="0" maxOccurs="1" ma:index="4" ma:displayName="Titolo"/>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p:properties xmlns:p="http://schemas.microsoft.com/office/2006/metadata/properties" xmlns:xsi="http://www.w3.org/2001/XMLSchema-instance" xmlns:pc="http://schemas.microsoft.com/office/infopath/2007/PartnerControls">
  <documentManagement>
    <TaxCatchAll xmlns="e9b5433c-2372-4cb7-8bab-09518096b29b" xsi:nil="true"/>
    <lcf76f155ced4ddcb4097134ff3c332f xmlns="3bd0d43f-5e5b-43cd-b6fc-691bd77672c6">
      <Terms xmlns="http://schemas.microsoft.com/office/infopath/2007/PartnerControls"/>
    </lcf76f155ced4ddcb4097134ff3c332f>
  </documentManagement>
</p:properties>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748164A7-BB00-4FFA-B805-7975D77B9216}">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3bd0d43f-5e5b-43cd-b6fc-691bd77672c6"/>
    <ds:schemaRef ds:uri="e9b5433c-2372-4cb7-8bab-09518096b29b"/>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5CCE7217-A2D6-456E-853C-D4A15542B293}">
  <ds:schemaRefs>
    <ds:schemaRef ds:uri="http://purl.org/dc/dcmitype/"/>
    <ds:schemaRef ds:uri="3bd0d43f-5e5b-43cd-b6fc-691bd77672c6"/>
    <ds:schemaRef ds:uri="http://schemas.microsoft.com/office/2006/documentManagement/types"/>
    <ds:schemaRef ds:uri="http://www.w3.org/XML/1998/namespace"/>
    <ds:schemaRef ds:uri="http://purl.org/dc/terms/"/>
    <ds:schemaRef ds:uri="http://schemas.microsoft.com/office/infopath/2007/PartnerControls"/>
    <ds:schemaRef ds:uri="http://schemas.openxmlformats.org/package/2006/metadata/core-properties"/>
    <ds:schemaRef ds:uri="e9b5433c-2372-4cb7-8bab-09518096b29b"/>
    <ds:schemaRef ds:uri="http://schemas.microsoft.com/office/2006/metadata/properties"/>
    <ds:schemaRef ds:uri="http://purl.org/dc/elements/1.1/"/>
  </ds:schemaRefs>
</ds:datastoreItem>
</file>

<file path=customXml/itemProps3.xml><?xml version="1.0" encoding="utf-8"?>
<ds:datastoreItem xmlns:ds="http://schemas.openxmlformats.org/officeDocument/2006/customXml" ds:itemID="{9A30388A-CCF7-4970-A513-DBB915DFEE8F}">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otalTime>7830</TotalTime>
  <Words>1945</Words>
  <Application>Microsoft Macintosh PowerPoint</Application>
  <PresentationFormat>Presentazione su schermo (4:3)</PresentationFormat>
  <Paragraphs>228</Paragraphs>
  <Slides>24</Slides>
  <Notes>24</Notes>
  <HiddenSlides>0</HiddenSlides>
  <MMClips>0</MMClips>
  <ScaleCrop>false</ScaleCrop>
  <HeadingPairs>
    <vt:vector size="6" baseType="variant">
      <vt:variant>
        <vt:lpstr>Caratteri utilizzati</vt:lpstr>
      </vt:variant>
      <vt:variant>
        <vt:i4>3</vt:i4>
      </vt:variant>
      <vt:variant>
        <vt:lpstr>Tema</vt:lpstr>
      </vt:variant>
      <vt:variant>
        <vt:i4>1</vt:i4>
      </vt:variant>
      <vt:variant>
        <vt:lpstr>Titoli diapositive</vt:lpstr>
      </vt:variant>
      <vt:variant>
        <vt:i4>24</vt:i4>
      </vt:variant>
    </vt:vector>
  </HeadingPairs>
  <TitlesOfParts>
    <vt:vector size="28" baseType="lpstr">
      <vt:lpstr>Economica</vt:lpstr>
      <vt:lpstr>Open Sans</vt:lpstr>
      <vt:lpstr>Arial</vt:lpstr>
      <vt:lpstr>Luxe</vt:lpstr>
      <vt:lpstr>The Reinforcement Learning Problem</vt:lpstr>
      <vt:lpstr>Objectives</vt:lpstr>
      <vt:lpstr>Problem definition</vt:lpstr>
      <vt:lpstr>Agent and Environment</vt:lpstr>
      <vt:lpstr>State Space and Observations</vt:lpstr>
      <vt:lpstr>Actions and Rewards</vt:lpstr>
      <vt:lpstr>The learning cycle (1)</vt:lpstr>
      <vt:lpstr>Steps and Episodes</vt:lpstr>
      <vt:lpstr>Experience</vt:lpstr>
      <vt:lpstr>Challenges: delayed consequences</vt:lpstr>
      <vt:lpstr>Challenges: exploration vs exploitation</vt:lpstr>
      <vt:lpstr>Challenges: learning from sampled feedback</vt:lpstr>
      <vt:lpstr>Markov Decision Process</vt:lpstr>
      <vt:lpstr>Markov Property</vt:lpstr>
      <vt:lpstr>The Transition function</vt:lpstr>
      <vt:lpstr>The Reward function</vt:lpstr>
      <vt:lpstr>The Return</vt:lpstr>
      <vt:lpstr>The Discount</vt:lpstr>
      <vt:lpstr>MDP framework</vt:lpstr>
      <vt:lpstr>Example: the frozen lake (1)</vt:lpstr>
      <vt:lpstr>Example: the frozen lake (2)</vt:lpstr>
      <vt:lpstr>Example: the frozen lake (3)</vt:lpstr>
      <vt:lpstr>Plan</vt:lpstr>
      <vt:lpstr>Policy</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Digital Abstraction</dc:title>
  <dc:subject/>
  <dc:creator/>
  <cp:keywords/>
  <dc:description/>
  <cp:lastModifiedBy>Riccardo Berta</cp:lastModifiedBy>
  <cp:revision>29</cp:revision>
  <dcterms:modified xsi:type="dcterms:W3CDTF">2026-09-04T12:35:44Z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0x010100B8FA822B18A0634FB7342CF29752587A</vt:lpwstr>
  </property>
</Properties>
</file>