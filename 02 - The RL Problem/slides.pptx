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4"/>
  </p:sldMasterIdLst>
  <p:notesMasterIdLst>
    <p:notesMasterId r:id="rId32"/>
  </p:notesMasterIdLst>
  <p:sldIdLst>
    <p:sldId id="256" r:id="rId5"/>
    <p:sldId id="264" r:id="rId6"/>
    <p:sldId id="257" r:id="rId7"/>
    <p:sldId id="288" r:id="rId8"/>
    <p:sldId id="265" r:id="rId9"/>
    <p:sldId id="267" r:id="rId10"/>
    <p:sldId id="289" r:id="rId11"/>
    <p:sldId id="268" r:id="rId12"/>
    <p:sldId id="266" r:id="rId13"/>
    <p:sldId id="270" r:id="rId14"/>
    <p:sldId id="271" r:id="rId15"/>
    <p:sldId id="272" r:id="rId16"/>
    <p:sldId id="287" r:id="rId17"/>
    <p:sldId id="273" r:id="rId18"/>
    <p:sldId id="274" r:id="rId19"/>
    <p:sldId id="290" r:id="rId20"/>
    <p:sldId id="275" r:id="rId21"/>
    <p:sldId id="291" r:id="rId22"/>
    <p:sldId id="292" r:id="rId23"/>
    <p:sldId id="276" r:id="rId24"/>
    <p:sldId id="277" r:id="rId25"/>
    <p:sldId id="278" r:id="rId26"/>
    <p:sldId id="279" r:id="rId27"/>
    <p:sldId id="285" r:id="rId28"/>
    <p:sldId id="280" r:id="rId29"/>
    <p:sldId id="281" r:id="rId30"/>
    <p:sldId id="282" r:id="rId31"/>
  </p:sldIdLst>
  <p:sldSz cx="9144000" cy="6858000" type="screen4x3"/>
  <p:notesSz cx="6858000" cy="9144000"/>
  <p:embeddedFontLst>
    <p:embeddedFont>
      <p:font typeface="Economica" panose="02000506040000020004" pitchFamily="2" charset="77"/>
      <p:regular r:id="rId33"/>
      <p:bold r:id="rId34"/>
      <p:italic r:id="rId35"/>
      <p:boldItalic r:id="rId36"/>
    </p:embeddedFont>
    <p:embeddedFont>
      <p:font typeface="Open Sans" panose="020B0606030504020204" pitchFamily="34" charset="0"/>
      <p:regular r:id="rId37"/>
      <p:bold r:id="rId38"/>
      <p:italic r:id="rId39"/>
      <p:boldItalic r:id="rId4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8677325-471D-B847-B665-46DB88F0ACDE}" v="26" dt="2026-09-07T07:52:04.5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965"/>
    <p:restoredTop sz="96218"/>
  </p:normalViewPr>
  <p:slideViewPr>
    <p:cSldViewPr snapToGrid="0" snapToObjects="1">
      <p:cViewPr varScale="1">
        <p:scale>
          <a:sx n="162" d="100"/>
          <a:sy n="162" d="100"/>
        </p:scale>
        <p:origin x="856"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7.fntdata"/><Relationship Id="rId21" Type="http://schemas.openxmlformats.org/officeDocument/2006/relationships/slide" Target="slides/slide17.xml"/><Relationship Id="rId34" Type="http://schemas.openxmlformats.org/officeDocument/2006/relationships/font" Target="fonts/font2.fntdata"/><Relationship Id="rId42"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font" Target="fonts/font8.fntdata"/><Relationship Id="rId45"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4.fnt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font" Target="fonts/font3.fntdata"/><Relationship Id="rId43"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1.fntdata"/><Relationship Id="rId38" Type="http://schemas.openxmlformats.org/officeDocument/2006/relationships/font" Target="fonts/font6.fntdata"/><Relationship Id="rId46" Type="http://schemas.microsoft.com/office/2015/10/relationships/revisionInfo" Target="revisionInfo.xml"/><Relationship Id="rId20" Type="http://schemas.openxmlformats.org/officeDocument/2006/relationships/slide" Target="slides/slide16.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FDDBFC5A-5EA9-5330-BEB8-433D7E3B4C4E}"/>
    <pc:docChg chg="undo custSel addSld delSld modSld sldOrd">
      <pc:chgData name="Riccardo Berta" userId="c8694f89-bba4-4576-b0a8-456619ca5a8c" providerId="ADAL" clId="{FDDBFC5A-5EA9-5330-BEB8-433D7E3B4C4E}" dt="2026-09-07T08:12:41.706" v="2061" actId="2696"/>
      <pc:docMkLst>
        <pc:docMk/>
      </pc:docMkLst>
      <pc:sldChg chg="addSp delSp modSp mod">
        <pc:chgData name="Riccardo Berta" userId="c8694f89-bba4-4576-b0a8-456619ca5a8c" providerId="ADAL" clId="{FDDBFC5A-5EA9-5330-BEB8-433D7E3B4C4E}" dt="2026-09-04T12:40:48.312" v="161" actId="1076"/>
        <pc:sldMkLst>
          <pc:docMk/>
          <pc:sldMk cId="0" sldId="257"/>
        </pc:sldMkLst>
        <pc:spChg chg="mod">
          <ac:chgData name="Riccardo Berta" userId="c8694f89-bba4-4576-b0a8-456619ca5a8c" providerId="ADAL" clId="{FDDBFC5A-5EA9-5330-BEB8-433D7E3B4C4E}" dt="2026-09-04T12:36:44.508" v="92" actId="20577"/>
          <ac:spMkLst>
            <pc:docMk/>
            <pc:sldMk cId="0" sldId="257"/>
            <ac:spMk id="84" creationId="{00000000-0000-0000-0000-000000000000}"/>
          </ac:spMkLst>
        </pc:spChg>
        <pc:picChg chg="add mod">
          <ac:chgData name="Riccardo Berta" userId="c8694f89-bba4-4576-b0a8-456619ca5a8c" providerId="ADAL" clId="{FDDBFC5A-5EA9-5330-BEB8-433D7E3B4C4E}" dt="2026-09-04T12:40:48.312" v="161" actId="1076"/>
          <ac:picMkLst>
            <pc:docMk/>
            <pc:sldMk cId="0" sldId="257"/>
            <ac:picMk id="3" creationId="{7C3A0E80-63B4-43A9-288E-9ED466FF95EB}"/>
          </ac:picMkLst>
        </pc:picChg>
      </pc:sldChg>
      <pc:sldChg chg="modSp mod">
        <pc:chgData name="Riccardo Berta" userId="c8694f89-bba4-4576-b0a8-456619ca5a8c" providerId="ADAL" clId="{FDDBFC5A-5EA9-5330-BEB8-433D7E3B4C4E}" dt="2026-09-07T07:27:47.069" v="1145" actId="14100"/>
        <pc:sldMkLst>
          <pc:docMk/>
          <pc:sldMk cId="0" sldId="264"/>
        </pc:sldMkLst>
        <pc:spChg chg="mod">
          <ac:chgData name="Riccardo Berta" userId="c8694f89-bba4-4576-b0a8-456619ca5a8c" providerId="ADAL" clId="{FDDBFC5A-5EA9-5330-BEB8-433D7E3B4C4E}" dt="2026-09-07T07:27:47.069" v="1145" actId="14100"/>
          <ac:spMkLst>
            <pc:docMk/>
            <pc:sldMk cId="0" sldId="264"/>
            <ac:spMk id="84" creationId="{00000000-0000-0000-0000-000000000000}"/>
          </ac:spMkLst>
        </pc:spChg>
      </pc:sldChg>
      <pc:sldChg chg="addSp delSp modSp mod">
        <pc:chgData name="Riccardo Berta" userId="c8694f89-bba4-4576-b0a8-456619ca5a8c" providerId="ADAL" clId="{FDDBFC5A-5EA9-5330-BEB8-433D7E3B4C4E}" dt="2026-09-04T13:47:20.829" v="201" actId="1076"/>
        <pc:sldMkLst>
          <pc:docMk/>
          <pc:sldMk cId="4260925133" sldId="265"/>
        </pc:sldMkLst>
        <pc:spChg chg="mod">
          <ac:chgData name="Riccardo Berta" userId="c8694f89-bba4-4576-b0a8-456619ca5a8c" providerId="ADAL" clId="{FDDBFC5A-5EA9-5330-BEB8-433D7E3B4C4E}" dt="2026-09-04T13:46:38.746" v="167"/>
          <ac:spMkLst>
            <pc:docMk/>
            <pc:sldMk cId="4260925133" sldId="265"/>
            <ac:spMk id="83" creationId="{00000000-0000-0000-0000-000000000000}"/>
          </ac:spMkLst>
        </pc:spChg>
        <pc:spChg chg="mod">
          <ac:chgData name="Riccardo Berta" userId="c8694f89-bba4-4576-b0a8-456619ca5a8c" providerId="ADAL" clId="{FDDBFC5A-5EA9-5330-BEB8-433D7E3B4C4E}" dt="2026-09-04T13:47:17.939" v="200" actId="113"/>
          <ac:spMkLst>
            <pc:docMk/>
            <pc:sldMk cId="4260925133" sldId="265"/>
            <ac:spMk id="84" creationId="{00000000-0000-0000-0000-000000000000}"/>
          </ac:spMkLst>
        </pc:spChg>
        <pc:picChg chg="add mod">
          <ac:chgData name="Riccardo Berta" userId="c8694f89-bba4-4576-b0a8-456619ca5a8c" providerId="ADAL" clId="{FDDBFC5A-5EA9-5330-BEB8-433D7E3B4C4E}" dt="2026-09-04T13:47:20.829" v="201" actId="1076"/>
          <ac:picMkLst>
            <pc:docMk/>
            <pc:sldMk cId="4260925133" sldId="265"/>
            <ac:picMk id="4" creationId="{4E018886-9036-FB22-0E75-5DB49E07E8A4}"/>
          </ac:picMkLst>
        </pc:picChg>
      </pc:sldChg>
      <pc:sldChg chg="addSp modSp mod">
        <pc:chgData name="Riccardo Berta" userId="c8694f89-bba4-4576-b0a8-456619ca5a8c" providerId="ADAL" clId="{FDDBFC5A-5EA9-5330-BEB8-433D7E3B4C4E}" dt="2026-09-04T14:07:13.787" v="407" actId="14100"/>
        <pc:sldMkLst>
          <pc:docMk/>
          <pc:sldMk cId="2074499598" sldId="266"/>
        </pc:sldMkLst>
        <pc:spChg chg="mod">
          <ac:chgData name="Riccardo Berta" userId="c8694f89-bba4-4576-b0a8-456619ca5a8c" providerId="ADAL" clId="{FDDBFC5A-5EA9-5330-BEB8-433D7E3B4C4E}" dt="2026-09-04T14:07:07.382" v="405" actId="313"/>
          <ac:spMkLst>
            <pc:docMk/>
            <pc:sldMk cId="2074499598" sldId="266"/>
            <ac:spMk id="84" creationId="{00000000-0000-0000-0000-000000000000}"/>
          </ac:spMkLst>
        </pc:spChg>
        <pc:picChg chg="add mod">
          <ac:chgData name="Riccardo Berta" userId="c8694f89-bba4-4576-b0a8-456619ca5a8c" providerId="ADAL" clId="{FDDBFC5A-5EA9-5330-BEB8-433D7E3B4C4E}" dt="2026-09-04T14:07:13.787" v="407" actId="14100"/>
          <ac:picMkLst>
            <pc:docMk/>
            <pc:sldMk cId="2074499598" sldId="266"/>
            <ac:picMk id="2" creationId="{040704F6-29C2-6E5B-B8E9-FBAD2FA514F5}"/>
          </ac:picMkLst>
        </pc:picChg>
      </pc:sldChg>
      <pc:sldChg chg="addSp delSp modSp mod">
        <pc:chgData name="Riccardo Berta" userId="c8694f89-bba4-4576-b0a8-456619ca5a8c" providerId="ADAL" clId="{FDDBFC5A-5EA9-5330-BEB8-433D7E3B4C4E}" dt="2026-09-04T13:47:48.112" v="208" actId="20577"/>
        <pc:sldMkLst>
          <pc:docMk/>
          <pc:sldMk cId="2259674710" sldId="267"/>
        </pc:sldMkLst>
        <pc:spChg chg="mod">
          <ac:chgData name="Riccardo Berta" userId="c8694f89-bba4-4576-b0a8-456619ca5a8c" providerId="ADAL" clId="{FDDBFC5A-5EA9-5330-BEB8-433D7E3B4C4E}" dt="2026-09-04T13:47:35.598" v="204" actId="20577"/>
          <ac:spMkLst>
            <pc:docMk/>
            <pc:sldMk cId="2259674710" sldId="267"/>
            <ac:spMk id="83" creationId="{00000000-0000-0000-0000-000000000000}"/>
          </ac:spMkLst>
        </pc:spChg>
        <pc:spChg chg="mod">
          <ac:chgData name="Riccardo Berta" userId="c8694f89-bba4-4576-b0a8-456619ca5a8c" providerId="ADAL" clId="{FDDBFC5A-5EA9-5330-BEB8-433D7E3B4C4E}" dt="2026-09-04T13:47:48.112" v="208" actId="20577"/>
          <ac:spMkLst>
            <pc:docMk/>
            <pc:sldMk cId="2259674710" sldId="267"/>
            <ac:spMk id="84" creationId="{00000000-0000-0000-0000-000000000000}"/>
          </ac:spMkLst>
        </pc:spChg>
        <pc:picChg chg="add mod">
          <ac:chgData name="Riccardo Berta" userId="c8694f89-bba4-4576-b0a8-456619ca5a8c" providerId="ADAL" clId="{FDDBFC5A-5EA9-5330-BEB8-433D7E3B4C4E}" dt="2026-09-04T12:39:59.113" v="158" actId="1076"/>
          <ac:picMkLst>
            <pc:docMk/>
            <pc:sldMk cId="2259674710" sldId="267"/>
            <ac:picMk id="4" creationId="{B153987F-8A32-8E76-B285-08A3B4A743CF}"/>
          </ac:picMkLst>
        </pc:picChg>
      </pc:sldChg>
      <pc:sldChg chg="modSp mod">
        <pc:chgData name="Riccardo Berta" userId="c8694f89-bba4-4576-b0a8-456619ca5a8c" providerId="ADAL" clId="{FDDBFC5A-5EA9-5330-BEB8-433D7E3B4C4E}" dt="2026-09-04T13:59:21.101" v="289" actId="20577"/>
        <pc:sldMkLst>
          <pc:docMk/>
          <pc:sldMk cId="2756532613" sldId="268"/>
        </pc:sldMkLst>
        <pc:spChg chg="mod">
          <ac:chgData name="Riccardo Berta" userId="c8694f89-bba4-4576-b0a8-456619ca5a8c" providerId="ADAL" clId="{FDDBFC5A-5EA9-5330-BEB8-433D7E3B4C4E}" dt="2026-09-04T13:59:21.101" v="289" actId="20577"/>
          <ac:spMkLst>
            <pc:docMk/>
            <pc:sldMk cId="2756532613" sldId="268"/>
            <ac:spMk id="83" creationId="{00000000-0000-0000-0000-000000000000}"/>
          </ac:spMkLst>
        </pc:spChg>
      </pc:sldChg>
      <pc:sldChg chg="addSp delSp modSp mod">
        <pc:chgData name="Riccardo Berta" userId="c8694f89-bba4-4576-b0a8-456619ca5a8c" providerId="ADAL" clId="{FDDBFC5A-5EA9-5330-BEB8-433D7E3B4C4E}" dt="2026-09-04T14:05:12.580" v="355" actId="1076"/>
        <pc:sldMkLst>
          <pc:docMk/>
          <pc:sldMk cId="3668836689" sldId="270"/>
        </pc:sldMkLst>
        <pc:picChg chg="add mod">
          <ac:chgData name="Riccardo Berta" userId="c8694f89-bba4-4576-b0a8-456619ca5a8c" providerId="ADAL" clId="{FDDBFC5A-5EA9-5330-BEB8-433D7E3B4C4E}" dt="2026-09-04T14:05:12.580" v="355" actId="1076"/>
          <ac:picMkLst>
            <pc:docMk/>
            <pc:sldMk cId="3668836689" sldId="270"/>
            <ac:picMk id="4" creationId="{D2335B20-FF76-9B59-9855-B0898E1D3C82}"/>
          </ac:picMkLst>
        </pc:picChg>
      </pc:sldChg>
      <pc:sldChg chg="addSp delSp modSp mod">
        <pc:chgData name="Riccardo Berta" userId="c8694f89-bba4-4576-b0a8-456619ca5a8c" providerId="ADAL" clId="{FDDBFC5A-5EA9-5330-BEB8-433D7E3B4C4E}" dt="2026-09-04T14:15:13.933" v="435" actId="1076"/>
        <pc:sldMkLst>
          <pc:docMk/>
          <pc:sldMk cId="1894295752" sldId="271"/>
        </pc:sldMkLst>
        <pc:spChg chg="mod">
          <ac:chgData name="Riccardo Berta" userId="c8694f89-bba4-4576-b0a8-456619ca5a8c" providerId="ADAL" clId="{FDDBFC5A-5EA9-5330-BEB8-433D7E3B4C4E}" dt="2026-09-04T14:15:04.951" v="432" actId="15"/>
          <ac:spMkLst>
            <pc:docMk/>
            <pc:sldMk cId="1894295752" sldId="271"/>
            <ac:spMk id="84" creationId="{00000000-0000-0000-0000-000000000000}"/>
          </ac:spMkLst>
        </pc:spChg>
        <pc:picChg chg="add mod">
          <ac:chgData name="Riccardo Berta" userId="c8694f89-bba4-4576-b0a8-456619ca5a8c" providerId="ADAL" clId="{FDDBFC5A-5EA9-5330-BEB8-433D7E3B4C4E}" dt="2026-09-04T14:15:13.933" v="435" actId="1076"/>
          <ac:picMkLst>
            <pc:docMk/>
            <pc:sldMk cId="1894295752" sldId="271"/>
            <ac:picMk id="3" creationId="{23BCFC11-2811-7DF0-03DE-0203873B004C}"/>
          </ac:picMkLst>
        </pc:picChg>
      </pc:sldChg>
      <pc:sldChg chg="addSp delSp modSp mod">
        <pc:chgData name="Riccardo Berta" userId="c8694f89-bba4-4576-b0a8-456619ca5a8c" providerId="ADAL" clId="{FDDBFC5A-5EA9-5330-BEB8-433D7E3B4C4E}" dt="2026-09-07T07:05:29.510" v="517" actId="1076"/>
        <pc:sldMkLst>
          <pc:docMk/>
          <pc:sldMk cId="732868139" sldId="272"/>
        </pc:sldMkLst>
        <pc:spChg chg="mod">
          <ac:chgData name="Riccardo Berta" userId="c8694f89-bba4-4576-b0a8-456619ca5a8c" providerId="ADAL" clId="{FDDBFC5A-5EA9-5330-BEB8-433D7E3B4C4E}" dt="2026-09-07T07:05:16.106" v="513" actId="1076"/>
          <ac:spMkLst>
            <pc:docMk/>
            <pc:sldMk cId="732868139" sldId="272"/>
            <ac:spMk id="84" creationId="{00000000-0000-0000-0000-000000000000}"/>
          </ac:spMkLst>
        </pc:spChg>
        <pc:picChg chg="add mod">
          <ac:chgData name="Riccardo Berta" userId="c8694f89-bba4-4576-b0a8-456619ca5a8c" providerId="ADAL" clId="{FDDBFC5A-5EA9-5330-BEB8-433D7E3B4C4E}" dt="2026-09-07T07:05:29.510" v="517" actId="1076"/>
          <ac:picMkLst>
            <pc:docMk/>
            <pc:sldMk cId="732868139" sldId="272"/>
            <ac:picMk id="3" creationId="{BFDB1028-FAE4-2032-2586-540B4506530A}"/>
          </ac:picMkLst>
        </pc:picChg>
      </pc:sldChg>
      <pc:sldChg chg="addSp delSp modSp mod">
        <pc:chgData name="Riccardo Berta" userId="c8694f89-bba4-4576-b0a8-456619ca5a8c" providerId="ADAL" clId="{FDDBFC5A-5EA9-5330-BEB8-433D7E3B4C4E}" dt="2026-09-07T07:19:20.631" v="935"/>
        <pc:sldMkLst>
          <pc:docMk/>
          <pc:sldMk cId="3859598341" sldId="273"/>
        </pc:sldMkLst>
        <pc:spChg chg="add del mod">
          <ac:chgData name="Riccardo Berta" userId="c8694f89-bba4-4576-b0a8-456619ca5a8c" providerId="ADAL" clId="{FDDBFC5A-5EA9-5330-BEB8-433D7E3B4C4E}" dt="2026-09-07T07:19:20.631" v="935"/>
          <ac:spMkLst>
            <pc:docMk/>
            <pc:sldMk cId="3859598341" sldId="273"/>
            <ac:spMk id="17" creationId="{0B6F5701-0A15-7EF9-68BE-86466AD2A932}"/>
          </ac:spMkLst>
        </pc:spChg>
        <pc:spChg chg="mod">
          <ac:chgData name="Riccardo Berta" userId="c8694f89-bba4-4576-b0a8-456619ca5a8c" providerId="ADAL" clId="{FDDBFC5A-5EA9-5330-BEB8-433D7E3B4C4E}" dt="2026-09-07T07:19:19.391" v="933" actId="1036"/>
          <ac:spMkLst>
            <pc:docMk/>
            <pc:sldMk cId="3859598341" sldId="273"/>
            <ac:spMk id="84" creationId="{00000000-0000-0000-0000-000000000000}"/>
          </ac:spMkLst>
        </pc:spChg>
        <pc:picChg chg="add mod">
          <ac:chgData name="Riccardo Berta" userId="c8694f89-bba4-4576-b0a8-456619ca5a8c" providerId="ADAL" clId="{FDDBFC5A-5EA9-5330-BEB8-433D7E3B4C4E}" dt="2026-09-07T07:19:19.391" v="933" actId="1036"/>
          <ac:picMkLst>
            <pc:docMk/>
            <pc:sldMk cId="3859598341" sldId="273"/>
            <ac:picMk id="4" creationId="{B6C7B30D-1284-B677-8895-996CDF792CD4}"/>
          </ac:picMkLst>
        </pc:picChg>
        <pc:picChg chg="add del mod">
          <ac:chgData name="Riccardo Berta" userId="c8694f89-bba4-4576-b0a8-456619ca5a8c" providerId="ADAL" clId="{FDDBFC5A-5EA9-5330-BEB8-433D7E3B4C4E}" dt="2026-09-07T07:09:19.059" v="568" actId="478"/>
          <ac:picMkLst>
            <pc:docMk/>
            <pc:sldMk cId="3859598341" sldId="273"/>
            <ac:picMk id="5" creationId="{766D7D47-09E5-47EE-1E63-16E41E46EC27}"/>
          </ac:picMkLst>
        </pc:picChg>
        <pc:picChg chg="del mod">
          <ac:chgData name="Riccardo Berta" userId="c8694f89-bba4-4576-b0a8-456619ca5a8c" providerId="ADAL" clId="{FDDBFC5A-5EA9-5330-BEB8-433D7E3B4C4E}" dt="2026-09-07T07:16:24.451" v="800" actId="478"/>
          <ac:picMkLst>
            <pc:docMk/>
            <pc:sldMk cId="3859598341" sldId="273"/>
            <ac:picMk id="7" creationId="{3AA9CA5E-B11C-5354-F133-CC2410A67F28}"/>
          </ac:picMkLst>
        </pc:picChg>
        <pc:picChg chg="add mod">
          <ac:chgData name="Riccardo Berta" userId="c8694f89-bba4-4576-b0a8-456619ca5a8c" providerId="ADAL" clId="{FDDBFC5A-5EA9-5330-BEB8-433D7E3B4C4E}" dt="2026-09-07T07:19:19.391" v="933" actId="1036"/>
          <ac:picMkLst>
            <pc:docMk/>
            <pc:sldMk cId="3859598341" sldId="273"/>
            <ac:picMk id="8" creationId="{1353D30E-F8EF-55E4-E67B-A3F5067AA13D}"/>
          </ac:picMkLst>
        </pc:picChg>
        <pc:picChg chg="add mod">
          <ac:chgData name="Riccardo Berta" userId="c8694f89-bba4-4576-b0a8-456619ca5a8c" providerId="ADAL" clId="{FDDBFC5A-5EA9-5330-BEB8-433D7E3B4C4E}" dt="2026-09-07T07:19:19.391" v="933" actId="1036"/>
          <ac:picMkLst>
            <pc:docMk/>
            <pc:sldMk cId="3859598341" sldId="273"/>
            <ac:picMk id="10" creationId="{EF491B72-1D6A-1D80-6EDA-39563957A98C}"/>
          </ac:picMkLst>
        </pc:picChg>
        <pc:picChg chg="add mod">
          <ac:chgData name="Riccardo Berta" userId="c8694f89-bba4-4576-b0a8-456619ca5a8c" providerId="ADAL" clId="{FDDBFC5A-5EA9-5330-BEB8-433D7E3B4C4E}" dt="2026-09-07T07:19:19.391" v="933" actId="1036"/>
          <ac:picMkLst>
            <pc:docMk/>
            <pc:sldMk cId="3859598341" sldId="273"/>
            <ac:picMk id="12" creationId="{73E4611F-5B8D-6CE1-633C-E7CA264B05DF}"/>
          </ac:picMkLst>
        </pc:picChg>
        <pc:picChg chg="add mod">
          <ac:chgData name="Riccardo Berta" userId="c8694f89-bba4-4576-b0a8-456619ca5a8c" providerId="ADAL" clId="{FDDBFC5A-5EA9-5330-BEB8-433D7E3B4C4E}" dt="2026-09-07T07:19:19.391" v="933" actId="1036"/>
          <ac:picMkLst>
            <pc:docMk/>
            <pc:sldMk cId="3859598341" sldId="273"/>
            <ac:picMk id="14" creationId="{8886E5C3-23A1-E02A-28BF-B2CBAA35C7E7}"/>
          </ac:picMkLst>
        </pc:picChg>
        <pc:picChg chg="add mod">
          <ac:chgData name="Riccardo Berta" userId="c8694f89-bba4-4576-b0a8-456619ca5a8c" providerId="ADAL" clId="{FDDBFC5A-5EA9-5330-BEB8-433D7E3B4C4E}" dt="2026-09-07T07:19:19.391" v="933" actId="1036"/>
          <ac:picMkLst>
            <pc:docMk/>
            <pc:sldMk cId="3859598341" sldId="273"/>
            <ac:picMk id="16" creationId="{C291009C-D9A7-A4FE-2DFC-B2C04D0A3085}"/>
          </ac:picMkLst>
        </pc:picChg>
      </pc:sldChg>
      <pc:sldChg chg="addSp delSp modSp mod">
        <pc:chgData name="Riccardo Berta" userId="c8694f89-bba4-4576-b0a8-456619ca5a8c" providerId="ADAL" clId="{FDDBFC5A-5EA9-5330-BEB8-433D7E3B4C4E}" dt="2026-09-07T07:23:38.187" v="1022" actId="1035"/>
        <pc:sldMkLst>
          <pc:docMk/>
          <pc:sldMk cId="2213323745" sldId="274"/>
        </pc:sldMkLst>
        <pc:spChg chg="mod">
          <ac:chgData name="Riccardo Berta" userId="c8694f89-bba4-4576-b0a8-456619ca5a8c" providerId="ADAL" clId="{FDDBFC5A-5EA9-5330-BEB8-433D7E3B4C4E}" dt="2026-09-07T07:23:34.012" v="1013" actId="1036"/>
          <ac:spMkLst>
            <pc:docMk/>
            <pc:sldMk cId="2213323745" sldId="274"/>
            <ac:spMk id="84" creationId="{00000000-0000-0000-0000-000000000000}"/>
          </ac:spMkLst>
        </pc:spChg>
        <pc:picChg chg="add del mod">
          <ac:chgData name="Riccardo Berta" userId="c8694f89-bba4-4576-b0a8-456619ca5a8c" providerId="ADAL" clId="{FDDBFC5A-5EA9-5330-BEB8-433D7E3B4C4E}" dt="2026-09-07T07:23:34.012" v="1013" actId="1036"/>
          <ac:picMkLst>
            <pc:docMk/>
            <pc:sldMk cId="2213323745" sldId="274"/>
            <ac:picMk id="3" creationId="{1B08B462-E837-8283-828E-F11D01CCE9E4}"/>
          </ac:picMkLst>
        </pc:picChg>
        <pc:picChg chg="del">
          <ac:chgData name="Riccardo Berta" userId="c8694f89-bba4-4576-b0a8-456619ca5a8c" providerId="ADAL" clId="{FDDBFC5A-5EA9-5330-BEB8-433D7E3B4C4E}" dt="2026-09-07T07:20:34.803" v="946" actId="478"/>
          <ac:picMkLst>
            <pc:docMk/>
            <pc:sldMk cId="2213323745" sldId="274"/>
            <ac:picMk id="4" creationId="{63C3FDF9-D634-BF62-C5C2-D932C6B211E9}"/>
          </ac:picMkLst>
        </pc:picChg>
        <pc:picChg chg="add mod">
          <ac:chgData name="Riccardo Berta" userId="c8694f89-bba4-4576-b0a8-456619ca5a8c" providerId="ADAL" clId="{FDDBFC5A-5EA9-5330-BEB8-433D7E3B4C4E}" dt="2026-09-07T07:23:34.012" v="1013" actId="1036"/>
          <ac:picMkLst>
            <pc:docMk/>
            <pc:sldMk cId="2213323745" sldId="274"/>
            <ac:picMk id="6" creationId="{10D80C15-29DF-7C20-38A7-DD2D13C4BEE7}"/>
          </ac:picMkLst>
        </pc:picChg>
        <pc:picChg chg="add mod">
          <ac:chgData name="Riccardo Berta" userId="c8694f89-bba4-4576-b0a8-456619ca5a8c" providerId="ADAL" clId="{FDDBFC5A-5EA9-5330-BEB8-433D7E3B4C4E}" dt="2026-09-07T07:23:38.187" v="1022" actId="1035"/>
          <ac:picMkLst>
            <pc:docMk/>
            <pc:sldMk cId="2213323745" sldId="274"/>
            <ac:picMk id="8" creationId="{3EAC935C-CB80-955A-2AF2-A7344D345F09}"/>
          </ac:picMkLst>
        </pc:picChg>
      </pc:sldChg>
      <pc:sldChg chg="addSp delSp modSp mod ord">
        <pc:chgData name="Riccardo Berta" userId="c8694f89-bba4-4576-b0a8-456619ca5a8c" providerId="ADAL" clId="{FDDBFC5A-5EA9-5330-BEB8-433D7E3B4C4E}" dt="2026-09-07T07:32:13.182" v="1242" actId="1076"/>
        <pc:sldMkLst>
          <pc:docMk/>
          <pc:sldMk cId="303121765" sldId="275"/>
        </pc:sldMkLst>
        <pc:spChg chg="mod">
          <ac:chgData name="Riccardo Berta" userId="c8694f89-bba4-4576-b0a8-456619ca5a8c" providerId="ADAL" clId="{FDDBFC5A-5EA9-5330-BEB8-433D7E3B4C4E}" dt="2026-09-07T07:27:05.519" v="1134"/>
          <ac:spMkLst>
            <pc:docMk/>
            <pc:sldMk cId="303121765" sldId="275"/>
            <ac:spMk id="83" creationId="{00000000-0000-0000-0000-000000000000}"/>
          </ac:spMkLst>
        </pc:spChg>
        <pc:spChg chg="mod">
          <ac:chgData name="Riccardo Berta" userId="c8694f89-bba4-4576-b0a8-456619ca5a8c" providerId="ADAL" clId="{FDDBFC5A-5EA9-5330-BEB8-433D7E3B4C4E}" dt="2026-09-07T07:32:09.610" v="1241" actId="1036"/>
          <ac:spMkLst>
            <pc:docMk/>
            <pc:sldMk cId="303121765" sldId="275"/>
            <ac:spMk id="84" creationId="{00000000-0000-0000-0000-000000000000}"/>
          </ac:spMkLst>
        </pc:spChg>
        <pc:picChg chg="del">
          <ac:chgData name="Riccardo Berta" userId="c8694f89-bba4-4576-b0a8-456619ca5a8c" providerId="ADAL" clId="{FDDBFC5A-5EA9-5330-BEB8-433D7E3B4C4E}" dt="2026-09-07T07:26:54.227" v="1132" actId="478"/>
          <ac:picMkLst>
            <pc:docMk/>
            <pc:sldMk cId="303121765" sldId="275"/>
            <ac:picMk id="3" creationId="{1558432E-BB9A-36EE-DEE9-411FA3BCAAC6}"/>
          </ac:picMkLst>
        </pc:picChg>
        <pc:picChg chg="add mod">
          <ac:chgData name="Riccardo Berta" userId="c8694f89-bba4-4576-b0a8-456619ca5a8c" providerId="ADAL" clId="{FDDBFC5A-5EA9-5330-BEB8-433D7E3B4C4E}" dt="2026-09-07T07:32:09.610" v="1241" actId="1036"/>
          <ac:picMkLst>
            <pc:docMk/>
            <pc:sldMk cId="303121765" sldId="275"/>
            <ac:picMk id="4" creationId="{AE4CDC3D-C1BA-DF79-59EB-024A8FFD2E16}"/>
          </ac:picMkLst>
        </pc:picChg>
        <pc:picChg chg="del">
          <ac:chgData name="Riccardo Berta" userId="c8694f89-bba4-4576-b0a8-456619ca5a8c" providerId="ADAL" clId="{FDDBFC5A-5EA9-5330-BEB8-433D7E3B4C4E}" dt="2026-09-07T07:26:55.287" v="1133" actId="478"/>
          <ac:picMkLst>
            <pc:docMk/>
            <pc:sldMk cId="303121765" sldId="275"/>
            <ac:picMk id="5" creationId="{AFA7E6B6-E78E-79EF-CB15-0348F1C7B395}"/>
          </ac:picMkLst>
        </pc:picChg>
        <pc:picChg chg="add mod">
          <ac:chgData name="Riccardo Berta" userId="c8694f89-bba4-4576-b0a8-456619ca5a8c" providerId="ADAL" clId="{FDDBFC5A-5EA9-5330-BEB8-433D7E3B4C4E}" dt="2026-09-07T07:32:13.182" v="1242" actId="1076"/>
          <ac:picMkLst>
            <pc:docMk/>
            <pc:sldMk cId="303121765" sldId="275"/>
            <ac:picMk id="7" creationId="{68E2CCBA-063D-3CA4-19A3-E6B692CC346E}"/>
          </ac:picMkLst>
        </pc:picChg>
      </pc:sldChg>
      <pc:sldChg chg="addSp delSp modSp mod">
        <pc:chgData name="Riccardo Berta" userId="c8694f89-bba4-4576-b0a8-456619ca5a8c" providerId="ADAL" clId="{FDDBFC5A-5EA9-5330-BEB8-433D7E3B4C4E}" dt="2026-09-07T07:48:52.152" v="1682" actId="1076"/>
        <pc:sldMkLst>
          <pc:docMk/>
          <pc:sldMk cId="2020526202" sldId="276"/>
        </pc:sldMkLst>
        <pc:spChg chg="mod">
          <ac:chgData name="Riccardo Berta" userId="c8694f89-bba4-4576-b0a8-456619ca5a8c" providerId="ADAL" clId="{FDDBFC5A-5EA9-5330-BEB8-433D7E3B4C4E}" dt="2026-09-07T07:41:25.467" v="1453" actId="20577"/>
          <ac:spMkLst>
            <pc:docMk/>
            <pc:sldMk cId="2020526202" sldId="276"/>
            <ac:spMk id="83" creationId="{00000000-0000-0000-0000-000000000000}"/>
          </ac:spMkLst>
        </pc:spChg>
        <pc:spChg chg="mod">
          <ac:chgData name="Riccardo Berta" userId="c8694f89-bba4-4576-b0a8-456619ca5a8c" providerId="ADAL" clId="{FDDBFC5A-5EA9-5330-BEB8-433D7E3B4C4E}" dt="2026-09-07T07:48:28.198" v="1676" actId="20577"/>
          <ac:spMkLst>
            <pc:docMk/>
            <pc:sldMk cId="2020526202" sldId="276"/>
            <ac:spMk id="84" creationId="{00000000-0000-0000-0000-000000000000}"/>
          </ac:spMkLst>
        </pc:spChg>
        <pc:picChg chg="del">
          <ac:chgData name="Riccardo Berta" userId="c8694f89-bba4-4576-b0a8-456619ca5a8c" providerId="ADAL" clId="{FDDBFC5A-5EA9-5330-BEB8-433D7E3B4C4E}" dt="2026-09-07T07:35:57.796" v="1309" actId="478"/>
          <ac:picMkLst>
            <pc:docMk/>
            <pc:sldMk cId="2020526202" sldId="276"/>
            <ac:picMk id="3" creationId="{88ECFE04-FF14-52F4-A978-DE862D655546}"/>
          </ac:picMkLst>
        </pc:picChg>
        <pc:picChg chg="add del mod">
          <ac:chgData name="Riccardo Berta" userId="c8694f89-bba4-4576-b0a8-456619ca5a8c" providerId="ADAL" clId="{FDDBFC5A-5EA9-5330-BEB8-433D7E3B4C4E}" dt="2026-09-07T07:41:27.084" v="1454" actId="478"/>
          <ac:picMkLst>
            <pc:docMk/>
            <pc:sldMk cId="2020526202" sldId="276"/>
            <ac:picMk id="4" creationId="{A4B8A895-71A9-3A60-326D-DF2A3450496B}"/>
          </ac:picMkLst>
        </pc:picChg>
        <pc:picChg chg="add mod">
          <ac:chgData name="Riccardo Berta" userId="c8694f89-bba4-4576-b0a8-456619ca5a8c" providerId="ADAL" clId="{FDDBFC5A-5EA9-5330-BEB8-433D7E3B4C4E}" dt="2026-09-07T07:47:31.472" v="1644" actId="1076"/>
          <ac:picMkLst>
            <pc:docMk/>
            <pc:sldMk cId="2020526202" sldId="276"/>
            <ac:picMk id="6" creationId="{6C9878C6-68C5-41FF-FEE1-BBD70F1A51AD}"/>
          </ac:picMkLst>
        </pc:picChg>
        <pc:picChg chg="add mod">
          <ac:chgData name="Riccardo Berta" userId="c8694f89-bba4-4576-b0a8-456619ca5a8c" providerId="ADAL" clId="{FDDBFC5A-5EA9-5330-BEB8-433D7E3B4C4E}" dt="2026-09-07T07:47:39.351" v="1651" actId="14100"/>
          <ac:picMkLst>
            <pc:docMk/>
            <pc:sldMk cId="2020526202" sldId="276"/>
            <ac:picMk id="8" creationId="{D17225B8-1AD0-3E94-E103-7E235CA2BBB9}"/>
          </ac:picMkLst>
        </pc:picChg>
        <pc:picChg chg="add mod">
          <ac:chgData name="Riccardo Berta" userId="c8694f89-bba4-4576-b0a8-456619ca5a8c" providerId="ADAL" clId="{FDDBFC5A-5EA9-5330-BEB8-433D7E3B4C4E}" dt="2026-09-07T07:47:56.588" v="1665" actId="1076"/>
          <ac:picMkLst>
            <pc:docMk/>
            <pc:sldMk cId="2020526202" sldId="276"/>
            <ac:picMk id="10" creationId="{2C2970F0-E367-342A-90A8-B2A26FCE79BB}"/>
          </ac:picMkLst>
        </pc:picChg>
        <pc:picChg chg="add mod">
          <ac:chgData name="Riccardo Berta" userId="c8694f89-bba4-4576-b0a8-456619ca5a8c" providerId="ADAL" clId="{FDDBFC5A-5EA9-5330-BEB8-433D7E3B4C4E}" dt="2026-09-07T07:48:05.589" v="1669" actId="14100"/>
          <ac:picMkLst>
            <pc:docMk/>
            <pc:sldMk cId="2020526202" sldId="276"/>
            <ac:picMk id="12" creationId="{DDE3551A-CF0F-AD35-CBC1-88C6DEAB5571}"/>
          </ac:picMkLst>
        </pc:picChg>
        <pc:picChg chg="add mod">
          <ac:chgData name="Riccardo Berta" userId="c8694f89-bba4-4576-b0a8-456619ca5a8c" providerId="ADAL" clId="{FDDBFC5A-5EA9-5330-BEB8-433D7E3B4C4E}" dt="2026-09-07T07:48:52.152" v="1682" actId="1076"/>
          <ac:picMkLst>
            <pc:docMk/>
            <pc:sldMk cId="2020526202" sldId="276"/>
            <ac:picMk id="14" creationId="{7A8284C9-669D-CEFF-4443-4FF10CE737BF}"/>
          </ac:picMkLst>
        </pc:picChg>
      </pc:sldChg>
      <pc:sldChg chg="addSp delSp modSp mod">
        <pc:chgData name="Riccardo Berta" userId="c8694f89-bba4-4576-b0a8-456619ca5a8c" providerId="ADAL" clId="{FDDBFC5A-5EA9-5330-BEB8-433D7E3B4C4E}" dt="2026-09-07T07:51:59.585" v="1771" actId="20577"/>
        <pc:sldMkLst>
          <pc:docMk/>
          <pc:sldMk cId="3156887330" sldId="277"/>
        </pc:sldMkLst>
        <pc:spChg chg="mod">
          <ac:chgData name="Riccardo Berta" userId="c8694f89-bba4-4576-b0a8-456619ca5a8c" providerId="ADAL" clId="{FDDBFC5A-5EA9-5330-BEB8-433D7E3B4C4E}" dt="2026-09-07T07:51:59.585" v="1771" actId="20577"/>
          <ac:spMkLst>
            <pc:docMk/>
            <pc:sldMk cId="3156887330" sldId="277"/>
            <ac:spMk id="84" creationId="{00000000-0000-0000-0000-000000000000}"/>
          </ac:spMkLst>
        </pc:spChg>
        <pc:picChg chg="del">
          <ac:chgData name="Riccardo Berta" userId="c8694f89-bba4-4576-b0a8-456619ca5a8c" providerId="ADAL" clId="{FDDBFC5A-5EA9-5330-BEB8-433D7E3B4C4E}" dt="2026-09-07T07:49:21.188" v="1686" actId="478"/>
          <ac:picMkLst>
            <pc:docMk/>
            <pc:sldMk cId="3156887330" sldId="277"/>
            <ac:picMk id="3" creationId="{EC767993-3E78-5F54-36E2-E40875AD49A1}"/>
          </ac:picMkLst>
        </pc:picChg>
        <pc:picChg chg="add mod">
          <ac:chgData name="Riccardo Berta" userId="c8694f89-bba4-4576-b0a8-456619ca5a8c" providerId="ADAL" clId="{FDDBFC5A-5EA9-5330-BEB8-433D7E3B4C4E}" dt="2026-09-07T07:51:27.240" v="1742" actId="1035"/>
          <ac:picMkLst>
            <pc:docMk/>
            <pc:sldMk cId="3156887330" sldId="277"/>
            <ac:picMk id="4" creationId="{960D7149-EBD0-0773-6941-25329B7CB4BD}"/>
          </ac:picMkLst>
        </pc:picChg>
        <pc:picChg chg="add mod">
          <ac:chgData name="Riccardo Berta" userId="c8694f89-bba4-4576-b0a8-456619ca5a8c" providerId="ADAL" clId="{FDDBFC5A-5EA9-5330-BEB8-433D7E3B4C4E}" dt="2026-09-07T07:51:27.240" v="1742" actId="1035"/>
          <ac:picMkLst>
            <pc:docMk/>
            <pc:sldMk cId="3156887330" sldId="277"/>
            <ac:picMk id="6" creationId="{1C62361F-7933-5201-F047-743A98F5AACF}"/>
          </ac:picMkLst>
        </pc:picChg>
      </pc:sldChg>
      <pc:sldChg chg="addSp delSp modSp mod">
        <pc:chgData name="Riccardo Berta" userId="c8694f89-bba4-4576-b0a8-456619ca5a8c" providerId="ADAL" clId="{FDDBFC5A-5EA9-5330-BEB8-433D7E3B4C4E}" dt="2026-09-07T08:07:29.633" v="1911" actId="1076"/>
        <pc:sldMkLst>
          <pc:docMk/>
          <pc:sldMk cId="1586284290" sldId="278"/>
        </pc:sldMkLst>
        <pc:spChg chg="mod">
          <ac:chgData name="Riccardo Berta" userId="c8694f89-bba4-4576-b0a8-456619ca5a8c" providerId="ADAL" clId="{FDDBFC5A-5EA9-5330-BEB8-433D7E3B4C4E}" dt="2026-09-07T08:07:21.851" v="1909" actId="404"/>
          <ac:spMkLst>
            <pc:docMk/>
            <pc:sldMk cId="1586284290" sldId="278"/>
            <ac:spMk id="84" creationId="{00000000-0000-0000-0000-000000000000}"/>
          </ac:spMkLst>
        </pc:spChg>
        <pc:picChg chg="add del">
          <ac:chgData name="Riccardo Berta" userId="c8694f89-bba4-4576-b0a8-456619ca5a8c" providerId="ADAL" clId="{FDDBFC5A-5EA9-5330-BEB8-433D7E3B4C4E}" dt="2026-09-07T07:52:25.470" v="1784" actId="478"/>
          <ac:picMkLst>
            <pc:docMk/>
            <pc:sldMk cId="1586284290" sldId="278"/>
            <ac:picMk id="3" creationId="{EC904396-95B0-3596-C30B-F4DAD67A93A0}"/>
          </ac:picMkLst>
        </pc:picChg>
        <pc:picChg chg="add mod">
          <ac:chgData name="Riccardo Berta" userId="c8694f89-bba4-4576-b0a8-456619ca5a8c" providerId="ADAL" clId="{FDDBFC5A-5EA9-5330-BEB8-433D7E3B4C4E}" dt="2026-09-07T08:07:17.230" v="1897" actId="1035"/>
          <ac:picMkLst>
            <pc:docMk/>
            <pc:sldMk cId="1586284290" sldId="278"/>
            <ac:picMk id="4" creationId="{611535E0-81D3-CF86-A3DA-039095AAA885}"/>
          </ac:picMkLst>
        </pc:picChg>
        <pc:picChg chg="del">
          <ac:chgData name="Riccardo Berta" userId="c8694f89-bba4-4576-b0a8-456619ca5a8c" providerId="ADAL" clId="{FDDBFC5A-5EA9-5330-BEB8-433D7E3B4C4E}" dt="2026-09-07T07:52:13.663" v="1774" actId="478"/>
          <ac:picMkLst>
            <pc:docMk/>
            <pc:sldMk cId="1586284290" sldId="278"/>
            <ac:picMk id="5" creationId="{F263AB65-02BC-B30C-60E2-24FB398F2F09}"/>
          </ac:picMkLst>
        </pc:picChg>
        <pc:picChg chg="add mod">
          <ac:chgData name="Riccardo Berta" userId="c8694f89-bba4-4576-b0a8-456619ca5a8c" providerId="ADAL" clId="{FDDBFC5A-5EA9-5330-BEB8-433D7E3B4C4E}" dt="2026-09-07T08:07:17.230" v="1897" actId="1035"/>
          <ac:picMkLst>
            <pc:docMk/>
            <pc:sldMk cId="1586284290" sldId="278"/>
            <ac:picMk id="7" creationId="{48F85B8D-5AE0-AA8F-F8C6-9F8C9FE9AA65}"/>
          </ac:picMkLst>
        </pc:picChg>
        <pc:picChg chg="add mod">
          <ac:chgData name="Riccardo Berta" userId="c8694f89-bba4-4576-b0a8-456619ca5a8c" providerId="ADAL" clId="{FDDBFC5A-5EA9-5330-BEB8-433D7E3B4C4E}" dt="2026-09-07T08:07:25.091" v="1910" actId="1076"/>
          <ac:picMkLst>
            <pc:docMk/>
            <pc:sldMk cId="1586284290" sldId="278"/>
            <ac:picMk id="9" creationId="{6ECDBC9F-C9F4-7D50-83DB-C49FDA9C26D6}"/>
          </ac:picMkLst>
        </pc:picChg>
        <pc:picChg chg="add mod">
          <ac:chgData name="Riccardo Berta" userId="c8694f89-bba4-4576-b0a8-456619ca5a8c" providerId="ADAL" clId="{FDDBFC5A-5EA9-5330-BEB8-433D7E3B4C4E}" dt="2026-09-07T08:07:29.633" v="1911" actId="1076"/>
          <ac:picMkLst>
            <pc:docMk/>
            <pc:sldMk cId="1586284290" sldId="278"/>
            <ac:picMk id="11" creationId="{D1AA35B0-6235-1BE7-7DE1-5D7E68CEB5B1}"/>
          </ac:picMkLst>
        </pc:picChg>
      </pc:sldChg>
      <pc:sldChg chg="addSp delSp modSp mod ord">
        <pc:chgData name="Riccardo Berta" userId="c8694f89-bba4-4576-b0a8-456619ca5a8c" providerId="ADAL" clId="{FDDBFC5A-5EA9-5330-BEB8-433D7E3B4C4E}" dt="2026-09-07T08:12:04.937" v="2060" actId="1076"/>
        <pc:sldMkLst>
          <pc:docMk/>
          <pc:sldMk cId="1602265730" sldId="285"/>
        </pc:sldMkLst>
        <pc:spChg chg="mod">
          <ac:chgData name="Riccardo Berta" userId="c8694f89-bba4-4576-b0a8-456619ca5a8c" providerId="ADAL" clId="{FDDBFC5A-5EA9-5330-BEB8-433D7E3B4C4E}" dt="2026-09-07T08:08:38.062" v="1951" actId="20577"/>
          <ac:spMkLst>
            <pc:docMk/>
            <pc:sldMk cId="1602265730" sldId="285"/>
            <ac:spMk id="83" creationId="{00000000-0000-0000-0000-000000000000}"/>
          </ac:spMkLst>
        </pc:spChg>
        <pc:spChg chg="mod">
          <ac:chgData name="Riccardo Berta" userId="c8694f89-bba4-4576-b0a8-456619ca5a8c" providerId="ADAL" clId="{FDDBFC5A-5EA9-5330-BEB8-433D7E3B4C4E}" dt="2026-09-07T08:12:01.508" v="2059" actId="1035"/>
          <ac:spMkLst>
            <pc:docMk/>
            <pc:sldMk cId="1602265730" sldId="285"/>
            <ac:spMk id="84" creationId="{00000000-0000-0000-0000-000000000000}"/>
          </ac:spMkLst>
        </pc:spChg>
        <pc:picChg chg="del">
          <ac:chgData name="Riccardo Berta" userId="c8694f89-bba4-4576-b0a8-456619ca5a8c" providerId="ADAL" clId="{FDDBFC5A-5EA9-5330-BEB8-433D7E3B4C4E}" dt="2026-09-07T08:08:19.356" v="1913" actId="478"/>
          <ac:picMkLst>
            <pc:docMk/>
            <pc:sldMk cId="1602265730" sldId="285"/>
            <ac:picMk id="3" creationId="{48666AFB-6F5B-F9AA-B6F2-6E3AF24FBFBB}"/>
          </ac:picMkLst>
        </pc:picChg>
        <pc:picChg chg="add mod">
          <ac:chgData name="Riccardo Berta" userId="c8694f89-bba4-4576-b0a8-456619ca5a8c" providerId="ADAL" clId="{FDDBFC5A-5EA9-5330-BEB8-433D7E3B4C4E}" dt="2026-09-07T08:12:01.508" v="2059" actId="1035"/>
          <ac:picMkLst>
            <pc:docMk/>
            <pc:sldMk cId="1602265730" sldId="285"/>
            <ac:picMk id="4" creationId="{A2B05813-6ACA-2238-637D-6439CF7B3FF5}"/>
          </ac:picMkLst>
        </pc:picChg>
        <pc:picChg chg="add mod">
          <ac:chgData name="Riccardo Berta" userId="c8694f89-bba4-4576-b0a8-456619ca5a8c" providerId="ADAL" clId="{FDDBFC5A-5EA9-5330-BEB8-433D7E3B4C4E}" dt="2026-09-07T08:12:04.937" v="2060" actId="1076"/>
          <ac:picMkLst>
            <pc:docMk/>
            <pc:sldMk cId="1602265730" sldId="285"/>
            <ac:picMk id="6" creationId="{FFC8BF58-1957-0757-2CF2-2A634C31690E}"/>
          </ac:picMkLst>
        </pc:picChg>
      </pc:sldChg>
      <pc:sldChg chg="del">
        <pc:chgData name="Riccardo Berta" userId="c8694f89-bba4-4576-b0a8-456619ca5a8c" providerId="ADAL" clId="{FDDBFC5A-5EA9-5330-BEB8-433D7E3B4C4E}" dt="2026-09-07T08:12:41.706" v="2061" actId="2696"/>
        <pc:sldMkLst>
          <pc:docMk/>
          <pc:sldMk cId="0" sldId="286"/>
        </pc:sldMkLst>
      </pc:sldChg>
      <pc:sldChg chg="addSp delSp modSp mod">
        <pc:chgData name="Riccardo Berta" userId="c8694f89-bba4-4576-b0a8-456619ca5a8c" providerId="ADAL" clId="{FDDBFC5A-5EA9-5330-BEB8-433D7E3B4C4E}" dt="2026-09-07T07:06:54.496" v="532" actId="1076"/>
        <pc:sldMkLst>
          <pc:docMk/>
          <pc:sldMk cId="675018885" sldId="287"/>
        </pc:sldMkLst>
        <pc:spChg chg="mod">
          <ac:chgData name="Riccardo Berta" userId="c8694f89-bba4-4576-b0a8-456619ca5a8c" providerId="ADAL" clId="{FDDBFC5A-5EA9-5330-BEB8-433D7E3B4C4E}" dt="2026-09-07T07:06:01.869" v="526" actId="20577"/>
          <ac:spMkLst>
            <pc:docMk/>
            <pc:sldMk cId="675018885" sldId="287"/>
            <ac:spMk id="83" creationId="{59270FB6-5177-EFFF-BFE8-5176FF3C1853}"/>
          </ac:spMkLst>
        </pc:spChg>
        <pc:picChg chg="del">
          <ac:chgData name="Riccardo Berta" userId="c8694f89-bba4-4576-b0a8-456619ca5a8c" providerId="ADAL" clId="{FDDBFC5A-5EA9-5330-BEB8-433D7E3B4C4E}" dt="2026-09-07T07:06:46.756" v="530" actId="478"/>
          <ac:picMkLst>
            <pc:docMk/>
            <pc:sldMk cId="675018885" sldId="287"/>
            <ac:picMk id="3" creationId="{4E0F4385-C62B-92B7-568D-4DB6255920A9}"/>
          </ac:picMkLst>
        </pc:picChg>
        <pc:picChg chg="add mod">
          <ac:chgData name="Riccardo Berta" userId="c8694f89-bba4-4576-b0a8-456619ca5a8c" providerId="ADAL" clId="{FDDBFC5A-5EA9-5330-BEB8-433D7E3B4C4E}" dt="2026-09-07T07:06:54.496" v="532" actId="1076"/>
          <ac:picMkLst>
            <pc:docMk/>
            <pc:sldMk cId="675018885" sldId="287"/>
            <ac:picMk id="4" creationId="{55061A97-E8A1-66ED-E6E6-28B4CB5D8EF9}"/>
          </ac:picMkLst>
        </pc:picChg>
      </pc:sldChg>
      <pc:sldChg chg="addSp delSp modSp add mod">
        <pc:chgData name="Riccardo Berta" userId="c8694f89-bba4-4576-b0a8-456619ca5a8c" providerId="ADAL" clId="{FDDBFC5A-5EA9-5330-BEB8-433D7E3B4C4E}" dt="2026-09-04T13:46:22.508" v="165" actId="20577"/>
        <pc:sldMkLst>
          <pc:docMk/>
          <pc:sldMk cId="2953147748" sldId="288"/>
        </pc:sldMkLst>
        <pc:spChg chg="mod">
          <ac:chgData name="Riccardo Berta" userId="c8694f89-bba4-4576-b0a8-456619ca5a8c" providerId="ADAL" clId="{FDDBFC5A-5EA9-5330-BEB8-433D7E3B4C4E}" dt="2026-09-04T13:46:22.508" v="165" actId="20577"/>
          <ac:spMkLst>
            <pc:docMk/>
            <pc:sldMk cId="2953147748" sldId="288"/>
            <ac:spMk id="83" creationId="{F50F0691-07C0-6BA8-A930-B21776B3FE45}"/>
          </ac:spMkLst>
        </pc:spChg>
        <pc:spChg chg="mod">
          <ac:chgData name="Riccardo Berta" userId="c8694f89-bba4-4576-b0a8-456619ca5a8c" providerId="ADAL" clId="{FDDBFC5A-5EA9-5330-BEB8-433D7E3B4C4E}" dt="2026-09-04T12:38:01.513" v="104" actId="20577"/>
          <ac:spMkLst>
            <pc:docMk/>
            <pc:sldMk cId="2953147748" sldId="288"/>
            <ac:spMk id="84" creationId="{FA19ED2A-4979-353B-0363-9875EE2E7A91}"/>
          </ac:spMkLst>
        </pc:spChg>
        <pc:picChg chg="add mod">
          <ac:chgData name="Riccardo Berta" userId="c8694f89-bba4-4576-b0a8-456619ca5a8c" providerId="ADAL" clId="{FDDBFC5A-5EA9-5330-BEB8-433D7E3B4C4E}" dt="2026-09-04T12:38:06.730" v="105" actId="1076"/>
          <ac:picMkLst>
            <pc:docMk/>
            <pc:sldMk cId="2953147748" sldId="288"/>
            <ac:picMk id="4" creationId="{C248C00F-FB56-F345-0B70-41D7D6E6D900}"/>
          </ac:picMkLst>
        </pc:picChg>
      </pc:sldChg>
      <pc:sldChg chg="addSp modSp add mod">
        <pc:chgData name="Riccardo Berta" userId="c8694f89-bba4-4576-b0a8-456619ca5a8c" providerId="ADAL" clId="{FDDBFC5A-5EA9-5330-BEB8-433D7E3B4C4E}" dt="2026-09-04T13:59:15.779" v="281" actId="20577"/>
        <pc:sldMkLst>
          <pc:docMk/>
          <pc:sldMk cId="3470660579" sldId="289"/>
        </pc:sldMkLst>
        <pc:spChg chg="add mod">
          <ac:chgData name="Riccardo Berta" userId="c8694f89-bba4-4576-b0a8-456619ca5a8c" providerId="ADAL" clId="{FDDBFC5A-5EA9-5330-BEB8-433D7E3B4C4E}" dt="2026-09-04T13:57:39.851" v="245" actId="1076"/>
          <ac:spMkLst>
            <pc:docMk/>
            <pc:sldMk cId="3470660579" sldId="289"/>
            <ac:spMk id="12" creationId="{5034A4E1-8237-8E58-F824-B879AEE0DE9A}"/>
          </ac:spMkLst>
        </pc:spChg>
        <pc:spChg chg="add mod">
          <ac:chgData name="Riccardo Berta" userId="c8694f89-bba4-4576-b0a8-456619ca5a8c" providerId="ADAL" clId="{FDDBFC5A-5EA9-5330-BEB8-433D7E3B4C4E}" dt="2026-09-04T13:57:47.427" v="249" actId="20577"/>
          <ac:spMkLst>
            <pc:docMk/>
            <pc:sldMk cId="3470660579" sldId="289"/>
            <ac:spMk id="13" creationId="{94AFB597-8145-4FCE-00E1-92CF83FCA5DB}"/>
          </ac:spMkLst>
        </pc:spChg>
        <pc:spChg chg="add mod">
          <ac:chgData name="Riccardo Berta" userId="c8694f89-bba4-4576-b0a8-456619ca5a8c" providerId="ADAL" clId="{FDDBFC5A-5EA9-5330-BEB8-433D7E3B4C4E}" dt="2026-09-04T13:57:55.400" v="253" actId="20577"/>
          <ac:spMkLst>
            <pc:docMk/>
            <pc:sldMk cId="3470660579" sldId="289"/>
            <ac:spMk id="14" creationId="{98088C47-2E9E-89AB-798F-DAFD53B4C329}"/>
          </ac:spMkLst>
        </pc:spChg>
        <pc:spChg chg="add mod">
          <ac:chgData name="Riccardo Berta" userId="c8694f89-bba4-4576-b0a8-456619ca5a8c" providerId="ADAL" clId="{FDDBFC5A-5EA9-5330-BEB8-433D7E3B4C4E}" dt="2026-09-04T13:58:05.966" v="257" actId="20577"/>
          <ac:spMkLst>
            <pc:docMk/>
            <pc:sldMk cId="3470660579" sldId="289"/>
            <ac:spMk id="15" creationId="{2455FB23-83BD-CB0F-230A-6A31FB419FEA}"/>
          </ac:spMkLst>
        </pc:spChg>
        <pc:spChg chg="add mod">
          <ac:chgData name="Riccardo Berta" userId="c8694f89-bba4-4576-b0a8-456619ca5a8c" providerId="ADAL" clId="{FDDBFC5A-5EA9-5330-BEB8-433D7E3B4C4E}" dt="2026-09-04T13:58:15.417" v="261" actId="1076"/>
          <ac:spMkLst>
            <pc:docMk/>
            <pc:sldMk cId="3470660579" sldId="289"/>
            <ac:spMk id="16" creationId="{222569B3-0143-37AB-D55A-FEA07DB91D52}"/>
          </ac:spMkLst>
        </pc:spChg>
        <pc:spChg chg="mod">
          <ac:chgData name="Riccardo Berta" userId="c8694f89-bba4-4576-b0a8-456619ca5a8c" providerId="ADAL" clId="{FDDBFC5A-5EA9-5330-BEB8-433D7E3B4C4E}" dt="2026-09-04T13:59:15.779" v="281" actId="20577"/>
          <ac:spMkLst>
            <pc:docMk/>
            <pc:sldMk cId="3470660579" sldId="289"/>
            <ac:spMk id="83" creationId="{845D6E6A-9E01-8ADB-26CC-FF6992225FDA}"/>
          </ac:spMkLst>
        </pc:spChg>
        <pc:spChg chg="mod">
          <ac:chgData name="Riccardo Berta" userId="c8694f89-bba4-4576-b0a8-456619ca5a8c" providerId="ADAL" clId="{FDDBFC5A-5EA9-5330-BEB8-433D7E3B4C4E}" dt="2026-09-04T13:55:31.633" v="210" actId="20577"/>
          <ac:spMkLst>
            <pc:docMk/>
            <pc:sldMk cId="3470660579" sldId="289"/>
            <ac:spMk id="84" creationId="{42A93E60-ED46-8EBA-1A47-E9DA0B7C3000}"/>
          </ac:spMkLst>
        </pc:spChg>
        <pc:picChg chg="add mod">
          <ac:chgData name="Riccardo Berta" userId="c8694f89-bba4-4576-b0a8-456619ca5a8c" providerId="ADAL" clId="{FDDBFC5A-5EA9-5330-BEB8-433D7E3B4C4E}" dt="2026-09-04T13:58:24.333" v="264" actId="1076"/>
          <ac:picMkLst>
            <pc:docMk/>
            <pc:sldMk cId="3470660579" sldId="289"/>
            <ac:picMk id="3" creationId="{7553A01B-6DF5-8F64-B47D-269641EBBD95}"/>
          </ac:picMkLst>
        </pc:picChg>
        <pc:picChg chg="add mod">
          <ac:chgData name="Riccardo Berta" userId="c8694f89-bba4-4576-b0a8-456619ca5a8c" providerId="ADAL" clId="{FDDBFC5A-5EA9-5330-BEB8-433D7E3B4C4E}" dt="2026-09-04T13:58:31.943" v="266" actId="1076"/>
          <ac:picMkLst>
            <pc:docMk/>
            <pc:sldMk cId="3470660579" sldId="289"/>
            <ac:picMk id="5" creationId="{5421CF9A-2B46-5380-15BE-164BB9B9BF50}"/>
          </ac:picMkLst>
        </pc:picChg>
        <pc:picChg chg="add mod">
          <ac:chgData name="Riccardo Berta" userId="c8694f89-bba4-4576-b0a8-456619ca5a8c" providerId="ADAL" clId="{FDDBFC5A-5EA9-5330-BEB8-433D7E3B4C4E}" dt="2026-09-04T13:58:38.634" v="268" actId="1076"/>
          <ac:picMkLst>
            <pc:docMk/>
            <pc:sldMk cId="3470660579" sldId="289"/>
            <ac:picMk id="7" creationId="{2134F9C1-A67E-D63E-DC40-0F28E3698216}"/>
          </ac:picMkLst>
        </pc:picChg>
        <pc:picChg chg="add mod">
          <ac:chgData name="Riccardo Berta" userId="c8694f89-bba4-4576-b0a8-456619ca5a8c" providerId="ADAL" clId="{FDDBFC5A-5EA9-5330-BEB8-433D7E3B4C4E}" dt="2026-09-04T13:58:43.768" v="269" actId="14100"/>
          <ac:picMkLst>
            <pc:docMk/>
            <pc:sldMk cId="3470660579" sldId="289"/>
            <ac:picMk id="9" creationId="{69995741-0340-D8EC-F692-81A48E0CD118}"/>
          </ac:picMkLst>
        </pc:picChg>
        <pc:picChg chg="add mod">
          <ac:chgData name="Riccardo Berta" userId="c8694f89-bba4-4576-b0a8-456619ca5a8c" providerId="ADAL" clId="{FDDBFC5A-5EA9-5330-BEB8-433D7E3B4C4E}" dt="2026-09-04T13:58:49.834" v="271" actId="1076"/>
          <ac:picMkLst>
            <pc:docMk/>
            <pc:sldMk cId="3470660579" sldId="289"/>
            <ac:picMk id="11" creationId="{3555953D-2EF8-A06C-6212-77947928758B}"/>
          </ac:picMkLst>
        </pc:picChg>
      </pc:sldChg>
      <pc:sldChg chg="addSp delSp modSp add mod">
        <pc:chgData name="Riccardo Berta" userId="c8694f89-bba4-4576-b0a8-456619ca5a8c" providerId="ADAL" clId="{FDDBFC5A-5EA9-5330-BEB8-433D7E3B4C4E}" dt="2026-09-07T07:26:29.517" v="1125" actId="20577"/>
        <pc:sldMkLst>
          <pc:docMk/>
          <pc:sldMk cId="3423077066" sldId="290"/>
        </pc:sldMkLst>
        <pc:spChg chg="mod">
          <ac:chgData name="Riccardo Berta" userId="c8694f89-bba4-4576-b0a8-456619ca5a8c" providerId="ADAL" clId="{FDDBFC5A-5EA9-5330-BEB8-433D7E3B4C4E}" dt="2026-09-07T07:23:07.396" v="991"/>
          <ac:spMkLst>
            <pc:docMk/>
            <pc:sldMk cId="3423077066" sldId="290"/>
            <ac:spMk id="83" creationId="{6CCDE5AB-DF7B-37B9-5B27-A5FA4EA99610}"/>
          </ac:spMkLst>
        </pc:spChg>
        <pc:spChg chg="mod">
          <ac:chgData name="Riccardo Berta" userId="c8694f89-bba4-4576-b0a8-456619ca5a8c" providerId="ADAL" clId="{FDDBFC5A-5EA9-5330-BEB8-433D7E3B4C4E}" dt="2026-09-07T07:26:29.517" v="1125" actId="20577"/>
          <ac:spMkLst>
            <pc:docMk/>
            <pc:sldMk cId="3423077066" sldId="290"/>
            <ac:spMk id="84" creationId="{743CD26F-588E-FD1F-7C2B-D49C120D51B2}"/>
          </ac:spMkLst>
        </pc:spChg>
        <pc:picChg chg="del">
          <ac:chgData name="Riccardo Berta" userId="c8694f89-bba4-4576-b0a8-456619ca5a8c" providerId="ADAL" clId="{FDDBFC5A-5EA9-5330-BEB8-433D7E3B4C4E}" dt="2026-09-07T07:23:14.407" v="995" actId="478"/>
          <ac:picMkLst>
            <pc:docMk/>
            <pc:sldMk cId="3423077066" sldId="290"/>
            <ac:picMk id="3" creationId="{1612A734-2DCE-EDF8-BA21-9FE89EA69DBD}"/>
          </ac:picMkLst>
        </pc:picChg>
        <pc:picChg chg="add mod">
          <ac:chgData name="Riccardo Berta" userId="c8694f89-bba4-4576-b0a8-456619ca5a8c" providerId="ADAL" clId="{FDDBFC5A-5EA9-5330-BEB8-433D7E3B4C4E}" dt="2026-09-07T07:26:13.046" v="1097" actId="1076"/>
          <ac:picMkLst>
            <pc:docMk/>
            <pc:sldMk cId="3423077066" sldId="290"/>
            <ac:picMk id="4" creationId="{5F7D12AE-A8CF-5508-EAC0-A6DA3FE832BE}"/>
          </ac:picMkLst>
        </pc:picChg>
        <pc:picChg chg="del">
          <ac:chgData name="Riccardo Berta" userId="c8694f89-bba4-4576-b0a8-456619ca5a8c" providerId="ADAL" clId="{FDDBFC5A-5EA9-5330-BEB8-433D7E3B4C4E}" dt="2026-09-07T07:23:13.431" v="994" actId="478"/>
          <ac:picMkLst>
            <pc:docMk/>
            <pc:sldMk cId="3423077066" sldId="290"/>
            <ac:picMk id="6" creationId="{6090530E-E221-F9FA-6D3F-8C67BE95C2E3}"/>
          </ac:picMkLst>
        </pc:picChg>
        <pc:picChg chg="add mod">
          <ac:chgData name="Riccardo Berta" userId="c8694f89-bba4-4576-b0a8-456619ca5a8c" providerId="ADAL" clId="{FDDBFC5A-5EA9-5330-BEB8-433D7E3B4C4E}" dt="2026-09-07T07:26:17.534" v="1103" actId="1076"/>
          <ac:picMkLst>
            <pc:docMk/>
            <pc:sldMk cId="3423077066" sldId="290"/>
            <ac:picMk id="7" creationId="{8BD076D8-1DAE-A827-0570-5BDC46F1F380}"/>
          </ac:picMkLst>
        </pc:picChg>
        <pc:picChg chg="del">
          <ac:chgData name="Riccardo Berta" userId="c8694f89-bba4-4576-b0a8-456619ca5a8c" providerId="ADAL" clId="{FDDBFC5A-5EA9-5330-BEB8-433D7E3B4C4E}" dt="2026-09-07T07:23:08.485" v="992" actId="478"/>
          <ac:picMkLst>
            <pc:docMk/>
            <pc:sldMk cId="3423077066" sldId="290"/>
            <ac:picMk id="8" creationId="{9E63047D-2833-6A89-E8C7-CC9FC81DDFB3}"/>
          </ac:picMkLst>
        </pc:picChg>
      </pc:sldChg>
      <pc:sldChg chg="addSp delSp modSp add mod">
        <pc:chgData name="Riccardo Berta" userId="c8694f89-bba4-4576-b0a8-456619ca5a8c" providerId="ADAL" clId="{FDDBFC5A-5EA9-5330-BEB8-433D7E3B4C4E}" dt="2026-09-07T07:35:36.285" v="1308" actId="1035"/>
        <pc:sldMkLst>
          <pc:docMk/>
          <pc:sldMk cId="1171990181" sldId="291"/>
        </pc:sldMkLst>
        <pc:spChg chg="mod">
          <ac:chgData name="Riccardo Berta" userId="c8694f89-bba4-4576-b0a8-456619ca5a8c" providerId="ADAL" clId="{FDDBFC5A-5EA9-5330-BEB8-433D7E3B4C4E}" dt="2026-09-07T07:35:36.285" v="1308" actId="1035"/>
          <ac:spMkLst>
            <pc:docMk/>
            <pc:sldMk cId="1171990181" sldId="291"/>
            <ac:spMk id="84" creationId="{1DBF1E4E-AA6A-A976-C657-669779EAD0E9}"/>
          </ac:spMkLst>
        </pc:spChg>
        <pc:picChg chg="del">
          <ac:chgData name="Riccardo Berta" userId="c8694f89-bba4-4576-b0a8-456619ca5a8c" providerId="ADAL" clId="{FDDBFC5A-5EA9-5330-BEB8-433D7E3B4C4E}" dt="2026-09-07T07:32:59.299" v="1245" actId="478"/>
          <ac:picMkLst>
            <pc:docMk/>
            <pc:sldMk cId="1171990181" sldId="291"/>
            <ac:picMk id="3" creationId="{13D5F531-D31B-D411-9618-08E474A7DE83}"/>
          </ac:picMkLst>
        </pc:picChg>
        <pc:picChg chg="add mod">
          <ac:chgData name="Riccardo Berta" userId="c8694f89-bba4-4576-b0a8-456619ca5a8c" providerId="ADAL" clId="{FDDBFC5A-5EA9-5330-BEB8-433D7E3B4C4E}" dt="2026-09-07T07:35:36.285" v="1308" actId="1035"/>
          <ac:picMkLst>
            <pc:docMk/>
            <pc:sldMk cId="1171990181" sldId="291"/>
            <ac:picMk id="4" creationId="{909EE658-99B2-CEDC-6EFF-6B0E174205CA}"/>
          </ac:picMkLst>
        </pc:picChg>
        <pc:picChg chg="del">
          <ac:chgData name="Riccardo Berta" userId="c8694f89-bba4-4576-b0a8-456619ca5a8c" providerId="ADAL" clId="{FDDBFC5A-5EA9-5330-BEB8-433D7E3B4C4E}" dt="2026-09-07T07:32:57.807" v="1244" actId="478"/>
          <ac:picMkLst>
            <pc:docMk/>
            <pc:sldMk cId="1171990181" sldId="291"/>
            <ac:picMk id="5" creationId="{2532907B-BA49-6B01-B472-5891A2281AE6}"/>
          </ac:picMkLst>
        </pc:picChg>
        <pc:picChg chg="add mod">
          <ac:chgData name="Riccardo Berta" userId="c8694f89-bba4-4576-b0a8-456619ca5a8c" providerId="ADAL" clId="{FDDBFC5A-5EA9-5330-BEB8-433D7E3B4C4E}" dt="2026-09-07T07:35:36.285" v="1308" actId="1035"/>
          <ac:picMkLst>
            <pc:docMk/>
            <pc:sldMk cId="1171990181" sldId="291"/>
            <ac:picMk id="7" creationId="{FA786533-2EAB-5442-C925-1A08D13450FC}"/>
          </ac:picMkLst>
        </pc:picChg>
        <pc:picChg chg="add mod">
          <ac:chgData name="Riccardo Berta" userId="c8694f89-bba4-4576-b0a8-456619ca5a8c" providerId="ADAL" clId="{FDDBFC5A-5EA9-5330-BEB8-433D7E3B4C4E}" dt="2026-09-07T07:35:36.285" v="1308" actId="1035"/>
          <ac:picMkLst>
            <pc:docMk/>
            <pc:sldMk cId="1171990181" sldId="291"/>
            <ac:picMk id="9" creationId="{44584229-82A7-78D6-4230-6641C6F0FBFE}"/>
          </ac:picMkLst>
        </pc:picChg>
        <pc:picChg chg="add mod">
          <ac:chgData name="Riccardo Berta" userId="c8694f89-bba4-4576-b0a8-456619ca5a8c" providerId="ADAL" clId="{FDDBFC5A-5EA9-5330-BEB8-433D7E3B4C4E}" dt="2026-09-07T07:35:36.285" v="1308" actId="1035"/>
          <ac:picMkLst>
            <pc:docMk/>
            <pc:sldMk cId="1171990181" sldId="291"/>
            <ac:picMk id="11" creationId="{5C6DFC72-D9FC-38AD-AEFF-C8FCA5156356}"/>
          </ac:picMkLst>
        </pc:picChg>
      </pc:sldChg>
      <pc:sldChg chg="modSp add mod ord">
        <pc:chgData name="Riccardo Berta" userId="c8694f89-bba4-4576-b0a8-456619ca5a8c" providerId="ADAL" clId="{FDDBFC5A-5EA9-5330-BEB8-433D7E3B4C4E}" dt="2026-09-07T07:41:13.437" v="1440" actId="20578"/>
        <pc:sldMkLst>
          <pc:docMk/>
          <pc:sldMk cId="500703004" sldId="292"/>
        </pc:sldMkLst>
        <pc:spChg chg="mod">
          <ac:chgData name="Riccardo Berta" userId="c8694f89-bba4-4576-b0a8-456619ca5a8c" providerId="ADAL" clId="{FDDBFC5A-5EA9-5330-BEB8-433D7E3B4C4E}" dt="2026-09-07T07:41:04.142" v="1439" actId="33524"/>
          <ac:spMkLst>
            <pc:docMk/>
            <pc:sldMk cId="500703004" sldId="292"/>
            <ac:spMk id="84" creationId="{4FB16C98-F54D-43B4-C7DE-23457642851A}"/>
          </ac:spMkLst>
        </pc:spChg>
        <pc:picChg chg="mod">
          <ac:chgData name="Riccardo Berta" userId="c8694f89-bba4-4576-b0a8-456619ca5a8c" providerId="ADAL" clId="{FDDBFC5A-5EA9-5330-BEB8-433D7E3B4C4E}" dt="2026-09-07T07:40:50.394" v="1431" actId="1076"/>
          <ac:picMkLst>
            <pc:docMk/>
            <pc:sldMk cId="500703004" sldId="292"/>
            <ac:picMk id="4" creationId="{B313EA03-9229-94C8-AFB7-FF76D89C8855}"/>
          </ac:picMkLst>
        </pc:picChg>
      </pc:sldChg>
      <pc:sldChg chg="add del">
        <pc:chgData name="Riccardo Berta" userId="c8694f89-bba4-4576-b0a8-456619ca5a8c" providerId="ADAL" clId="{FDDBFC5A-5EA9-5330-BEB8-433D7E3B4C4E}" dt="2026-09-07T07:52:07.592" v="1773" actId="2696"/>
        <pc:sldMkLst>
          <pc:docMk/>
          <pc:sldMk cId="897490938" sldId="29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309"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p: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a:extLst>
            <a:ext uri="{FF2B5EF4-FFF2-40B4-BE49-F238E27FC236}">
              <a16:creationId xmlns:a16="http://schemas.microsoft.com/office/drawing/2014/main" id="{27981AA0-A53B-27DE-7818-954C846B7F7B}"/>
            </a:ext>
          </a:extLst>
        </p:cNvPr>
        <p:cNvGrpSpPr/>
        <p:nvPr/>
      </p:nvGrpSpPr>
      <p:grpSpPr>
        <a:xfrm>
          <a:off x="0" y="0"/>
          <a:ext cx="0" cy="0"/>
          <a:chOff x="0" y="0"/>
          <a:chExt cx="0" cy="0"/>
        </a:xfrm>
      </p:grpSpPr>
      <p:sp>
        <p:nvSpPr>
          <p:cNvPr id="80" name="Google Shape;80;geed6aedbf_0_0:notes">
            <a:extLst>
              <a:ext uri="{FF2B5EF4-FFF2-40B4-BE49-F238E27FC236}">
                <a16:creationId xmlns:a16="http://schemas.microsoft.com/office/drawing/2014/main" id="{3B955E76-7C9D-4F2A-B012-47A22AE5D9E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a:extLst>
              <a:ext uri="{FF2B5EF4-FFF2-40B4-BE49-F238E27FC236}">
                <a16:creationId xmlns:a16="http://schemas.microsoft.com/office/drawing/2014/main" id="{641645F3-91EB-0AFD-AE59-00FF63FD1B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75732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614669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701827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a:extLst>
            <a:ext uri="{FF2B5EF4-FFF2-40B4-BE49-F238E27FC236}">
              <a16:creationId xmlns:a16="http://schemas.microsoft.com/office/drawing/2014/main" id="{730ED8B0-80E8-DC57-DB83-FD7FC59EBCF6}"/>
            </a:ext>
          </a:extLst>
        </p:cNvPr>
        <p:cNvGrpSpPr/>
        <p:nvPr/>
      </p:nvGrpSpPr>
      <p:grpSpPr>
        <a:xfrm>
          <a:off x="0" y="0"/>
          <a:ext cx="0" cy="0"/>
          <a:chOff x="0" y="0"/>
          <a:chExt cx="0" cy="0"/>
        </a:xfrm>
      </p:grpSpPr>
      <p:sp>
        <p:nvSpPr>
          <p:cNvPr id="80" name="Google Shape;80;geed6aedbf_0_0:notes">
            <a:extLst>
              <a:ext uri="{FF2B5EF4-FFF2-40B4-BE49-F238E27FC236}">
                <a16:creationId xmlns:a16="http://schemas.microsoft.com/office/drawing/2014/main" id="{6AF94A29-9730-7689-81E2-A21269EB0BA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a:extLst>
              <a:ext uri="{FF2B5EF4-FFF2-40B4-BE49-F238E27FC236}">
                <a16:creationId xmlns:a16="http://schemas.microsoft.com/office/drawing/2014/main" id="{7934FE52-4528-274B-2E81-6C845395F9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429968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161493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635050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687837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2008869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941504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a:extLst>
            <a:ext uri="{FF2B5EF4-FFF2-40B4-BE49-F238E27FC236}">
              <a16:creationId xmlns:a16="http://schemas.microsoft.com/office/drawing/2014/main" id="{DB68A4E8-C8B6-00FE-3E40-9B3EBCD0DDA7}"/>
            </a:ext>
          </a:extLst>
        </p:cNvPr>
        <p:cNvGrpSpPr/>
        <p:nvPr/>
      </p:nvGrpSpPr>
      <p:grpSpPr>
        <a:xfrm>
          <a:off x="0" y="0"/>
          <a:ext cx="0" cy="0"/>
          <a:chOff x="0" y="0"/>
          <a:chExt cx="0" cy="0"/>
        </a:xfrm>
      </p:grpSpPr>
      <p:sp>
        <p:nvSpPr>
          <p:cNvPr id="80" name="Google Shape;80;geed6aedbf_0_0:notes">
            <a:extLst>
              <a:ext uri="{FF2B5EF4-FFF2-40B4-BE49-F238E27FC236}">
                <a16:creationId xmlns:a16="http://schemas.microsoft.com/office/drawing/2014/main" id="{12EA4D2E-0A78-382F-BC7D-8C748D1E348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a:extLst>
              <a:ext uri="{FF2B5EF4-FFF2-40B4-BE49-F238E27FC236}">
                <a16:creationId xmlns:a16="http://schemas.microsoft.com/office/drawing/2014/main" id="{96C4B31A-4CDF-46FA-2ADC-639456B661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8002375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344119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895123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a:extLst>
            <a:ext uri="{FF2B5EF4-FFF2-40B4-BE49-F238E27FC236}">
              <a16:creationId xmlns:a16="http://schemas.microsoft.com/office/drawing/2014/main" id="{4B906E34-7478-EF15-34D4-03F8A1FDEABF}"/>
            </a:ext>
          </a:extLst>
        </p:cNvPr>
        <p:cNvGrpSpPr/>
        <p:nvPr/>
      </p:nvGrpSpPr>
      <p:grpSpPr>
        <a:xfrm>
          <a:off x="0" y="0"/>
          <a:ext cx="0" cy="0"/>
          <a:chOff x="0" y="0"/>
          <a:chExt cx="0" cy="0"/>
        </a:xfrm>
      </p:grpSpPr>
      <p:sp>
        <p:nvSpPr>
          <p:cNvPr id="80" name="Google Shape;80;geed6aedbf_0_0:notes">
            <a:extLst>
              <a:ext uri="{FF2B5EF4-FFF2-40B4-BE49-F238E27FC236}">
                <a16:creationId xmlns:a16="http://schemas.microsoft.com/office/drawing/2014/main" id="{84031C5D-C9E8-D5D5-665C-D8809BB7CB9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a:extLst>
              <a:ext uri="{FF2B5EF4-FFF2-40B4-BE49-F238E27FC236}">
                <a16:creationId xmlns:a16="http://schemas.microsoft.com/office/drawing/2014/main" id="{FD33D109-8379-6F9B-0387-76D5D1CA0B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300996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650118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a:extLst>
            <a:ext uri="{FF2B5EF4-FFF2-40B4-BE49-F238E27FC236}">
              <a16:creationId xmlns:a16="http://schemas.microsoft.com/office/drawing/2014/main" id="{899E5C9C-544B-3B4D-3434-A746268867FD}"/>
            </a:ext>
          </a:extLst>
        </p:cNvPr>
        <p:cNvGrpSpPr/>
        <p:nvPr/>
      </p:nvGrpSpPr>
      <p:grpSpPr>
        <a:xfrm>
          <a:off x="0" y="0"/>
          <a:ext cx="0" cy="0"/>
          <a:chOff x="0" y="0"/>
          <a:chExt cx="0" cy="0"/>
        </a:xfrm>
      </p:grpSpPr>
      <p:sp>
        <p:nvSpPr>
          <p:cNvPr id="80" name="Google Shape;80;geed6aedbf_0_0:notes">
            <a:extLst>
              <a:ext uri="{FF2B5EF4-FFF2-40B4-BE49-F238E27FC236}">
                <a16:creationId xmlns:a16="http://schemas.microsoft.com/office/drawing/2014/main" id="{A2788E91-0952-4837-21F9-E6B222BA4F5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a:extLst>
              <a:ext uri="{FF2B5EF4-FFF2-40B4-BE49-F238E27FC236}">
                <a16:creationId xmlns:a16="http://schemas.microsoft.com/office/drawing/2014/main" id="{4A8B66E9-D643-7366-1743-DD1E68140F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45221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a:extLst>
            <a:ext uri="{FF2B5EF4-FFF2-40B4-BE49-F238E27FC236}">
              <a16:creationId xmlns:a16="http://schemas.microsoft.com/office/drawing/2014/main" id="{5BD7458F-A4A3-E812-CBF4-891CB07A88DC}"/>
            </a:ext>
          </a:extLst>
        </p:cNvPr>
        <p:cNvGrpSpPr/>
        <p:nvPr/>
      </p:nvGrpSpPr>
      <p:grpSpPr>
        <a:xfrm>
          <a:off x="0" y="0"/>
          <a:ext cx="0" cy="0"/>
          <a:chOff x="0" y="0"/>
          <a:chExt cx="0" cy="0"/>
        </a:xfrm>
      </p:grpSpPr>
      <p:sp>
        <p:nvSpPr>
          <p:cNvPr id="80" name="Google Shape;80;geed6aedbf_0_0:notes">
            <a:extLst>
              <a:ext uri="{FF2B5EF4-FFF2-40B4-BE49-F238E27FC236}">
                <a16:creationId xmlns:a16="http://schemas.microsoft.com/office/drawing/2014/main" id="{27B7A80B-9D8B-B155-591C-832F0356ED7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a:extLst>
              <a:ext uri="{FF2B5EF4-FFF2-40B4-BE49-F238E27FC236}">
                <a16:creationId xmlns:a16="http://schemas.microsoft.com/office/drawing/2014/main" id="{F57E8D83-3755-D564-68CC-66C28AE26C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537374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22654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043030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1854608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138875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6052125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38996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2284215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959716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p:nvPr/>
        </p:nvSpPr>
        <p:spPr>
          <a:xfrm>
            <a:off x="2744013" y="1008933"/>
            <a:ext cx="1081625" cy="1499896"/>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txBody>
          <a:bodyPr/>
          <a:lstStyle/>
          <a:p>
            <a:endParaRPr lang="it-IT"/>
          </a:p>
        </p:txBody>
      </p:sp>
      <p:sp>
        <p:nvSpPr>
          <p:cNvPr id="11" name="Google Shape;11;p2"/>
          <p:cNvSpPr/>
          <p:nvPr/>
        </p:nvSpPr>
        <p:spPr>
          <a:xfrm rot="10800000">
            <a:off x="5318350" y="4355671"/>
            <a:ext cx="1081625" cy="1499896"/>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txBody>
          <a:bodyPr/>
          <a:lstStyle/>
          <a:p>
            <a:endParaRPr lang="it-IT"/>
          </a:p>
        </p:txBody>
      </p:sp>
      <p:sp>
        <p:nvSpPr>
          <p:cNvPr id="12" name="Google Shape;12;p2"/>
          <p:cNvSpPr txBox="1">
            <a:spLocks noGrp="1"/>
          </p:cNvSpPr>
          <p:nvPr>
            <p:ph type="ctrTitle"/>
          </p:nvPr>
        </p:nvSpPr>
        <p:spPr>
          <a:xfrm>
            <a:off x="3044700" y="1925674"/>
            <a:ext cx="3054600" cy="2049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a:endParaRPr/>
          </a:p>
        </p:txBody>
      </p:sp>
      <p:sp>
        <p:nvSpPr>
          <p:cNvPr id="13" name="Google Shape;13;p2"/>
          <p:cNvSpPr txBox="1">
            <a:spLocks noGrp="1"/>
          </p:cNvSpPr>
          <p:nvPr>
            <p:ph type="subTitle" idx="1"/>
          </p:nvPr>
        </p:nvSpPr>
        <p:spPr>
          <a:xfrm>
            <a:off x="3044700" y="4155440"/>
            <a:ext cx="3054600" cy="9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Font typeface="Economica"/>
              <a:buNone/>
              <a:defRPr sz="2100">
                <a:latin typeface="Economica"/>
                <a:ea typeface="Economica"/>
                <a:cs typeface="Economica"/>
                <a:sym typeface="Economica"/>
              </a:defRPr>
            </a:lvl1pPr>
            <a:lvl2pPr lvl="1" algn="ctr">
              <a:lnSpc>
                <a:spcPct val="100000"/>
              </a:lnSpc>
              <a:spcBef>
                <a:spcPts val="0"/>
              </a:spcBef>
              <a:spcAft>
                <a:spcPts val="0"/>
              </a:spcAft>
              <a:buSzPts val="2100"/>
              <a:buFont typeface="Economica"/>
              <a:buNone/>
              <a:defRPr sz="2100">
                <a:latin typeface="Economica"/>
                <a:ea typeface="Economica"/>
                <a:cs typeface="Economica"/>
                <a:sym typeface="Economica"/>
              </a:defRPr>
            </a:lvl2pPr>
            <a:lvl3pPr lvl="2" algn="ctr">
              <a:lnSpc>
                <a:spcPct val="100000"/>
              </a:lnSpc>
              <a:spcBef>
                <a:spcPts val="0"/>
              </a:spcBef>
              <a:spcAft>
                <a:spcPts val="0"/>
              </a:spcAft>
              <a:buSzPts val="2100"/>
              <a:buFont typeface="Economica"/>
              <a:buNone/>
              <a:defRPr sz="2100">
                <a:latin typeface="Economica"/>
                <a:ea typeface="Economica"/>
                <a:cs typeface="Economica"/>
                <a:sym typeface="Economica"/>
              </a:defRPr>
            </a:lvl3pPr>
            <a:lvl4pPr lvl="3" algn="ctr">
              <a:lnSpc>
                <a:spcPct val="100000"/>
              </a:lnSpc>
              <a:spcBef>
                <a:spcPts val="0"/>
              </a:spcBef>
              <a:spcAft>
                <a:spcPts val="0"/>
              </a:spcAft>
              <a:buSzPts val="2100"/>
              <a:buFont typeface="Economica"/>
              <a:buNone/>
              <a:defRPr sz="2100">
                <a:latin typeface="Economica"/>
                <a:ea typeface="Economica"/>
                <a:cs typeface="Economica"/>
                <a:sym typeface="Economica"/>
              </a:defRPr>
            </a:lvl4pPr>
            <a:lvl5pPr lvl="4" algn="ctr">
              <a:lnSpc>
                <a:spcPct val="100000"/>
              </a:lnSpc>
              <a:spcBef>
                <a:spcPts val="0"/>
              </a:spcBef>
              <a:spcAft>
                <a:spcPts val="0"/>
              </a:spcAft>
              <a:buSzPts val="2100"/>
              <a:buFont typeface="Economica"/>
              <a:buNone/>
              <a:defRPr sz="2100">
                <a:latin typeface="Economica"/>
                <a:ea typeface="Economica"/>
                <a:cs typeface="Economica"/>
                <a:sym typeface="Economica"/>
              </a:defRPr>
            </a:lvl5pPr>
            <a:lvl6pPr lvl="5" algn="ctr">
              <a:lnSpc>
                <a:spcPct val="100000"/>
              </a:lnSpc>
              <a:spcBef>
                <a:spcPts val="0"/>
              </a:spcBef>
              <a:spcAft>
                <a:spcPts val="0"/>
              </a:spcAft>
              <a:buSzPts val="2100"/>
              <a:buFont typeface="Economica"/>
              <a:buNone/>
              <a:defRPr sz="2100">
                <a:latin typeface="Economica"/>
                <a:ea typeface="Economica"/>
                <a:cs typeface="Economica"/>
                <a:sym typeface="Economica"/>
              </a:defRPr>
            </a:lvl6pPr>
            <a:lvl7pPr lvl="6" algn="ctr">
              <a:lnSpc>
                <a:spcPct val="100000"/>
              </a:lnSpc>
              <a:spcBef>
                <a:spcPts val="0"/>
              </a:spcBef>
              <a:spcAft>
                <a:spcPts val="0"/>
              </a:spcAft>
              <a:buSzPts val="2100"/>
              <a:buFont typeface="Economica"/>
              <a:buNone/>
              <a:defRPr sz="2100">
                <a:latin typeface="Economica"/>
                <a:ea typeface="Economica"/>
                <a:cs typeface="Economica"/>
                <a:sym typeface="Economica"/>
              </a:defRPr>
            </a:lvl7pPr>
            <a:lvl8pPr lvl="7" algn="ctr">
              <a:lnSpc>
                <a:spcPct val="100000"/>
              </a:lnSpc>
              <a:spcBef>
                <a:spcPts val="0"/>
              </a:spcBef>
              <a:spcAft>
                <a:spcPts val="0"/>
              </a:spcAft>
              <a:buSzPts val="2100"/>
              <a:buFont typeface="Economica"/>
              <a:buNone/>
              <a:defRPr sz="2100">
                <a:latin typeface="Economica"/>
                <a:ea typeface="Economica"/>
                <a:cs typeface="Economica"/>
                <a:sym typeface="Economica"/>
              </a:defRPr>
            </a:lvl8pPr>
            <a:lvl9pPr lvl="8" algn="ctr">
              <a:lnSpc>
                <a:spcPct val="100000"/>
              </a:lnSpc>
              <a:spcBef>
                <a:spcPts val="0"/>
              </a:spcBef>
              <a:spcAft>
                <a:spcPts val="0"/>
              </a:spcAft>
              <a:buSzPts val="2100"/>
              <a:buFont typeface="Economica"/>
              <a:buNone/>
              <a:defRPr sz="2100">
                <a:latin typeface="Economica"/>
                <a:ea typeface="Economica"/>
                <a:cs typeface="Economica"/>
                <a:sym typeface="Economica"/>
              </a:defRPr>
            </a:lvl9pPr>
          </a:lstStyle>
          <a:p>
            <a:endParaRPr/>
          </a:p>
        </p:txBody>
      </p:sp>
      <p:sp>
        <p:nvSpPr>
          <p:cNvPr id="14" name="Google Shape;14;p2"/>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RicTheme" userDrawn="1">
  <p:cSld name="TITLE_AND_BODY">
    <p:spTree>
      <p:nvGrpSpPr>
        <p:cNvPr id="1" name="Shape 20"/>
        <p:cNvGrpSpPr/>
        <p:nvPr/>
      </p:nvGrpSpPr>
      <p:grpSpPr>
        <a:xfrm>
          <a:off x="0" y="0"/>
          <a:ext cx="0" cy="0"/>
          <a:chOff x="0" y="0"/>
          <a:chExt cx="0" cy="0"/>
        </a:xfrm>
      </p:grpSpPr>
      <p:sp>
        <p:nvSpPr>
          <p:cNvPr id="21" name="Google Shape;21;p4"/>
          <p:cNvSpPr/>
          <p:nvPr/>
        </p:nvSpPr>
        <p:spPr>
          <a:xfrm>
            <a:off x="0" y="6727600"/>
            <a:ext cx="9144000" cy="13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4"/>
          <p:cNvSpPr txBox="1">
            <a:spLocks noGrp="1"/>
          </p:cNvSpPr>
          <p:nvPr>
            <p:ph type="body" idx="1"/>
          </p:nvPr>
        </p:nvSpPr>
        <p:spPr>
          <a:xfrm>
            <a:off x="202700" y="1104350"/>
            <a:ext cx="8818500" cy="5113200"/>
          </a:xfrm>
          <a:prstGeom prst="rect">
            <a:avLst/>
          </a:prstGeom>
        </p:spPr>
        <p:txBody>
          <a:bodyPr spcFirstLastPara="1" wrap="square" lIns="91425" tIns="91425" rIns="91425" bIns="91425" anchor="t" anchorCtr="0">
            <a:noAutofit/>
          </a:bodyPr>
          <a:lstStyle>
            <a:lvl1pPr marL="457200" lvl="0" indent="-336550">
              <a:spcBef>
                <a:spcPts val="0"/>
              </a:spcBef>
              <a:spcAft>
                <a:spcPts val="0"/>
              </a:spcAft>
              <a:buSzPts val="1700"/>
              <a:buChar char="●"/>
              <a:defRPr sz="1700"/>
            </a:lvl1pPr>
            <a:lvl2pPr marL="914400" lvl="1" indent="-323850">
              <a:lnSpc>
                <a:spcPct val="100000"/>
              </a:lnSpc>
              <a:spcBef>
                <a:spcPts val="600"/>
              </a:spcBef>
              <a:spcAft>
                <a:spcPts val="600"/>
              </a:spcAft>
              <a:buSzPts val="1500"/>
              <a:buChar char="○"/>
              <a:defRPr sz="1500"/>
            </a:lvl2pPr>
            <a:lvl3pPr marL="1371600" lvl="2" indent="-317500">
              <a:lnSpc>
                <a:spcPct val="100000"/>
              </a:lnSpc>
              <a:spcBef>
                <a:spcPts val="600"/>
              </a:spcBef>
              <a:spcAft>
                <a:spcPts val="600"/>
              </a:spcAft>
              <a:buSzPts val="1400"/>
              <a:buChar char="■"/>
              <a:defRPr/>
            </a:lvl3pPr>
            <a:lvl4pPr marL="1828800" lvl="3" indent="-304800">
              <a:spcBef>
                <a:spcPts val="1600"/>
              </a:spcBef>
              <a:spcAft>
                <a:spcPts val="0"/>
              </a:spcAft>
              <a:buSzPts val="1200"/>
              <a:buChar char="●"/>
              <a:defRPr sz="1200"/>
            </a:lvl4pPr>
            <a:lvl5pPr marL="2286000" lvl="4" indent="-292100">
              <a:spcBef>
                <a:spcPts val="1600"/>
              </a:spcBef>
              <a:spcAft>
                <a:spcPts val="0"/>
              </a:spcAft>
              <a:buSzPts val="1000"/>
              <a:buChar char="○"/>
              <a:defRPr sz="1000"/>
            </a:lvl5pPr>
            <a:lvl6pPr marL="2743200" lvl="5" indent="-292100">
              <a:spcBef>
                <a:spcPts val="1600"/>
              </a:spcBef>
              <a:spcAft>
                <a:spcPts val="0"/>
              </a:spcAft>
              <a:buSzPts val="1000"/>
              <a:buChar char="■"/>
              <a:defRPr sz="1000"/>
            </a:lvl6pPr>
            <a:lvl7pPr marL="3200400" lvl="6" indent="-292100">
              <a:spcBef>
                <a:spcPts val="1600"/>
              </a:spcBef>
              <a:spcAft>
                <a:spcPts val="0"/>
              </a:spcAft>
              <a:buSzPts val="1000"/>
              <a:buChar char="●"/>
              <a:defRPr sz="1000"/>
            </a:lvl7pPr>
            <a:lvl8pPr marL="3657600" lvl="7" indent="-292100">
              <a:spcBef>
                <a:spcPts val="1600"/>
              </a:spcBef>
              <a:spcAft>
                <a:spcPts val="0"/>
              </a:spcAft>
              <a:buSzPts val="1000"/>
              <a:buChar char="○"/>
              <a:defRPr sz="1000"/>
            </a:lvl8pPr>
            <a:lvl9pPr marL="4114800" lvl="8" indent="-292100">
              <a:spcBef>
                <a:spcPts val="1600"/>
              </a:spcBef>
              <a:spcAft>
                <a:spcPts val="1600"/>
              </a:spcAft>
              <a:buSzPts val="1000"/>
              <a:buChar char="■"/>
              <a:defRPr sz="1000"/>
            </a:lvl9pPr>
          </a:lstStyle>
          <a:p>
            <a:endParaRPr lang="it-IT" dirty="0"/>
          </a:p>
          <a:p>
            <a:pPr lvl="2"/>
            <a:endParaRPr dirty="0"/>
          </a:p>
        </p:txBody>
      </p:sp>
      <p:sp>
        <p:nvSpPr>
          <p:cNvPr id="24" name="Google Shape;24;p4"/>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
        <p:cNvGrpSpPr/>
        <p:nvPr/>
      </p:nvGrpSpPr>
      <p:grpSpPr>
        <a:xfrm>
          <a:off x="0" y="0"/>
          <a:ext cx="0" cy="0"/>
          <a:chOff x="0" y="0"/>
          <a:chExt cx="0" cy="0"/>
        </a:xfrm>
      </p:grpSpPr>
      <p:sp>
        <p:nvSpPr>
          <p:cNvPr id="26" name="Google Shape;26;p5"/>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27" name="Google Shape;27;p5"/>
          <p:cNvSpPr txBox="1">
            <a:spLocks noGrp="1"/>
          </p:cNvSpPr>
          <p:nvPr>
            <p:ph type="body" idx="1"/>
          </p:nvPr>
        </p:nvSpPr>
        <p:spPr>
          <a:xfrm>
            <a:off x="311700" y="1633633"/>
            <a:ext cx="3999900" cy="44721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8" name="Google Shape;28;p5"/>
          <p:cNvSpPr txBox="1">
            <a:spLocks noGrp="1"/>
          </p:cNvSpPr>
          <p:nvPr>
            <p:ph type="body" idx="2"/>
          </p:nvPr>
        </p:nvSpPr>
        <p:spPr>
          <a:xfrm>
            <a:off x="4832400" y="1633633"/>
            <a:ext cx="3999900" cy="44721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9" name="Google Shape;29;p5"/>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p6"/>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32" name="Google Shape;32;p6"/>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311700" y="740800"/>
            <a:ext cx="2808000" cy="10077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35" name="Google Shape;35;p7"/>
          <p:cNvSpPr txBox="1">
            <a:spLocks noGrp="1"/>
          </p:cNvSpPr>
          <p:nvPr>
            <p:ph type="body" idx="1"/>
          </p:nvPr>
        </p:nvSpPr>
        <p:spPr>
          <a:xfrm>
            <a:off x="311700" y="1865867"/>
            <a:ext cx="2808000" cy="37131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6" name="Google Shape;36;p7"/>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7"/>
        <p:cNvGrpSpPr/>
        <p:nvPr/>
      </p:nvGrpSpPr>
      <p:grpSpPr>
        <a:xfrm>
          <a:off x="0" y="0"/>
          <a:ext cx="0" cy="0"/>
          <a:chOff x="0" y="0"/>
          <a:chExt cx="0" cy="0"/>
        </a:xfrm>
      </p:grpSpPr>
      <p:sp>
        <p:nvSpPr>
          <p:cNvPr id="38" name="Google Shape;38;p8"/>
          <p:cNvSpPr/>
          <p:nvPr/>
        </p:nvSpPr>
        <p:spPr>
          <a:xfrm>
            <a:off x="0" y="6727600"/>
            <a:ext cx="9144000" cy="13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8"/>
          <p:cNvSpPr txBox="1">
            <a:spLocks noGrp="1"/>
          </p:cNvSpPr>
          <p:nvPr>
            <p:ph type="title"/>
          </p:nvPr>
        </p:nvSpPr>
        <p:spPr>
          <a:xfrm>
            <a:off x="490250" y="600200"/>
            <a:ext cx="5878800" cy="54543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0" name="Google Shape;40;p8"/>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1"/>
        <p:cNvGrpSpPr/>
        <p:nvPr/>
      </p:nvGrpSpPr>
      <p:grpSpPr>
        <a:xfrm>
          <a:off x="0" y="0"/>
          <a:ext cx="0" cy="0"/>
          <a:chOff x="0" y="0"/>
          <a:chExt cx="0" cy="0"/>
        </a:xfrm>
      </p:grpSpPr>
      <p:sp>
        <p:nvSpPr>
          <p:cNvPr id="42" name="Google Shape;42;p9"/>
          <p:cNvSpPr/>
          <p:nvPr/>
        </p:nvSpPr>
        <p:spPr>
          <a:xfrm>
            <a:off x="4572000" y="-33"/>
            <a:ext cx="4572000" cy="68580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 name="Google Shape;43;p9"/>
          <p:cNvCxnSpPr/>
          <p:nvPr/>
        </p:nvCxnSpPr>
        <p:spPr>
          <a:xfrm>
            <a:off x="5029675" y="5994000"/>
            <a:ext cx="468300" cy="0"/>
          </a:xfrm>
          <a:prstGeom prst="straightConnector1">
            <a:avLst/>
          </a:prstGeom>
          <a:noFill/>
          <a:ln w="19050" cap="flat" cmpd="sng">
            <a:solidFill>
              <a:schemeClr val="lt1"/>
            </a:solidFill>
            <a:prstDash val="solid"/>
            <a:round/>
            <a:headEnd type="none" w="sm" len="sm"/>
            <a:tailEnd type="none" w="sm" len="sm"/>
          </a:ln>
        </p:spPr>
      </p:cxnSp>
      <p:sp>
        <p:nvSpPr>
          <p:cNvPr id="44" name="Google Shape;44;p9"/>
          <p:cNvSpPr txBox="1">
            <a:spLocks noGrp="1"/>
          </p:cNvSpPr>
          <p:nvPr>
            <p:ph type="title"/>
          </p:nvPr>
        </p:nvSpPr>
        <p:spPr>
          <a:xfrm>
            <a:off x="265500" y="1239033"/>
            <a:ext cx="4045200" cy="23817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2"/>
              </a:buClr>
              <a:buSzPts val="4200"/>
              <a:buNone/>
              <a:defRPr>
                <a:solidFill>
                  <a:schemeClr val="lt2"/>
                </a:solidFill>
              </a:defRPr>
            </a:lvl1pPr>
            <a:lvl2pPr lvl="1" algn="ctr">
              <a:spcBef>
                <a:spcPts val="0"/>
              </a:spcBef>
              <a:spcAft>
                <a:spcPts val="0"/>
              </a:spcAft>
              <a:buClr>
                <a:schemeClr val="lt2"/>
              </a:buClr>
              <a:buSzPts val="4200"/>
              <a:buNone/>
              <a:defRPr>
                <a:solidFill>
                  <a:schemeClr val="lt2"/>
                </a:solidFill>
              </a:defRPr>
            </a:lvl2pPr>
            <a:lvl3pPr lvl="2" algn="ctr">
              <a:spcBef>
                <a:spcPts val="0"/>
              </a:spcBef>
              <a:spcAft>
                <a:spcPts val="0"/>
              </a:spcAft>
              <a:buClr>
                <a:schemeClr val="lt2"/>
              </a:buClr>
              <a:buSzPts val="4200"/>
              <a:buNone/>
              <a:defRPr>
                <a:solidFill>
                  <a:schemeClr val="lt2"/>
                </a:solidFill>
              </a:defRPr>
            </a:lvl3pPr>
            <a:lvl4pPr lvl="3" algn="ctr">
              <a:spcBef>
                <a:spcPts val="0"/>
              </a:spcBef>
              <a:spcAft>
                <a:spcPts val="0"/>
              </a:spcAft>
              <a:buClr>
                <a:schemeClr val="lt2"/>
              </a:buClr>
              <a:buSzPts val="4200"/>
              <a:buNone/>
              <a:defRPr>
                <a:solidFill>
                  <a:schemeClr val="lt2"/>
                </a:solidFill>
              </a:defRPr>
            </a:lvl4pPr>
            <a:lvl5pPr lvl="4" algn="ctr">
              <a:spcBef>
                <a:spcPts val="0"/>
              </a:spcBef>
              <a:spcAft>
                <a:spcPts val="0"/>
              </a:spcAft>
              <a:buClr>
                <a:schemeClr val="lt2"/>
              </a:buClr>
              <a:buSzPts val="4200"/>
              <a:buNone/>
              <a:defRPr>
                <a:solidFill>
                  <a:schemeClr val="lt2"/>
                </a:solidFill>
              </a:defRPr>
            </a:lvl5pPr>
            <a:lvl6pPr lvl="5" algn="ctr">
              <a:spcBef>
                <a:spcPts val="0"/>
              </a:spcBef>
              <a:spcAft>
                <a:spcPts val="0"/>
              </a:spcAft>
              <a:buClr>
                <a:schemeClr val="lt2"/>
              </a:buClr>
              <a:buSzPts val="4200"/>
              <a:buNone/>
              <a:defRPr>
                <a:solidFill>
                  <a:schemeClr val="lt2"/>
                </a:solidFill>
              </a:defRPr>
            </a:lvl6pPr>
            <a:lvl7pPr lvl="6" algn="ctr">
              <a:spcBef>
                <a:spcPts val="0"/>
              </a:spcBef>
              <a:spcAft>
                <a:spcPts val="0"/>
              </a:spcAft>
              <a:buClr>
                <a:schemeClr val="lt2"/>
              </a:buClr>
              <a:buSzPts val="4200"/>
              <a:buNone/>
              <a:defRPr>
                <a:solidFill>
                  <a:schemeClr val="lt2"/>
                </a:solidFill>
              </a:defRPr>
            </a:lvl7pPr>
            <a:lvl8pPr lvl="7" algn="ctr">
              <a:spcBef>
                <a:spcPts val="0"/>
              </a:spcBef>
              <a:spcAft>
                <a:spcPts val="0"/>
              </a:spcAft>
              <a:buClr>
                <a:schemeClr val="lt2"/>
              </a:buClr>
              <a:buSzPts val="4200"/>
              <a:buNone/>
              <a:defRPr>
                <a:solidFill>
                  <a:schemeClr val="lt2"/>
                </a:solidFill>
              </a:defRPr>
            </a:lvl8pPr>
            <a:lvl9pPr lvl="8" algn="ctr">
              <a:spcBef>
                <a:spcPts val="0"/>
              </a:spcBef>
              <a:spcAft>
                <a:spcPts val="0"/>
              </a:spcAft>
              <a:buClr>
                <a:schemeClr val="lt2"/>
              </a:buClr>
              <a:buSzPts val="4200"/>
              <a:buNone/>
              <a:defRPr>
                <a:solidFill>
                  <a:schemeClr val="lt2"/>
                </a:solidFill>
              </a:defRPr>
            </a:lvl9pPr>
          </a:lstStyle>
          <a:p>
            <a:endParaRPr/>
          </a:p>
        </p:txBody>
      </p:sp>
      <p:sp>
        <p:nvSpPr>
          <p:cNvPr id="45" name="Google Shape;45;p9"/>
          <p:cNvSpPr txBox="1">
            <a:spLocks noGrp="1"/>
          </p:cNvSpPr>
          <p:nvPr>
            <p:ph type="subTitle" idx="1"/>
          </p:nvPr>
        </p:nvSpPr>
        <p:spPr>
          <a:xfrm>
            <a:off x="265500" y="3692001"/>
            <a:ext cx="4045200" cy="20988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400"/>
              <a:buFont typeface="Economica"/>
              <a:buNone/>
              <a:defRPr sz="2400">
                <a:latin typeface="Economica"/>
                <a:ea typeface="Economica"/>
                <a:cs typeface="Economica"/>
                <a:sym typeface="Economica"/>
              </a:defRPr>
            </a:lvl1pPr>
            <a:lvl2pPr lvl="1" algn="ctr">
              <a:lnSpc>
                <a:spcPct val="100000"/>
              </a:lnSpc>
              <a:spcBef>
                <a:spcPts val="0"/>
              </a:spcBef>
              <a:spcAft>
                <a:spcPts val="0"/>
              </a:spcAft>
              <a:buSzPts val="2400"/>
              <a:buFont typeface="Economica"/>
              <a:buNone/>
              <a:defRPr sz="2400">
                <a:latin typeface="Economica"/>
                <a:ea typeface="Economica"/>
                <a:cs typeface="Economica"/>
                <a:sym typeface="Economica"/>
              </a:defRPr>
            </a:lvl2pPr>
            <a:lvl3pPr lvl="2" algn="ctr">
              <a:lnSpc>
                <a:spcPct val="100000"/>
              </a:lnSpc>
              <a:spcBef>
                <a:spcPts val="0"/>
              </a:spcBef>
              <a:spcAft>
                <a:spcPts val="0"/>
              </a:spcAft>
              <a:buSzPts val="2400"/>
              <a:buFont typeface="Economica"/>
              <a:buNone/>
              <a:defRPr sz="2400">
                <a:latin typeface="Economica"/>
                <a:ea typeface="Economica"/>
                <a:cs typeface="Economica"/>
                <a:sym typeface="Economica"/>
              </a:defRPr>
            </a:lvl3pPr>
            <a:lvl4pPr lvl="3" algn="ctr">
              <a:lnSpc>
                <a:spcPct val="100000"/>
              </a:lnSpc>
              <a:spcBef>
                <a:spcPts val="0"/>
              </a:spcBef>
              <a:spcAft>
                <a:spcPts val="0"/>
              </a:spcAft>
              <a:buSzPts val="2400"/>
              <a:buFont typeface="Economica"/>
              <a:buNone/>
              <a:defRPr sz="2400">
                <a:latin typeface="Economica"/>
                <a:ea typeface="Economica"/>
                <a:cs typeface="Economica"/>
                <a:sym typeface="Economica"/>
              </a:defRPr>
            </a:lvl4pPr>
            <a:lvl5pPr lvl="4" algn="ctr">
              <a:lnSpc>
                <a:spcPct val="100000"/>
              </a:lnSpc>
              <a:spcBef>
                <a:spcPts val="0"/>
              </a:spcBef>
              <a:spcAft>
                <a:spcPts val="0"/>
              </a:spcAft>
              <a:buSzPts val="2400"/>
              <a:buFont typeface="Economica"/>
              <a:buNone/>
              <a:defRPr sz="2400">
                <a:latin typeface="Economica"/>
                <a:ea typeface="Economica"/>
                <a:cs typeface="Economica"/>
                <a:sym typeface="Economica"/>
              </a:defRPr>
            </a:lvl5pPr>
            <a:lvl6pPr lvl="5" algn="ctr">
              <a:lnSpc>
                <a:spcPct val="100000"/>
              </a:lnSpc>
              <a:spcBef>
                <a:spcPts val="0"/>
              </a:spcBef>
              <a:spcAft>
                <a:spcPts val="0"/>
              </a:spcAft>
              <a:buSzPts val="2400"/>
              <a:buFont typeface="Economica"/>
              <a:buNone/>
              <a:defRPr sz="2400">
                <a:latin typeface="Economica"/>
                <a:ea typeface="Economica"/>
                <a:cs typeface="Economica"/>
                <a:sym typeface="Economica"/>
              </a:defRPr>
            </a:lvl6pPr>
            <a:lvl7pPr lvl="6" algn="ctr">
              <a:lnSpc>
                <a:spcPct val="100000"/>
              </a:lnSpc>
              <a:spcBef>
                <a:spcPts val="0"/>
              </a:spcBef>
              <a:spcAft>
                <a:spcPts val="0"/>
              </a:spcAft>
              <a:buSzPts val="2400"/>
              <a:buFont typeface="Economica"/>
              <a:buNone/>
              <a:defRPr sz="2400">
                <a:latin typeface="Economica"/>
                <a:ea typeface="Economica"/>
                <a:cs typeface="Economica"/>
                <a:sym typeface="Economica"/>
              </a:defRPr>
            </a:lvl7pPr>
            <a:lvl8pPr lvl="7" algn="ctr">
              <a:lnSpc>
                <a:spcPct val="100000"/>
              </a:lnSpc>
              <a:spcBef>
                <a:spcPts val="0"/>
              </a:spcBef>
              <a:spcAft>
                <a:spcPts val="0"/>
              </a:spcAft>
              <a:buSzPts val="2400"/>
              <a:buFont typeface="Economica"/>
              <a:buNone/>
              <a:defRPr sz="2400">
                <a:latin typeface="Economica"/>
                <a:ea typeface="Economica"/>
                <a:cs typeface="Economica"/>
                <a:sym typeface="Economica"/>
              </a:defRPr>
            </a:lvl8pPr>
            <a:lvl9pPr lvl="8" algn="ctr">
              <a:lnSpc>
                <a:spcPct val="100000"/>
              </a:lnSpc>
              <a:spcBef>
                <a:spcPts val="0"/>
              </a:spcBef>
              <a:spcAft>
                <a:spcPts val="0"/>
              </a:spcAft>
              <a:buSzPts val="2400"/>
              <a:buFont typeface="Economica"/>
              <a:buNone/>
              <a:defRPr sz="2400">
                <a:latin typeface="Economica"/>
                <a:ea typeface="Economica"/>
                <a:cs typeface="Economica"/>
                <a:sym typeface="Economica"/>
              </a:defRPr>
            </a:lvl9pPr>
          </a:lstStyle>
          <a:p>
            <a:endParaRPr/>
          </a:p>
        </p:txBody>
      </p:sp>
      <p:sp>
        <p:nvSpPr>
          <p:cNvPr id="46" name="Google Shape;46;p9"/>
          <p:cNvSpPr txBox="1">
            <a:spLocks noGrp="1"/>
          </p:cNvSpPr>
          <p:nvPr>
            <p:ph type="body" idx="2"/>
          </p:nvPr>
        </p:nvSpPr>
        <p:spPr>
          <a:xfrm>
            <a:off x="4939500" y="965600"/>
            <a:ext cx="3837000" cy="49269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1600"/>
              </a:spcBef>
              <a:spcAft>
                <a:spcPts val="0"/>
              </a:spcAft>
              <a:buClr>
                <a:schemeClr val="lt1"/>
              </a:buClr>
              <a:buSzPts val="1400"/>
              <a:buChar char="○"/>
              <a:defRPr>
                <a:solidFill>
                  <a:schemeClr val="lt1"/>
                </a:solidFill>
              </a:defRPr>
            </a:lvl2pPr>
            <a:lvl3pPr marL="1371600" lvl="2" indent="-317500">
              <a:spcBef>
                <a:spcPts val="1600"/>
              </a:spcBef>
              <a:spcAft>
                <a:spcPts val="0"/>
              </a:spcAft>
              <a:buClr>
                <a:schemeClr val="lt1"/>
              </a:buClr>
              <a:buSzPts val="1400"/>
              <a:buChar char="■"/>
              <a:defRPr>
                <a:solidFill>
                  <a:schemeClr val="lt1"/>
                </a:solidFill>
              </a:defRPr>
            </a:lvl3pPr>
            <a:lvl4pPr marL="1828800" lvl="3" indent="-317500">
              <a:spcBef>
                <a:spcPts val="1600"/>
              </a:spcBef>
              <a:spcAft>
                <a:spcPts val="0"/>
              </a:spcAft>
              <a:buClr>
                <a:schemeClr val="lt1"/>
              </a:buClr>
              <a:buSzPts val="1400"/>
              <a:buChar char="●"/>
              <a:defRPr>
                <a:solidFill>
                  <a:schemeClr val="lt1"/>
                </a:solidFill>
              </a:defRPr>
            </a:lvl4pPr>
            <a:lvl5pPr marL="2286000" lvl="4" indent="-317500">
              <a:spcBef>
                <a:spcPts val="1600"/>
              </a:spcBef>
              <a:spcAft>
                <a:spcPts val="0"/>
              </a:spcAft>
              <a:buClr>
                <a:schemeClr val="lt1"/>
              </a:buClr>
              <a:buSzPts val="1400"/>
              <a:buChar char="○"/>
              <a:defRPr>
                <a:solidFill>
                  <a:schemeClr val="lt1"/>
                </a:solidFill>
              </a:defRPr>
            </a:lvl5pPr>
            <a:lvl6pPr marL="2743200" lvl="5" indent="-317500">
              <a:spcBef>
                <a:spcPts val="1600"/>
              </a:spcBef>
              <a:spcAft>
                <a:spcPts val="0"/>
              </a:spcAft>
              <a:buClr>
                <a:schemeClr val="lt1"/>
              </a:buClr>
              <a:buSzPts val="1400"/>
              <a:buChar char="■"/>
              <a:defRPr>
                <a:solidFill>
                  <a:schemeClr val="lt1"/>
                </a:solidFill>
              </a:defRPr>
            </a:lvl6pPr>
            <a:lvl7pPr marL="3200400" lvl="6" indent="-317500">
              <a:spcBef>
                <a:spcPts val="1600"/>
              </a:spcBef>
              <a:spcAft>
                <a:spcPts val="0"/>
              </a:spcAft>
              <a:buClr>
                <a:schemeClr val="lt1"/>
              </a:buClr>
              <a:buSzPts val="1400"/>
              <a:buChar char="●"/>
              <a:defRPr>
                <a:solidFill>
                  <a:schemeClr val="lt1"/>
                </a:solidFill>
              </a:defRPr>
            </a:lvl7pPr>
            <a:lvl8pPr marL="3657600" lvl="7" indent="-317500">
              <a:spcBef>
                <a:spcPts val="1600"/>
              </a:spcBef>
              <a:spcAft>
                <a:spcPts val="0"/>
              </a:spcAft>
              <a:buClr>
                <a:schemeClr val="lt1"/>
              </a:buClr>
              <a:buSzPts val="1400"/>
              <a:buChar char="○"/>
              <a:defRPr>
                <a:solidFill>
                  <a:schemeClr val="lt1"/>
                </a:solidFill>
              </a:defRPr>
            </a:lvl8pPr>
            <a:lvl9pPr marL="4114800" lvl="8" indent="-317500">
              <a:spcBef>
                <a:spcPts val="1600"/>
              </a:spcBef>
              <a:spcAft>
                <a:spcPts val="1600"/>
              </a:spcAft>
              <a:buClr>
                <a:schemeClr val="lt1"/>
              </a:buClr>
              <a:buSzPts val="1400"/>
              <a:buChar char="■"/>
              <a:defRPr>
                <a:solidFill>
                  <a:schemeClr val="lt1"/>
                </a:solidFill>
              </a:defRPr>
            </a:lvl9pPr>
          </a:lstStyle>
          <a:p>
            <a:endParaRPr/>
          </a:p>
        </p:txBody>
      </p:sp>
      <p:sp>
        <p:nvSpPr>
          <p:cNvPr id="47" name="Google Shape;47;p9"/>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8"/>
        <p:cNvGrpSpPr/>
        <p:nvPr/>
      </p:nvGrpSpPr>
      <p:grpSpPr>
        <a:xfrm>
          <a:off x="0" y="0"/>
          <a:ext cx="0" cy="0"/>
          <a:chOff x="0" y="0"/>
          <a:chExt cx="0" cy="0"/>
        </a:xfrm>
      </p:grpSpPr>
      <p:sp>
        <p:nvSpPr>
          <p:cNvPr id="49" name="Google Shape;49;p10"/>
          <p:cNvSpPr txBox="1">
            <a:spLocks noGrp="1"/>
          </p:cNvSpPr>
          <p:nvPr>
            <p:ph type="body" idx="1"/>
          </p:nvPr>
        </p:nvSpPr>
        <p:spPr>
          <a:xfrm>
            <a:off x="319500" y="5625233"/>
            <a:ext cx="5998800" cy="7983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2400"/>
              <a:buFont typeface="Economica"/>
              <a:buNone/>
              <a:defRPr sz="2400">
                <a:latin typeface="Economica"/>
                <a:ea typeface="Economica"/>
                <a:cs typeface="Economica"/>
                <a:sym typeface="Economica"/>
              </a:defRPr>
            </a:lvl1pPr>
          </a:lstStyle>
          <a:p>
            <a:endParaRPr/>
          </a:p>
        </p:txBody>
      </p:sp>
      <p:sp>
        <p:nvSpPr>
          <p:cNvPr id="50" name="Google Shape;50;p10"/>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1"/>
        <p:cNvGrpSpPr/>
        <p:nvPr/>
      </p:nvGrpSpPr>
      <p:grpSpPr>
        <a:xfrm>
          <a:off x="0" y="0"/>
          <a:ext cx="0" cy="0"/>
          <a:chOff x="0" y="0"/>
          <a:chExt cx="0" cy="0"/>
        </a:xfrm>
      </p:grpSpPr>
      <p:sp>
        <p:nvSpPr>
          <p:cNvPr id="52" name="Google Shape;52;p11"/>
          <p:cNvSpPr/>
          <p:nvPr/>
        </p:nvSpPr>
        <p:spPr>
          <a:xfrm>
            <a:off x="0" y="6727600"/>
            <a:ext cx="9144000" cy="13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11"/>
          <p:cNvSpPr txBox="1">
            <a:spLocks noGrp="1"/>
          </p:cNvSpPr>
          <p:nvPr>
            <p:ph type="title" hasCustomPrompt="1"/>
          </p:nvPr>
        </p:nvSpPr>
        <p:spPr>
          <a:xfrm>
            <a:off x="311700" y="1276167"/>
            <a:ext cx="8520600" cy="2838300"/>
          </a:xfrm>
          <a:prstGeom prst="rect">
            <a:avLst/>
          </a:prstGeom>
        </p:spPr>
        <p:txBody>
          <a:bodyPr spcFirstLastPara="1" wrap="square" lIns="91425" tIns="91425" rIns="91425" bIns="91425" anchor="ctr" anchorCtr="0">
            <a:noAutofit/>
          </a:bodyPr>
          <a:lstStyle>
            <a:lvl1pPr lvl="0" algn="ctr">
              <a:spcBef>
                <a:spcPts val="0"/>
              </a:spcBef>
              <a:spcAft>
                <a:spcPts val="0"/>
              </a:spcAft>
              <a:buClr>
                <a:schemeClr val="lt2"/>
              </a:buClr>
              <a:buSzPts val="16000"/>
              <a:buNone/>
              <a:defRPr sz="16000">
                <a:solidFill>
                  <a:schemeClr val="lt2"/>
                </a:solidFill>
              </a:defRPr>
            </a:lvl1pPr>
            <a:lvl2pPr lvl="1" algn="ctr">
              <a:spcBef>
                <a:spcPts val="0"/>
              </a:spcBef>
              <a:spcAft>
                <a:spcPts val="0"/>
              </a:spcAft>
              <a:buClr>
                <a:schemeClr val="lt2"/>
              </a:buClr>
              <a:buSzPts val="16000"/>
              <a:buNone/>
              <a:defRPr sz="16000">
                <a:solidFill>
                  <a:schemeClr val="lt2"/>
                </a:solidFill>
              </a:defRPr>
            </a:lvl2pPr>
            <a:lvl3pPr lvl="2" algn="ctr">
              <a:spcBef>
                <a:spcPts val="0"/>
              </a:spcBef>
              <a:spcAft>
                <a:spcPts val="0"/>
              </a:spcAft>
              <a:buClr>
                <a:schemeClr val="lt2"/>
              </a:buClr>
              <a:buSzPts val="16000"/>
              <a:buNone/>
              <a:defRPr sz="16000">
                <a:solidFill>
                  <a:schemeClr val="lt2"/>
                </a:solidFill>
              </a:defRPr>
            </a:lvl3pPr>
            <a:lvl4pPr lvl="3" algn="ctr">
              <a:spcBef>
                <a:spcPts val="0"/>
              </a:spcBef>
              <a:spcAft>
                <a:spcPts val="0"/>
              </a:spcAft>
              <a:buClr>
                <a:schemeClr val="lt2"/>
              </a:buClr>
              <a:buSzPts val="16000"/>
              <a:buNone/>
              <a:defRPr sz="16000">
                <a:solidFill>
                  <a:schemeClr val="lt2"/>
                </a:solidFill>
              </a:defRPr>
            </a:lvl4pPr>
            <a:lvl5pPr lvl="4" algn="ctr">
              <a:spcBef>
                <a:spcPts val="0"/>
              </a:spcBef>
              <a:spcAft>
                <a:spcPts val="0"/>
              </a:spcAft>
              <a:buClr>
                <a:schemeClr val="lt2"/>
              </a:buClr>
              <a:buSzPts val="16000"/>
              <a:buNone/>
              <a:defRPr sz="16000">
                <a:solidFill>
                  <a:schemeClr val="lt2"/>
                </a:solidFill>
              </a:defRPr>
            </a:lvl5pPr>
            <a:lvl6pPr lvl="5" algn="ctr">
              <a:spcBef>
                <a:spcPts val="0"/>
              </a:spcBef>
              <a:spcAft>
                <a:spcPts val="0"/>
              </a:spcAft>
              <a:buClr>
                <a:schemeClr val="lt2"/>
              </a:buClr>
              <a:buSzPts val="16000"/>
              <a:buNone/>
              <a:defRPr sz="16000">
                <a:solidFill>
                  <a:schemeClr val="lt2"/>
                </a:solidFill>
              </a:defRPr>
            </a:lvl6pPr>
            <a:lvl7pPr lvl="6" algn="ctr">
              <a:spcBef>
                <a:spcPts val="0"/>
              </a:spcBef>
              <a:spcAft>
                <a:spcPts val="0"/>
              </a:spcAft>
              <a:buClr>
                <a:schemeClr val="lt2"/>
              </a:buClr>
              <a:buSzPts val="16000"/>
              <a:buNone/>
              <a:defRPr sz="16000">
                <a:solidFill>
                  <a:schemeClr val="lt2"/>
                </a:solidFill>
              </a:defRPr>
            </a:lvl7pPr>
            <a:lvl8pPr lvl="7" algn="ctr">
              <a:spcBef>
                <a:spcPts val="0"/>
              </a:spcBef>
              <a:spcAft>
                <a:spcPts val="0"/>
              </a:spcAft>
              <a:buClr>
                <a:schemeClr val="lt2"/>
              </a:buClr>
              <a:buSzPts val="16000"/>
              <a:buNone/>
              <a:defRPr sz="16000">
                <a:solidFill>
                  <a:schemeClr val="lt2"/>
                </a:solidFill>
              </a:defRPr>
            </a:lvl8pPr>
            <a:lvl9pPr lvl="8" algn="ctr">
              <a:spcBef>
                <a:spcPts val="0"/>
              </a:spcBef>
              <a:spcAft>
                <a:spcPts val="0"/>
              </a:spcAft>
              <a:buClr>
                <a:schemeClr val="lt2"/>
              </a:buClr>
              <a:buSzPts val="16000"/>
              <a:buNone/>
              <a:defRPr sz="16000">
                <a:solidFill>
                  <a:schemeClr val="lt2"/>
                </a:solidFill>
              </a:defRPr>
            </a:lvl9pPr>
          </a:lstStyle>
          <a:p>
            <a:r>
              <a:t>xx%</a:t>
            </a:r>
          </a:p>
        </p:txBody>
      </p:sp>
      <p:sp>
        <p:nvSpPr>
          <p:cNvPr id="54" name="Google Shape;54;p11"/>
          <p:cNvSpPr txBox="1">
            <a:spLocks noGrp="1"/>
          </p:cNvSpPr>
          <p:nvPr>
            <p:ph type="body" idx="1"/>
          </p:nvPr>
        </p:nvSpPr>
        <p:spPr>
          <a:xfrm>
            <a:off x="311700" y="4216000"/>
            <a:ext cx="8520600" cy="14289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55" name="Google Shape;55;p11"/>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p12"/>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uxe">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21233"/>
            <a:ext cx="8520600" cy="622500"/>
          </a:xfrm>
          <a:prstGeom prst="rect">
            <a:avLst/>
          </a:prstGeom>
          <a:noFill/>
          <a:ln>
            <a:noFill/>
          </a:ln>
        </p:spPr>
        <p:txBody>
          <a:bodyPr spcFirstLastPara="1" wrap="square" lIns="91425" tIns="91425" rIns="91425" bIns="91425" anchor="b" anchorCtr="0">
            <a:noAutofit/>
          </a:bodyPr>
          <a:lstStyle>
            <a:lvl1pPr lvl="0">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1pPr>
            <a:lvl2pPr lvl="1">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2pPr>
            <a:lvl3pPr lvl="2">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3pPr>
            <a:lvl4pPr lvl="3">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4pPr>
            <a:lvl5pPr lvl="4">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5pPr>
            <a:lvl6pPr lvl="5">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6pPr>
            <a:lvl7pPr lvl="6">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7pPr>
            <a:lvl8pPr lvl="7">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8pPr>
            <a:lvl9pPr lvl="8">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9pPr>
          </a:lstStyle>
          <a:p>
            <a:endParaRPr/>
          </a:p>
        </p:txBody>
      </p:sp>
      <p:sp>
        <p:nvSpPr>
          <p:cNvPr id="7" name="Google Shape;7;p1"/>
          <p:cNvSpPr txBox="1">
            <a:spLocks noGrp="1"/>
          </p:cNvSpPr>
          <p:nvPr>
            <p:ph type="body" idx="1"/>
          </p:nvPr>
        </p:nvSpPr>
        <p:spPr>
          <a:xfrm>
            <a:off x="311700" y="1633633"/>
            <a:ext cx="8520600" cy="44721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1"/>
              </a:buClr>
              <a:buSzPts val="1800"/>
              <a:buFont typeface="Open Sans"/>
              <a:buChar char="●"/>
              <a:defRPr sz="1800">
                <a:solidFill>
                  <a:schemeClr val="dk1"/>
                </a:solidFill>
                <a:latin typeface="Open Sans"/>
                <a:ea typeface="Open Sans"/>
                <a:cs typeface="Open Sans"/>
                <a:sym typeface="Open Sans"/>
              </a:defRPr>
            </a:lvl1pPr>
            <a:lvl2pPr marL="914400" lvl="1"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2pPr>
            <a:lvl3pPr marL="1371600" lvl="2"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3pPr>
            <a:lvl4pPr marL="1828800" lvl="3"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4pPr>
            <a:lvl5pPr marL="2286000" lvl="4"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5pPr>
            <a:lvl6pPr marL="2743200" lvl="5"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6pPr>
            <a:lvl7pPr marL="3200400" lvl="6"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7pPr>
            <a:lvl8pPr marL="3657600" lvl="7"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8pPr>
            <a:lvl9pPr marL="4114800" lvl="8" indent="-317500">
              <a:lnSpc>
                <a:spcPct val="115000"/>
              </a:lnSpc>
              <a:spcBef>
                <a:spcPts val="1600"/>
              </a:spcBef>
              <a:spcAft>
                <a:spcPts val="1600"/>
              </a:spcAft>
              <a:buClr>
                <a:schemeClr val="dk1"/>
              </a:buClr>
              <a:buSzPts val="1400"/>
              <a:buFont typeface="Open Sans"/>
              <a:buChar char="■"/>
              <a:defRPr>
                <a:solidFill>
                  <a:schemeClr val="dk1"/>
                </a:solidFill>
                <a:latin typeface="Open Sans"/>
                <a:ea typeface="Open Sans"/>
                <a:cs typeface="Open Sans"/>
                <a:sym typeface="Open Sans"/>
              </a:defRPr>
            </a:lvl9pPr>
          </a:lstStyle>
          <a:p>
            <a:endParaRPr dirty="0"/>
          </a:p>
        </p:txBody>
      </p:sp>
      <p:sp>
        <p:nvSpPr>
          <p:cNvPr id="8" name="Google Shape;8;p1"/>
          <p:cNvSpPr txBox="1">
            <a:spLocks noGrp="1"/>
          </p:cNvSpPr>
          <p:nvPr>
            <p:ph type="sldNum" idx="12"/>
          </p:nvPr>
        </p:nvSpPr>
        <p:spPr>
          <a:xfrm>
            <a:off x="8472458" y="6217622"/>
            <a:ext cx="548700" cy="524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1"/>
                </a:solidFill>
                <a:latin typeface="Economica"/>
                <a:ea typeface="Economica"/>
                <a:cs typeface="Economica"/>
                <a:sym typeface="Economica"/>
              </a:defRPr>
            </a:lvl1pPr>
            <a:lvl2pPr lvl="1" algn="r">
              <a:buNone/>
              <a:defRPr sz="1000">
                <a:solidFill>
                  <a:schemeClr val="dk1"/>
                </a:solidFill>
                <a:latin typeface="Economica"/>
                <a:ea typeface="Economica"/>
                <a:cs typeface="Economica"/>
                <a:sym typeface="Economica"/>
              </a:defRPr>
            </a:lvl2pPr>
            <a:lvl3pPr lvl="2" algn="r">
              <a:buNone/>
              <a:defRPr sz="1000">
                <a:solidFill>
                  <a:schemeClr val="dk1"/>
                </a:solidFill>
                <a:latin typeface="Economica"/>
                <a:ea typeface="Economica"/>
                <a:cs typeface="Economica"/>
                <a:sym typeface="Economica"/>
              </a:defRPr>
            </a:lvl3pPr>
            <a:lvl4pPr lvl="3" algn="r">
              <a:buNone/>
              <a:defRPr sz="1000">
                <a:solidFill>
                  <a:schemeClr val="dk1"/>
                </a:solidFill>
                <a:latin typeface="Economica"/>
                <a:ea typeface="Economica"/>
                <a:cs typeface="Economica"/>
                <a:sym typeface="Economica"/>
              </a:defRPr>
            </a:lvl4pPr>
            <a:lvl5pPr lvl="4" algn="r">
              <a:buNone/>
              <a:defRPr sz="1000">
                <a:solidFill>
                  <a:schemeClr val="dk1"/>
                </a:solidFill>
                <a:latin typeface="Economica"/>
                <a:ea typeface="Economica"/>
                <a:cs typeface="Economica"/>
                <a:sym typeface="Economica"/>
              </a:defRPr>
            </a:lvl5pPr>
            <a:lvl6pPr lvl="5" algn="r">
              <a:buNone/>
              <a:defRPr sz="1000">
                <a:solidFill>
                  <a:schemeClr val="dk1"/>
                </a:solidFill>
                <a:latin typeface="Economica"/>
                <a:ea typeface="Economica"/>
                <a:cs typeface="Economica"/>
                <a:sym typeface="Economica"/>
              </a:defRPr>
            </a:lvl6pPr>
            <a:lvl7pPr lvl="6" algn="r">
              <a:buNone/>
              <a:defRPr sz="1000">
                <a:solidFill>
                  <a:schemeClr val="dk1"/>
                </a:solidFill>
                <a:latin typeface="Economica"/>
                <a:ea typeface="Economica"/>
                <a:cs typeface="Economica"/>
                <a:sym typeface="Economica"/>
              </a:defRPr>
            </a:lvl7pPr>
            <a:lvl8pPr lvl="7" algn="r">
              <a:buNone/>
              <a:defRPr sz="1000">
                <a:solidFill>
                  <a:schemeClr val="dk1"/>
                </a:solidFill>
                <a:latin typeface="Economica"/>
                <a:ea typeface="Economica"/>
                <a:cs typeface="Economica"/>
                <a:sym typeface="Economica"/>
              </a:defRPr>
            </a:lvl8pPr>
            <a:lvl9pPr lvl="8" algn="r">
              <a:buNone/>
              <a:defRPr sz="1000">
                <a:solidFill>
                  <a:schemeClr val="dk1"/>
                </a:solidFill>
                <a:latin typeface="Economica"/>
                <a:ea typeface="Economica"/>
                <a:cs typeface="Economica"/>
                <a:sym typeface="Economica"/>
              </a:defRPr>
            </a:lvl9pPr>
          </a:lstStyle>
          <a:p>
            <a:pPr marL="0" lvl="0" indent="0" algn="r" rtl="0">
              <a:spcBef>
                <a:spcPts val="0"/>
              </a:spcBef>
              <a:spcAft>
                <a:spcPts val="0"/>
              </a:spcAft>
              <a:buNone/>
            </a:pPr>
            <a:fld id="{00000000-1234-1234-1234-123412341234}" type="slidenum">
              <a:rPr lang="en-GB"/>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60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13"/>
          <p:cNvSpPr txBox="1">
            <a:spLocks noGrp="1"/>
          </p:cNvSpPr>
          <p:nvPr>
            <p:ph type="ctrTitle"/>
          </p:nvPr>
        </p:nvSpPr>
        <p:spPr>
          <a:xfrm>
            <a:off x="2888012" y="1937550"/>
            <a:ext cx="3367975" cy="2049600"/>
          </a:xfrm>
          <a:prstGeom prst="rect">
            <a:avLst/>
          </a:prstGeom>
        </p:spPr>
        <p:txBody>
          <a:bodyPr spcFirstLastPara="1" wrap="square" lIns="91425" tIns="91425" rIns="91425" bIns="91425" anchor="b" anchorCtr="0">
            <a:noAutofit/>
          </a:bodyPr>
          <a:lstStyle/>
          <a:p>
            <a:pPr lvl="0"/>
            <a:r>
              <a:rPr lang="en-GB" dirty="0"/>
              <a:t>The Reinforcement Learning Problem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dirty="0"/>
              <a:t>Objectives</a:t>
            </a:r>
            <a:endParaRPr dirty="0"/>
          </a:p>
        </p:txBody>
      </p:sp>
      <p:sp>
        <p:nvSpPr>
          <p:cNvPr id="84" name="Google Shape;84;p14"/>
          <p:cNvSpPr txBox="1">
            <a:spLocks noGrp="1"/>
          </p:cNvSpPr>
          <p:nvPr>
            <p:ph type="body" idx="1"/>
          </p:nvPr>
        </p:nvSpPr>
        <p:spPr>
          <a:xfrm>
            <a:off x="311700" y="1388403"/>
            <a:ext cx="8520600" cy="4697087"/>
          </a:xfrm>
          <a:prstGeom prst="rect">
            <a:avLst/>
          </a:prstGeom>
        </p:spPr>
        <p:txBody>
          <a:bodyPr spcFirstLastPara="1" wrap="square" lIns="91425" tIns="91425" rIns="91425" bIns="91425" anchor="t" anchorCtr="0">
            <a:noAutofit/>
          </a:bodyPr>
          <a:lstStyle/>
          <a:p>
            <a:pPr lvl="0"/>
            <a:r>
              <a:rPr lang="en-GB" sz="1800" dirty="0"/>
              <a:t>Problem definition</a:t>
            </a:r>
          </a:p>
          <a:p>
            <a:pPr lvl="0"/>
            <a:r>
              <a:rPr lang="en-GB" sz="1800" dirty="0"/>
              <a:t>Agent, Environment, States, Observations, Actions and Rewards</a:t>
            </a:r>
          </a:p>
          <a:p>
            <a:pPr lvl="0"/>
            <a:r>
              <a:rPr lang="en-GB" sz="1800" dirty="0"/>
              <a:t>The learning cycle</a:t>
            </a:r>
          </a:p>
          <a:p>
            <a:pPr lvl="0"/>
            <a:r>
              <a:rPr lang="en-GB" sz="1800" dirty="0"/>
              <a:t>Steps, Episodes and Experience</a:t>
            </a:r>
          </a:p>
          <a:p>
            <a:pPr lvl="0"/>
            <a:r>
              <a:rPr lang="en-GB" sz="1800" dirty="0"/>
              <a:t>Challenges</a:t>
            </a:r>
          </a:p>
          <a:p>
            <a:pPr lvl="1"/>
            <a:r>
              <a:rPr lang="en-GB" sz="1600" dirty="0"/>
              <a:t>delayed consequences, exploration vs exploitation, learning from sampled feedback</a:t>
            </a:r>
          </a:p>
          <a:p>
            <a:pPr lvl="0"/>
            <a:r>
              <a:rPr lang="en-GB" sz="1800" dirty="0"/>
              <a:t>Markov Decision Process</a:t>
            </a:r>
          </a:p>
          <a:p>
            <a:pPr lvl="1"/>
            <a:r>
              <a:rPr lang="en-GB" sz="1600" dirty="0"/>
              <a:t>The Transition function</a:t>
            </a:r>
          </a:p>
          <a:p>
            <a:pPr lvl="1"/>
            <a:r>
              <a:rPr lang="en-GB" sz="1600" dirty="0"/>
              <a:t>The Reward function</a:t>
            </a:r>
          </a:p>
          <a:p>
            <a:pPr lvl="1"/>
            <a:r>
              <a:rPr lang="en-GB" sz="1600" dirty="0"/>
              <a:t>The Return</a:t>
            </a:r>
          </a:p>
          <a:p>
            <a:pPr lvl="0"/>
            <a:r>
              <a:rPr lang="en-GB" sz="1800" dirty="0"/>
              <a:t>Example: the frozen lake</a:t>
            </a:r>
          </a:p>
          <a:p>
            <a:pPr lvl="1"/>
            <a:r>
              <a:rPr lang="en-GB" sz="1600" dirty="0"/>
              <a:t>Plan and Policy</a:t>
            </a:r>
            <a:endParaRPr lang="en-GB"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Problem definition</a:t>
            </a:r>
            <a:endParaRPr sz="4000" dirty="0"/>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pPr lvl="0"/>
            <a:r>
              <a:rPr lang="en-GB" dirty="0"/>
              <a:t>Humans naturally look for happiness</a:t>
            </a:r>
          </a:p>
          <a:p>
            <a:pPr lvl="1">
              <a:spcBef>
                <a:spcPts val="0"/>
              </a:spcBef>
              <a:spcAft>
                <a:spcPts val="0"/>
              </a:spcAft>
            </a:pPr>
            <a:r>
              <a:rPr lang="en-GB" dirty="0"/>
              <a:t>from picking out our meals…</a:t>
            </a:r>
          </a:p>
          <a:p>
            <a:pPr lvl="1">
              <a:spcBef>
                <a:spcPts val="0"/>
              </a:spcBef>
              <a:spcAft>
                <a:spcPts val="0"/>
              </a:spcAft>
            </a:pPr>
            <a:r>
              <a:rPr lang="en-GB" dirty="0"/>
              <a:t>…to advancing our careers</a:t>
            </a:r>
          </a:p>
          <a:p>
            <a:r>
              <a:rPr lang="en-GB" dirty="0"/>
              <a:t>Every </a:t>
            </a:r>
            <a:r>
              <a:rPr lang="en-GB" b="1" dirty="0"/>
              <a:t>action</a:t>
            </a:r>
            <a:r>
              <a:rPr lang="en-GB" dirty="0"/>
              <a:t> we take is driven by our desire for </a:t>
            </a:r>
            <a:r>
              <a:rPr lang="en-GB" b="1" dirty="0"/>
              <a:t>rewarding</a:t>
            </a:r>
            <a:r>
              <a:rPr lang="en-GB" dirty="0"/>
              <a:t> experiences</a:t>
            </a:r>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r>
              <a:rPr lang="en-GB" b="1" dirty="0"/>
              <a:t>Reinforcement learning </a:t>
            </a:r>
            <a:r>
              <a:rPr lang="en-GB" dirty="0"/>
              <a:t>(RL) is the task </a:t>
            </a:r>
            <a:r>
              <a:rPr lang="en-GB" b="1" dirty="0"/>
              <a:t>of learning through trial and error</a:t>
            </a:r>
          </a:p>
          <a:p>
            <a:pPr lvl="1">
              <a:spcBef>
                <a:spcPts val="0"/>
              </a:spcBef>
              <a:spcAft>
                <a:spcPts val="0"/>
              </a:spcAft>
            </a:pPr>
            <a:r>
              <a:rPr lang="en-GB" dirty="0"/>
              <a:t>no human labels data</a:t>
            </a:r>
          </a:p>
          <a:p>
            <a:pPr lvl="1">
              <a:spcBef>
                <a:spcPts val="0"/>
              </a:spcBef>
              <a:spcAft>
                <a:spcPts val="0"/>
              </a:spcAft>
            </a:pPr>
            <a:r>
              <a:rPr lang="en-GB" dirty="0"/>
              <a:t>no human collects or explicitly designs the collection of data</a:t>
            </a:r>
          </a:p>
          <a:p>
            <a:pPr lvl="1">
              <a:spcBef>
                <a:spcPts val="0"/>
              </a:spcBef>
              <a:spcAft>
                <a:spcPts val="0"/>
              </a:spcAft>
            </a:pPr>
            <a:r>
              <a:rPr lang="en-GB" dirty="0"/>
              <a:t>the goal in RL is </a:t>
            </a:r>
            <a:r>
              <a:rPr lang="en-GB" b="1" dirty="0"/>
              <a:t>to act</a:t>
            </a:r>
          </a:p>
          <a:p>
            <a:pPr lvl="0"/>
            <a:endParaRPr lang="en-GB" dirty="0"/>
          </a:p>
          <a:p>
            <a:pPr lvl="0"/>
            <a:endParaRPr lang="en-GB" dirty="0"/>
          </a:p>
          <a:p>
            <a:pPr lvl="1"/>
            <a:endParaRPr lang="en-GB" dirty="0"/>
          </a:p>
        </p:txBody>
      </p:sp>
      <p:pic>
        <p:nvPicPr>
          <p:cNvPr id="3" name="Immagine 2">
            <a:extLst>
              <a:ext uri="{FF2B5EF4-FFF2-40B4-BE49-F238E27FC236}">
                <a16:creationId xmlns:a16="http://schemas.microsoft.com/office/drawing/2014/main" id="{7C3A0E80-63B4-43A9-288E-9ED466FF95EB}"/>
              </a:ext>
            </a:extLst>
          </p:cNvPr>
          <p:cNvPicPr>
            <a:picLocks noChangeAspect="1"/>
          </p:cNvPicPr>
          <p:nvPr/>
        </p:nvPicPr>
        <p:blipFill>
          <a:blip r:embed="rId3"/>
          <a:stretch>
            <a:fillRect/>
          </a:stretch>
        </p:blipFill>
        <p:spPr>
          <a:xfrm>
            <a:off x="1350252" y="2700959"/>
            <a:ext cx="5776412" cy="224738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2">
          <a:extLst>
            <a:ext uri="{FF2B5EF4-FFF2-40B4-BE49-F238E27FC236}">
              <a16:creationId xmlns:a16="http://schemas.microsoft.com/office/drawing/2014/main" id="{C8A81E28-6127-FDBC-19F1-92F1D04A6306}"/>
            </a:ext>
          </a:extLst>
        </p:cNvPr>
        <p:cNvGrpSpPr/>
        <p:nvPr/>
      </p:nvGrpSpPr>
      <p:grpSpPr>
        <a:xfrm>
          <a:off x="0" y="0"/>
          <a:ext cx="0" cy="0"/>
          <a:chOff x="0" y="0"/>
          <a:chExt cx="0" cy="0"/>
        </a:xfrm>
      </p:grpSpPr>
      <p:sp>
        <p:nvSpPr>
          <p:cNvPr id="83" name="Google Shape;83;p14">
            <a:extLst>
              <a:ext uri="{FF2B5EF4-FFF2-40B4-BE49-F238E27FC236}">
                <a16:creationId xmlns:a16="http://schemas.microsoft.com/office/drawing/2014/main" id="{F50F0691-07C0-6BA8-A930-B21776B3FE45}"/>
              </a:ext>
            </a:extLst>
          </p:cNvPr>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Agent and Environment</a:t>
            </a:r>
            <a:endParaRPr sz="4000" dirty="0"/>
          </a:p>
        </p:txBody>
      </p:sp>
      <p:sp>
        <p:nvSpPr>
          <p:cNvPr id="84" name="Google Shape;84;p14">
            <a:extLst>
              <a:ext uri="{FF2B5EF4-FFF2-40B4-BE49-F238E27FC236}">
                <a16:creationId xmlns:a16="http://schemas.microsoft.com/office/drawing/2014/main" id="{FA19ED2A-4979-353B-0363-9875EE2E7A91}"/>
              </a:ext>
            </a:extLst>
          </p:cNvPr>
          <p:cNvSpPr txBox="1">
            <a:spLocks noGrp="1"/>
          </p:cNvSpPr>
          <p:nvPr>
            <p:ph type="body" idx="1"/>
          </p:nvPr>
        </p:nvSpPr>
        <p:spPr>
          <a:xfrm>
            <a:off x="162750" y="1008107"/>
            <a:ext cx="8669550" cy="5220165"/>
          </a:xfrm>
          <a:prstGeom prst="rect">
            <a:avLst/>
          </a:prstGeom>
        </p:spPr>
        <p:txBody>
          <a:bodyPr spcFirstLastPara="1" wrap="square" lIns="91425" tIns="91425" rIns="91425" bIns="91425" anchor="t" anchorCtr="0">
            <a:noAutofit/>
          </a:bodyPr>
          <a:lstStyle/>
          <a:p>
            <a:pPr lvl="0"/>
            <a:r>
              <a:rPr lang="en-GB" dirty="0"/>
              <a:t>The </a:t>
            </a:r>
            <a:r>
              <a:rPr lang="en-GB" b="1" dirty="0"/>
              <a:t>agent</a:t>
            </a:r>
            <a:r>
              <a:rPr lang="en-GB" dirty="0"/>
              <a:t> is not told which actions to take, it must discover which actions provide the most reward by trying them on its </a:t>
            </a:r>
            <a:r>
              <a:rPr lang="en-GB" b="1" dirty="0"/>
              <a:t>environment</a:t>
            </a:r>
          </a:p>
          <a:p>
            <a:pPr lvl="1"/>
            <a:r>
              <a:rPr lang="en-GB" dirty="0"/>
              <a:t>everything </a:t>
            </a:r>
            <a:r>
              <a:rPr lang="en-GB" b="1" dirty="0"/>
              <a:t>outside</a:t>
            </a:r>
            <a:r>
              <a:rPr lang="en-GB" dirty="0"/>
              <a:t> the agent</a:t>
            </a:r>
          </a:p>
          <a:p>
            <a:pPr lvl="1"/>
            <a:r>
              <a:rPr lang="en-GB" dirty="0"/>
              <a:t>everything the agent has </a:t>
            </a:r>
            <a:r>
              <a:rPr lang="en-GB" b="1" dirty="0"/>
              <a:t>no total control over</a:t>
            </a:r>
          </a:p>
          <a:p>
            <a:pPr lvl="1"/>
            <a:endParaRPr lang="en-GB" b="1" dirty="0"/>
          </a:p>
          <a:p>
            <a:pPr lvl="1"/>
            <a:endParaRPr lang="en-GB" b="1" dirty="0"/>
          </a:p>
          <a:p>
            <a:pPr lvl="1"/>
            <a:endParaRPr lang="en-GB" b="1" dirty="0"/>
          </a:p>
          <a:p>
            <a:pPr lvl="1"/>
            <a:endParaRPr lang="en-GB" b="1" dirty="0"/>
          </a:p>
          <a:p>
            <a:pPr lvl="1"/>
            <a:endParaRPr lang="en-GB" b="1" dirty="0"/>
          </a:p>
          <a:p>
            <a:pPr lvl="1"/>
            <a:endParaRPr lang="en-GB" b="1" dirty="0"/>
          </a:p>
          <a:p>
            <a:pPr lvl="1"/>
            <a:endParaRPr lang="en-GB" b="1" dirty="0"/>
          </a:p>
          <a:p>
            <a:pPr lvl="1"/>
            <a:endParaRPr lang="en-GB" dirty="0"/>
          </a:p>
          <a:p>
            <a:pPr marL="120650" lvl="0" indent="0">
              <a:buNone/>
            </a:pPr>
            <a:endParaRPr lang="en-GB" dirty="0"/>
          </a:p>
          <a:p>
            <a:pPr lvl="1"/>
            <a:endParaRPr lang="en-GB" dirty="0"/>
          </a:p>
        </p:txBody>
      </p:sp>
      <p:pic>
        <p:nvPicPr>
          <p:cNvPr id="4" name="Immagine 3">
            <a:extLst>
              <a:ext uri="{FF2B5EF4-FFF2-40B4-BE49-F238E27FC236}">
                <a16:creationId xmlns:a16="http://schemas.microsoft.com/office/drawing/2014/main" id="{C248C00F-FB56-F345-0B70-41D7D6E6D900}"/>
              </a:ext>
            </a:extLst>
          </p:cNvPr>
          <p:cNvPicPr>
            <a:picLocks noChangeAspect="1"/>
          </p:cNvPicPr>
          <p:nvPr/>
        </p:nvPicPr>
        <p:blipFill>
          <a:blip r:embed="rId3"/>
          <a:stretch>
            <a:fillRect/>
          </a:stretch>
        </p:blipFill>
        <p:spPr>
          <a:xfrm>
            <a:off x="1496368" y="3151468"/>
            <a:ext cx="5499100" cy="2235200"/>
          </a:xfrm>
          <a:prstGeom prst="rect">
            <a:avLst/>
          </a:prstGeom>
        </p:spPr>
      </p:pic>
    </p:spTree>
    <p:extLst>
      <p:ext uri="{BB962C8B-B14F-4D97-AF65-F5344CB8AC3E}">
        <p14:creationId xmlns:p14="http://schemas.microsoft.com/office/powerpoint/2010/main" val="29531477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Boundary</a:t>
            </a:r>
            <a:endParaRPr sz="4000" dirty="0"/>
          </a:p>
        </p:txBody>
      </p:sp>
      <p:sp>
        <p:nvSpPr>
          <p:cNvPr id="84" name="Google Shape;84;p14"/>
          <p:cNvSpPr txBox="1">
            <a:spLocks noGrp="1"/>
          </p:cNvSpPr>
          <p:nvPr>
            <p:ph type="body" idx="1"/>
          </p:nvPr>
        </p:nvSpPr>
        <p:spPr>
          <a:xfrm>
            <a:off x="162750" y="1008107"/>
            <a:ext cx="8669550" cy="5220165"/>
          </a:xfrm>
          <a:prstGeom prst="rect">
            <a:avLst/>
          </a:prstGeom>
        </p:spPr>
        <p:txBody>
          <a:bodyPr spcFirstLastPara="1" wrap="square" lIns="91425" tIns="91425" rIns="91425" bIns="91425" anchor="t" anchorCtr="0">
            <a:noAutofit/>
          </a:bodyPr>
          <a:lstStyle/>
          <a:p>
            <a:r>
              <a:rPr lang="en-GB" dirty="0"/>
              <a:t>Concrete example: </a:t>
            </a:r>
            <a:r>
              <a:rPr lang="it-IT" dirty="0"/>
              <a:t>a robot learning to </a:t>
            </a:r>
            <a:r>
              <a:rPr lang="it-IT" dirty="0" err="1"/>
              <a:t>pick</a:t>
            </a:r>
            <a:r>
              <a:rPr lang="it-IT" dirty="0"/>
              <a:t> up </a:t>
            </a:r>
            <a:r>
              <a:rPr lang="it-IT" dirty="0" err="1"/>
              <a:t>objects</a:t>
            </a:r>
            <a:r>
              <a:rPr lang="it-IT" dirty="0"/>
              <a:t> and place </a:t>
            </a:r>
            <a:r>
              <a:rPr lang="it-IT" dirty="0" err="1"/>
              <a:t>them</a:t>
            </a:r>
            <a:r>
              <a:rPr lang="it-IT" dirty="0"/>
              <a:t> in a container</a:t>
            </a:r>
          </a:p>
          <a:p>
            <a:endParaRPr lang="it-IT" b="1" dirty="0"/>
          </a:p>
          <a:p>
            <a:endParaRPr lang="it-IT" b="1" dirty="0"/>
          </a:p>
          <a:p>
            <a:endParaRPr lang="it-IT" b="1" dirty="0"/>
          </a:p>
          <a:p>
            <a:endParaRPr lang="it-IT" b="1" dirty="0"/>
          </a:p>
          <a:p>
            <a:endParaRPr lang="it-IT" b="1" dirty="0"/>
          </a:p>
          <a:p>
            <a:endParaRPr lang="it-IT" b="1" dirty="0"/>
          </a:p>
          <a:p>
            <a:endParaRPr lang="it-IT" b="1" dirty="0"/>
          </a:p>
          <a:p>
            <a:endParaRPr lang="it-IT" b="1" dirty="0"/>
          </a:p>
          <a:p>
            <a:endParaRPr lang="it-IT" b="1" dirty="0"/>
          </a:p>
          <a:p>
            <a:endParaRPr lang="it-IT" b="1" dirty="0"/>
          </a:p>
          <a:p>
            <a:endParaRPr lang="it-IT" b="1" dirty="0"/>
          </a:p>
          <a:p>
            <a:endParaRPr lang="it-IT" b="1" dirty="0"/>
          </a:p>
          <a:p>
            <a:endParaRPr lang="en-GB" b="1" dirty="0"/>
          </a:p>
          <a:p>
            <a:r>
              <a:rPr lang="en-GB" dirty="0"/>
              <a:t>The objects to be picked up, the tray where the objects lay, the wind, the robot arm and </a:t>
            </a:r>
            <a:r>
              <a:rPr lang="en-GB" b="1" dirty="0"/>
              <a:t>everything outside the decision maker </a:t>
            </a:r>
            <a:r>
              <a:rPr lang="en-GB" dirty="0"/>
              <a:t>are part of the environment </a:t>
            </a:r>
          </a:p>
          <a:p>
            <a:pPr lvl="0"/>
            <a:endParaRPr lang="en-GB" dirty="0"/>
          </a:p>
          <a:p>
            <a:pPr lvl="1"/>
            <a:endParaRPr lang="en-GB" dirty="0"/>
          </a:p>
        </p:txBody>
      </p:sp>
      <p:pic>
        <p:nvPicPr>
          <p:cNvPr id="4" name="Immagine 3">
            <a:extLst>
              <a:ext uri="{FF2B5EF4-FFF2-40B4-BE49-F238E27FC236}">
                <a16:creationId xmlns:a16="http://schemas.microsoft.com/office/drawing/2014/main" id="{4E018886-9036-FB22-0E75-5DB49E07E8A4}"/>
              </a:ext>
            </a:extLst>
          </p:cNvPr>
          <p:cNvPicPr>
            <a:picLocks noChangeAspect="1"/>
          </p:cNvPicPr>
          <p:nvPr/>
        </p:nvPicPr>
        <p:blipFill>
          <a:blip r:embed="rId3"/>
          <a:stretch>
            <a:fillRect/>
          </a:stretch>
        </p:blipFill>
        <p:spPr>
          <a:xfrm>
            <a:off x="311700" y="2271201"/>
            <a:ext cx="8566143" cy="2693976"/>
          </a:xfrm>
          <a:prstGeom prst="rect">
            <a:avLst/>
          </a:prstGeom>
        </p:spPr>
      </p:pic>
    </p:spTree>
    <p:extLst>
      <p:ext uri="{BB962C8B-B14F-4D97-AF65-F5344CB8AC3E}">
        <p14:creationId xmlns:p14="http://schemas.microsoft.com/office/powerpoint/2010/main" val="42609251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State and Observations</a:t>
            </a:r>
            <a:endParaRPr sz="4000" dirty="0"/>
          </a:p>
        </p:txBody>
      </p:sp>
      <p:sp>
        <p:nvSpPr>
          <p:cNvPr id="84" name="Google Shape;84;p14"/>
          <p:cNvSpPr txBox="1">
            <a:spLocks noGrp="1"/>
          </p:cNvSpPr>
          <p:nvPr>
            <p:ph type="body" idx="1"/>
          </p:nvPr>
        </p:nvSpPr>
        <p:spPr>
          <a:xfrm>
            <a:off x="162750" y="1212537"/>
            <a:ext cx="8818500" cy="5100000"/>
          </a:xfrm>
          <a:prstGeom prst="rect">
            <a:avLst/>
          </a:prstGeom>
        </p:spPr>
        <p:txBody>
          <a:bodyPr spcFirstLastPara="1" wrap="square" lIns="91425" tIns="91425" rIns="91425" bIns="91425" anchor="t" anchorCtr="0">
            <a:noAutofit/>
          </a:bodyPr>
          <a:lstStyle/>
          <a:p>
            <a:pPr lvl="0"/>
            <a:r>
              <a:rPr lang="en-GB" dirty="0"/>
              <a:t>The environment is represented by a </a:t>
            </a:r>
            <a:r>
              <a:rPr lang="en-GB" b="1" dirty="0"/>
              <a:t>set of variables </a:t>
            </a:r>
            <a:r>
              <a:rPr lang="en-GB" dirty="0"/>
              <a:t>related to the problem</a:t>
            </a:r>
          </a:p>
          <a:p>
            <a:pPr lvl="1"/>
            <a:r>
              <a:rPr lang="en-GB" dirty="0"/>
              <a:t>in the robotic arm example: location of objects, location and velocities of the arm </a:t>
            </a:r>
          </a:p>
          <a:p>
            <a:r>
              <a:rPr lang="en-GB" dirty="0"/>
              <a:t>This set and </a:t>
            </a:r>
            <a:r>
              <a:rPr lang="en-GB" b="1" dirty="0"/>
              <a:t>all the possible values </a:t>
            </a:r>
            <a:r>
              <a:rPr lang="en-GB" dirty="0"/>
              <a:t>that variables can take are referred to as the </a:t>
            </a:r>
            <a:r>
              <a:rPr lang="en-GB" b="1" dirty="0"/>
              <a:t>state space</a:t>
            </a:r>
            <a:r>
              <a:rPr lang="en-GB" dirty="0"/>
              <a:t> </a:t>
            </a:r>
          </a:p>
          <a:p>
            <a:pPr lvl="1"/>
            <a:r>
              <a:rPr lang="en-GB" dirty="0"/>
              <a:t>a state is an instantiation of the state space: a set of values the variables take</a:t>
            </a:r>
          </a:p>
          <a:p>
            <a:r>
              <a:rPr lang="en-GB" dirty="0"/>
              <a:t>Often, agents don’t have access to the </a:t>
            </a:r>
            <a:r>
              <a:rPr lang="en-GB" b="1" dirty="0"/>
              <a:t>actual full state </a:t>
            </a:r>
            <a:r>
              <a:rPr lang="en-GB" dirty="0"/>
              <a:t>of the environment: the part of a state that the agent can observe is called an </a:t>
            </a:r>
            <a:r>
              <a:rPr lang="en-GB" b="1" dirty="0"/>
              <a:t>observation</a:t>
            </a:r>
          </a:p>
          <a:p>
            <a:pPr lvl="1"/>
            <a:r>
              <a:rPr lang="en-GB" dirty="0"/>
              <a:t>in the robotic arm example, the agent may only have access to camera images </a:t>
            </a:r>
          </a:p>
          <a:p>
            <a:pPr lvl="0"/>
            <a:endParaRPr lang="en-GB" dirty="0"/>
          </a:p>
          <a:p>
            <a:pPr lvl="0"/>
            <a:endParaRPr lang="en-GB" dirty="0"/>
          </a:p>
          <a:p>
            <a:pPr lvl="1"/>
            <a:endParaRPr lang="en-GB" dirty="0"/>
          </a:p>
        </p:txBody>
      </p:sp>
      <p:pic>
        <p:nvPicPr>
          <p:cNvPr id="4" name="Immagine 3">
            <a:extLst>
              <a:ext uri="{FF2B5EF4-FFF2-40B4-BE49-F238E27FC236}">
                <a16:creationId xmlns:a16="http://schemas.microsoft.com/office/drawing/2014/main" id="{B153987F-8A32-8E76-B285-08A3B4A743CF}"/>
              </a:ext>
            </a:extLst>
          </p:cNvPr>
          <p:cNvPicPr>
            <a:picLocks noChangeAspect="1"/>
          </p:cNvPicPr>
          <p:nvPr/>
        </p:nvPicPr>
        <p:blipFill>
          <a:blip r:embed="rId3"/>
          <a:stretch>
            <a:fillRect/>
          </a:stretch>
        </p:blipFill>
        <p:spPr>
          <a:xfrm>
            <a:off x="162750" y="4331169"/>
            <a:ext cx="8630173" cy="1749119"/>
          </a:xfrm>
          <a:prstGeom prst="rect">
            <a:avLst/>
          </a:prstGeom>
        </p:spPr>
      </p:pic>
    </p:spTree>
    <p:extLst>
      <p:ext uri="{BB962C8B-B14F-4D97-AF65-F5344CB8AC3E}">
        <p14:creationId xmlns:p14="http://schemas.microsoft.com/office/powerpoint/2010/main" val="22596747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2">
          <a:extLst>
            <a:ext uri="{FF2B5EF4-FFF2-40B4-BE49-F238E27FC236}">
              <a16:creationId xmlns:a16="http://schemas.microsoft.com/office/drawing/2014/main" id="{BE44C19C-0184-84FD-EF13-1D417D25D043}"/>
            </a:ext>
          </a:extLst>
        </p:cNvPr>
        <p:cNvGrpSpPr/>
        <p:nvPr/>
      </p:nvGrpSpPr>
      <p:grpSpPr>
        <a:xfrm>
          <a:off x="0" y="0"/>
          <a:ext cx="0" cy="0"/>
          <a:chOff x="0" y="0"/>
          <a:chExt cx="0" cy="0"/>
        </a:xfrm>
      </p:grpSpPr>
      <p:sp>
        <p:nvSpPr>
          <p:cNvPr id="83" name="Google Shape;83;p14">
            <a:extLst>
              <a:ext uri="{FF2B5EF4-FFF2-40B4-BE49-F238E27FC236}">
                <a16:creationId xmlns:a16="http://schemas.microsoft.com/office/drawing/2014/main" id="{845D6E6A-9E01-8ADB-26CC-FF6992225FDA}"/>
              </a:ext>
            </a:extLst>
          </p:cNvPr>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Actions and Rewards (1)</a:t>
            </a:r>
            <a:endParaRPr sz="4000" dirty="0"/>
          </a:p>
        </p:txBody>
      </p:sp>
      <p:sp>
        <p:nvSpPr>
          <p:cNvPr id="84" name="Google Shape;84;p14">
            <a:extLst>
              <a:ext uri="{FF2B5EF4-FFF2-40B4-BE49-F238E27FC236}">
                <a16:creationId xmlns:a16="http://schemas.microsoft.com/office/drawing/2014/main" id="{42A93E60-ED46-8EBA-1A47-E9DA0B7C3000}"/>
              </a:ext>
            </a:extLst>
          </p:cNvPr>
          <p:cNvSpPr txBox="1">
            <a:spLocks noGrp="1"/>
          </p:cNvSpPr>
          <p:nvPr>
            <p:ph type="body" idx="1"/>
          </p:nvPr>
        </p:nvSpPr>
        <p:spPr>
          <a:xfrm>
            <a:off x="162750" y="1212537"/>
            <a:ext cx="8818500" cy="5100000"/>
          </a:xfrm>
          <a:prstGeom prst="rect">
            <a:avLst/>
          </a:prstGeom>
        </p:spPr>
        <p:txBody>
          <a:bodyPr spcFirstLastPara="1" wrap="square" lIns="91425" tIns="91425" rIns="91425" bIns="91425" anchor="t" anchorCtr="0">
            <a:noAutofit/>
          </a:bodyPr>
          <a:lstStyle/>
          <a:p>
            <a:endParaRPr lang="en-GB" dirty="0"/>
          </a:p>
          <a:p>
            <a:pPr lvl="0"/>
            <a:endParaRPr lang="en-GB" dirty="0"/>
          </a:p>
          <a:p>
            <a:pPr lvl="0"/>
            <a:endParaRPr lang="en-GB" dirty="0"/>
          </a:p>
          <a:p>
            <a:pPr lvl="1"/>
            <a:endParaRPr lang="en-GB" dirty="0"/>
          </a:p>
        </p:txBody>
      </p:sp>
      <p:pic>
        <p:nvPicPr>
          <p:cNvPr id="3" name="Immagine 2">
            <a:extLst>
              <a:ext uri="{FF2B5EF4-FFF2-40B4-BE49-F238E27FC236}">
                <a16:creationId xmlns:a16="http://schemas.microsoft.com/office/drawing/2014/main" id="{7553A01B-6DF5-8F64-B47D-269641EBBD95}"/>
              </a:ext>
            </a:extLst>
          </p:cNvPr>
          <p:cNvPicPr>
            <a:picLocks noChangeAspect="1"/>
          </p:cNvPicPr>
          <p:nvPr/>
        </p:nvPicPr>
        <p:blipFill>
          <a:blip r:embed="rId3"/>
          <a:stretch>
            <a:fillRect/>
          </a:stretch>
        </p:blipFill>
        <p:spPr>
          <a:xfrm>
            <a:off x="249359" y="1212537"/>
            <a:ext cx="3713961" cy="1542297"/>
          </a:xfrm>
          <a:prstGeom prst="rect">
            <a:avLst/>
          </a:prstGeom>
        </p:spPr>
      </p:pic>
      <p:pic>
        <p:nvPicPr>
          <p:cNvPr id="5" name="Immagine 4">
            <a:extLst>
              <a:ext uri="{FF2B5EF4-FFF2-40B4-BE49-F238E27FC236}">
                <a16:creationId xmlns:a16="http://schemas.microsoft.com/office/drawing/2014/main" id="{5421CF9A-2B46-5380-15BE-164BB9B9BF50}"/>
              </a:ext>
            </a:extLst>
          </p:cNvPr>
          <p:cNvPicPr>
            <a:picLocks noChangeAspect="1"/>
          </p:cNvPicPr>
          <p:nvPr/>
        </p:nvPicPr>
        <p:blipFill>
          <a:blip r:embed="rId4"/>
          <a:stretch>
            <a:fillRect/>
          </a:stretch>
        </p:blipFill>
        <p:spPr>
          <a:xfrm>
            <a:off x="4496909" y="1101918"/>
            <a:ext cx="3818511" cy="1600262"/>
          </a:xfrm>
          <a:prstGeom prst="rect">
            <a:avLst/>
          </a:prstGeom>
        </p:spPr>
      </p:pic>
      <p:pic>
        <p:nvPicPr>
          <p:cNvPr id="7" name="Immagine 6">
            <a:extLst>
              <a:ext uri="{FF2B5EF4-FFF2-40B4-BE49-F238E27FC236}">
                <a16:creationId xmlns:a16="http://schemas.microsoft.com/office/drawing/2014/main" id="{2134F9C1-A67E-D63E-DC40-0F28E3698216}"/>
              </a:ext>
            </a:extLst>
          </p:cNvPr>
          <p:cNvPicPr>
            <a:picLocks noChangeAspect="1"/>
          </p:cNvPicPr>
          <p:nvPr/>
        </p:nvPicPr>
        <p:blipFill>
          <a:blip r:embed="rId5"/>
          <a:stretch>
            <a:fillRect/>
          </a:stretch>
        </p:blipFill>
        <p:spPr>
          <a:xfrm>
            <a:off x="1996499" y="2865453"/>
            <a:ext cx="5000820" cy="1600262"/>
          </a:xfrm>
          <a:prstGeom prst="rect">
            <a:avLst/>
          </a:prstGeom>
        </p:spPr>
      </p:pic>
      <p:pic>
        <p:nvPicPr>
          <p:cNvPr id="9" name="Immagine 8">
            <a:extLst>
              <a:ext uri="{FF2B5EF4-FFF2-40B4-BE49-F238E27FC236}">
                <a16:creationId xmlns:a16="http://schemas.microsoft.com/office/drawing/2014/main" id="{69995741-0340-D8EC-F692-81A48E0CD118}"/>
              </a:ext>
            </a:extLst>
          </p:cNvPr>
          <p:cNvPicPr>
            <a:picLocks noChangeAspect="1"/>
          </p:cNvPicPr>
          <p:nvPr/>
        </p:nvPicPr>
        <p:blipFill>
          <a:blip r:embed="rId6"/>
          <a:stretch>
            <a:fillRect/>
          </a:stretch>
        </p:blipFill>
        <p:spPr>
          <a:xfrm>
            <a:off x="452602" y="4583045"/>
            <a:ext cx="3744659" cy="1729492"/>
          </a:xfrm>
          <a:prstGeom prst="rect">
            <a:avLst/>
          </a:prstGeom>
        </p:spPr>
      </p:pic>
      <p:pic>
        <p:nvPicPr>
          <p:cNvPr id="11" name="Immagine 10">
            <a:extLst>
              <a:ext uri="{FF2B5EF4-FFF2-40B4-BE49-F238E27FC236}">
                <a16:creationId xmlns:a16="http://schemas.microsoft.com/office/drawing/2014/main" id="{3555953D-2EF8-A06C-6212-77947928758B}"/>
              </a:ext>
            </a:extLst>
          </p:cNvPr>
          <p:cNvPicPr>
            <a:picLocks noChangeAspect="1"/>
          </p:cNvPicPr>
          <p:nvPr/>
        </p:nvPicPr>
        <p:blipFill>
          <a:blip r:embed="rId7"/>
          <a:stretch>
            <a:fillRect/>
          </a:stretch>
        </p:blipFill>
        <p:spPr>
          <a:xfrm>
            <a:off x="4824247" y="4836932"/>
            <a:ext cx="3960796" cy="1467205"/>
          </a:xfrm>
          <a:prstGeom prst="rect">
            <a:avLst/>
          </a:prstGeom>
        </p:spPr>
      </p:pic>
      <p:sp>
        <p:nvSpPr>
          <p:cNvPr id="12" name="CasellaDiTesto 11">
            <a:extLst>
              <a:ext uri="{FF2B5EF4-FFF2-40B4-BE49-F238E27FC236}">
                <a16:creationId xmlns:a16="http://schemas.microsoft.com/office/drawing/2014/main" id="{5034A4E1-8237-8E58-F824-B879AEE0DE9A}"/>
              </a:ext>
            </a:extLst>
          </p:cNvPr>
          <p:cNvSpPr txBox="1"/>
          <p:nvPr/>
        </p:nvSpPr>
        <p:spPr>
          <a:xfrm>
            <a:off x="670035" y="2033752"/>
            <a:ext cx="402674" cy="307777"/>
          </a:xfrm>
          <a:prstGeom prst="rect">
            <a:avLst/>
          </a:prstGeom>
          <a:noFill/>
        </p:spPr>
        <p:txBody>
          <a:bodyPr wrap="none" rtlCol="0">
            <a:spAutoFit/>
          </a:bodyPr>
          <a:lstStyle/>
          <a:p>
            <a:r>
              <a:rPr lang="en-GB" dirty="0"/>
              <a:t>(1)</a:t>
            </a:r>
          </a:p>
        </p:txBody>
      </p:sp>
      <p:sp>
        <p:nvSpPr>
          <p:cNvPr id="13" name="CasellaDiTesto 12">
            <a:extLst>
              <a:ext uri="{FF2B5EF4-FFF2-40B4-BE49-F238E27FC236}">
                <a16:creationId xmlns:a16="http://schemas.microsoft.com/office/drawing/2014/main" id="{94AFB597-8145-4FCE-00E1-92CF83FCA5DB}"/>
              </a:ext>
            </a:extLst>
          </p:cNvPr>
          <p:cNvSpPr txBox="1"/>
          <p:nvPr/>
        </p:nvSpPr>
        <p:spPr>
          <a:xfrm>
            <a:off x="4997217" y="2073586"/>
            <a:ext cx="402674" cy="307777"/>
          </a:xfrm>
          <a:prstGeom prst="rect">
            <a:avLst/>
          </a:prstGeom>
          <a:noFill/>
        </p:spPr>
        <p:txBody>
          <a:bodyPr wrap="none" rtlCol="0">
            <a:spAutoFit/>
          </a:bodyPr>
          <a:lstStyle/>
          <a:p>
            <a:r>
              <a:rPr lang="en-GB" dirty="0"/>
              <a:t>(2)</a:t>
            </a:r>
          </a:p>
        </p:txBody>
      </p:sp>
      <p:sp>
        <p:nvSpPr>
          <p:cNvPr id="14" name="CasellaDiTesto 13">
            <a:extLst>
              <a:ext uri="{FF2B5EF4-FFF2-40B4-BE49-F238E27FC236}">
                <a16:creationId xmlns:a16="http://schemas.microsoft.com/office/drawing/2014/main" id="{98088C47-2E9E-89AB-798F-DAFD53B4C329}"/>
              </a:ext>
            </a:extLst>
          </p:cNvPr>
          <p:cNvSpPr txBox="1"/>
          <p:nvPr/>
        </p:nvSpPr>
        <p:spPr>
          <a:xfrm>
            <a:off x="1703666" y="3584538"/>
            <a:ext cx="402674" cy="307777"/>
          </a:xfrm>
          <a:prstGeom prst="rect">
            <a:avLst/>
          </a:prstGeom>
          <a:noFill/>
        </p:spPr>
        <p:txBody>
          <a:bodyPr wrap="none" rtlCol="0">
            <a:spAutoFit/>
          </a:bodyPr>
          <a:lstStyle/>
          <a:p>
            <a:r>
              <a:rPr lang="en-GB" dirty="0"/>
              <a:t>(3)</a:t>
            </a:r>
          </a:p>
        </p:txBody>
      </p:sp>
      <p:sp>
        <p:nvSpPr>
          <p:cNvPr id="15" name="CasellaDiTesto 14">
            <a:extLst>
              <a:ext uri="{FF2B5EF4-FFF2-40B4-BE49-F238E27FC236}">
                <a16:creationId xmlns:a16="http://schemas.microsoft.com/office/drawing/2014/main" id="{2455FB23-83BD-CB0F-230A-6A31FB419FEA}"/>
              </a:ext>
            </a:extLst>
          </p:cNvPr>
          <p:cNvSpPr txBox="1"/>
          <p:nvPr/>
        </p:nvSpPr>
        <p:spPr>
          <a:xfrm>
            <a:off x="468698" y="5128357"/>
            <a:ext cx="402674" cy="307777"/>
          </a:xfrm>
          <a:prstGeom prst="rect">
            <a:avLst/>
          </a:prstGeom>
          <a:noFill/>
        </p:spPr>
        <p:txBody>
          <a:bodyPr wrap="none" rtlCol="0">
            <a:spAutoFit/>
          </a:bodyPr>
          <a:lstStyle/>
          <a:p>
            <a:r>
              <a:rPr lang="en-GB" dirty="0"/>
              <a:t>(4)</a:t>
            </a:r>
          </a:p>
        </p:txBody>
      </p:sp>
      <p:sp>
        <p:nvSpPr>
          <p:cNvPr id="16" name="CasellaDiTesto 15">
            <a:extLst>
              <a:ext uri="{FF2B5EF4-FFF2-40B4-BE49-F238E27FC236}">
                <a16:creationId xmlns:a16="http://schemas.microsoft.com/office/drawing/2014/main" id="{222569B3-0143-37AB-D55A-FEA07DB91D52}"/>
              </a:ext>
            </a:extLst>
          </p:cNvPr>
          <p:cNvSpPr txBox="1"/>
          <p:nvPr/>
        </p:nvSpPr>
        <p:spPr>
          <a:xfrm>
            <a:off x="4824247" y="5262758"/>
            <a:ext cx="402674" cy="307777"/>
          </a:xfrm>
          <a:prstGeom prst="rect">
            <a:avLst/>
          </a:prstGeom>
          <a:noFill/>
        </p:spPr>
        <p:txBody>
          <a:bodyPr wrap="none" rtlCol="0">
            <a:spAutoFit/>
          </a:bodyPr>
          <a:lstStyle/>
          <a:p>
            <a:r>
              <a:rPr lang="en-GB" dirty="0"/>
              <a:t>(5)</a:t>
            </a:r>
          </a:p>
        </p:txBody>
      </p:sp>
    </p:spTree>
    <p:extLst>
      <p:ext uri="{BB962C8B-B14F-4D97-AF65-F5344CB8AC3E}">
        <p14:creationId xmlns:p14="http://schemas.microsoft.com/office/powerpoint/2010/main" val="34706605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Actions and Rewards (2)</a:t>
            </a:r>
            <a:endParaRPr sz="4000" dirty="0"/>
          </a:p>
        </p:txBody>
      </p:sp>
      <p:sp>
        <p:nvSpPr>
          <p:cNvPr id="84" name="Google Shape;84;p14"/>
          <p:cNvSpPr txBox="1">
            <a:spLocks noGrp="1"/>
          </p:cNvSpPr>
          <p:nvPr>
            <p:ph type="body" idx="1"/>
          </p:nvPr>
        </p:nvSpPr>
        <p:spPr>
          <a:xfrm>
            <a:off x="162750" y="1212537"/>
            <a:ext cx="8818500" cy="5100000"/>
          </a:xfrm>
          <a:prstGeom prst="rect">
            <a:avLst/>
          </a:prstGeom>
        </p:spPr>
        <p:txBody>
          <a:bodyPr spcFirstLastPara="1" wrap="square" lIns="91425" tIns="91425" rIns="91425" bIns="91425" anchor="t" anchorCtr="0">
            <a:noAutofit/>
          </a:bodyPr>
          <a:lstStyle/>
          <a:p>
            <a:pPr lvl="0"/>
            <a:r>
              <a:rPr lang="en-GB" dirty="0"/>
              <a:t>At each state, the environment makes available a </a:t>
            </a:r>
            <a:r>
              <a:rPr lang="en-GB" b="1" dirty="0"/>
              <a:t>set of actions </a:t>
            </a:r>
            <a:r>
              <a:rPr lang="en-GB" dirty="0"/>
              <a:t>the agent can choose from</a:t>
            </a:r>
          </a:p>
          <a:p>
            <a:pPr lvl="1"/>
            <a:r>
              <a:rPr lang="en-GB" dirty="0"/>
              <a:t>the agent </a:t>
            </a:r>
            <a:r>
              <a:rPr lang="en-GB" b="1" dirty="0"/>
              <a:t>influences</a:t>
            </a:r>
            <a:r>
              <a:rPr lang="en-GB" dirty="0"/>
              <a:t> the environment through these actions</a:t>
            </a:r>
          </a:p>
          <a:p>
            <a:pPr lvl="1"/>
            <a:r>
              <a:rPr lang="en-GB" dirty="0"/>
              <a:t>the environment may change states as a response to the agent’s action</a:t>
            </a:r>
          </a:p>
          <a:p>
            <a:pPr lvl="1"/>
            <a:r>
              <a:rPr lang="en-GB" b="1" dirty="0"/>
              <a:t>transition function</a:t>
            </a:r>
          </a:p>
          <a:p>
            <a:endParaRPr lang="en-GB" dirty="0"/>
          </a:p>
          <a:p>
            <a:r>
              <a:rPr lang="en-GB" dirty="0"/>
              <a:t>The environment also provides a </a:t>
            </a:r>
            <a:r>
              <a:rPr lang="en-GB" b="1" dirty="0"/>
              <a:t>reward signal </a:t>
            </a:r>
            <a:r>
              <a:rPr lang="en-GB" dirty="0"/>
              <a:t>as a response </a:t>
            </a:r>
          </a:p>
          <a:p>
            <a:pPr lvl="1"/>
            <a:r>
              <a:rPr lang="en-GB" b="1" dirty="0"/>
              <a:t>reward function</a:t>
            </a:r>
          </a:p>
          <a:p>
            <a:endParaRPr lang="en-GB" dirty="0"/>
          </a:p>
          <a:p>
            <a:r>
              <a:rPr lang="en-GB" dirty="0"/>
              <a:t>The set of transition and reward functions is referred to as the </a:t>
            </a:r>
            <a:r>
              <a:rPr lang="en-GB" b="1" dirty="0"/>
              <a:t>model</a:t>
            </a:r>
            <a:r>
              <a:rPr lang="en-GB" dirty="0"/>
              <a:t> of the environment</a:t>
            </a:r>
          </a:p>
          <a:p>
            <a:endParaRPr lang="en-GB" dirty="0"/>
          </a:p>
          <a:p>
            <a:r>
              <a:rPr lang="en-GB" dirty="0"/>
              <a:t>In the interesting and challenging cases, actions may affect </a:t>
            </a:r>
            <a:r>
              <a:rPr lang="en-GB" b="1" dirty="0"/>
              <a:t>not only the immediate reward</a:t>
            </a:r>
            <a:r>
              <a:rPr lang="en-GB" dirty="0"/>
              <a:t> and the next situation, but also </a:t>
            </a:r>
            <a:r>
              <a:rPr lang="en-GB" b="1" dirty="0"/>
              <a:t>all subsequent rewards</a:t>
            </a:r>
            <a:endParaRPr lang="en-GB" dirty="0"/>
          </a:p>
          <a:p>
            <a:endParaRPr lang="en-GB" dirty="0"/>
          </a:p>
          <a:p>
            <a:pPr lvl="0"/>
            <a:endParaRPr lang="en-GB" dirty="0"/>
          </a:p>
          <a:p>
            <a:pPr lvl="0"/>
            <a:endParaRPr lang="en-GB" dirty="0"/>
          </a:p>
          <a:p>
            <a:pPr lvl="1"/>
            <a:endParaRPr lang="en-GB" dirty="0"/>
          </a:p>
        </p:txBody>
      </p:sp>
    </p:spTree>
    <p:extLst>
      <p:ext uri="{BB962C8B-B14F-4D97-AF65-F5344CB8AC3E}">
        <p14:creationId xmlns:p14="http://schemas.microsoft.com/office/powerpoint/2010/main" val="27565326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Steps and Episodes</a:t>
            </a:r>
            <a:endParaRPr sz="4000" dirty="0"/>
          </a:p>
        </p:txBody>
      </p:sp>
      <p:sp>
        <p:nvSpPr>
          <p:cNvPr id="84" name="Google Shape;84;p14"/>
          <p:cNvSpPr txBox="1">
            <a:spLocks noGrp="1"/>
          </p:cNvSpPr>
          <p:nvPr>
            <p:ph type="body" idx="1"/>
          </p:nvPr>
        </p:nvSpPr>
        <p:spPr>
          <a:xfrm>
            <a:off x="162750" y="1212537"/>
            <a:ext cx="8818500" cy="5342642"/>
          </a:xfrm>
          <a:prstGeom prst="rect">
            <a:avLst/>
          </a:prstGeom>
        </p:spPr>
        <p:txBody>
          <a:bodyPr spcFirstLastPara="1" wrap="square" lIns="91425" tIns="91425" rIns="91425" bIns="91425" anchor="t" anchorCtr="0">
            <a:noAutofit/>
          </a:bodyPr>
          <a:lstStyle/>
          <a:p>
            <a:pPr lvl="0"/>
            <a:r>
              <a:rPr lang="en-GB" dirty="0"/>
              <a:t>The agent has a </a:t>
            </a:r>
            <a:r>
              <a:rPr lang="en-GB" b="1" dirty="0"/>
              <a:t>four-step process</a:t>
            </a:r>
            <a:r>
              <a:rPr lang="en-GB" dirty="0"/>
              <a:t>: </a:t>
            </a:r>
          </a:p>
          <a:p>
            <a:pPr lvl="1"/>
            <a:r>
              <a:rPr lang="en-GB" b="1" dirty="0"/>
              <a:t>Observation</a:t>
            </a:r>
            <a:r>
              <a:rPr lang="en-GB" dirty="0"/>
              <a:t> of the environment</a:t>
            </a:r>
          </a:p>
          <a:p>
            <a:pPr lvl="1"/>
            <a:r>
              <a:rPr lang="en-GB" b="1" dirty="0"/>
              <a:t>Interaction</a:t>
            </a:r>
            <a:r>
              <a:rPr lang="en-GB" dirty="0"/>
              <a:t> through actions</a:t>
            </a:r>
          </a:p>
          <a:p>
            <a:pPr lvl="1"/>
            <a:r>
              <a:rPr lang="en-GB" b="1" dirty="0"/>
              <a:t>Evaluation</a:t>
            </a:r>
            <a:r>
              <a:rPr lang="en-GB" dirty="0"/>
              <a:t> through the reward signal</a:t>
            </a:r>
          </a:p>
          <a:p>
            <a:pPr lvl="1"/>
            <a:r>
              <a:rPr lang="en-GB" b="1" dirty="0"/>
              <a:t>Improvement</a:t>
            </a:r>
            <a:r>
              <a:rPr lang="en-GB" dirty="0"/>
              <a:t> of its behaviour</a:t>
            </a:r>
          </a:p>
          <a:p>
            <a:pPr marL="590550" lvl="1" indent="0">
              <a:buNone/>
            </a:pPr>
            <a:endParaRPr lang="en-GB" sz="800" dirty="0"/>
          </a:p>
          <a:p>
            <a:pPr lvl="0"/>
            <a:r>
              <a:rPr lang="en-GB" dirty="0"/>
              <a:t>Each cycle is called a </a:t>
            </a:r>
            <a:r>
              <a:rPr lang="en-GB" b="1" dirty="0"/>
              <a:t>time step</a:t>
            </a:r>
            <a:r>
              <a:rPr lang="en-GB" dirty="0"/>
              <a:t> </a:t>
            </a:r>
          </a:p>
          <a:p>
            <a:pPr lvl="1"/>
            <a:endParaRPr lang="en-GB" dirty="0"/>
          </a:p>
          <a:p>
            <a:r>
              <a:rPr lang="en-GB" dirty="0"/>
              <a:t>The set of </a:t>
            </a:r>
            <a:r>
              <a:rPr lang="en-GB" b="1" dirty="0"/>
              <a:t>[state, action, reward, new state]</a:t>
            </a:r>
            <a:r>
              <a:rPr lang="en-GB" dirty="0"/>
              <a:t> is called an </a:t>
            </a:r>
            <a:r>
              <a:rPr lang="en-GB" b="1" dirty="0"/>
              <a:t>experience</a:t>
            </a:r>
            <a:r>
              <a:rPr lang="en-GB" dirty="0"/>
              <a:t> </a:t>
            </a:r>
          </a:p>
          <a:p>
            <a:pPr lvl="1"/>
            <a:endParaRPr lang="en-GB" sz="700" dirty="0"/>
          </a:p>
          <a:p>
            <a:r>
              <a:rPr lang="en-GB" dirty="0"/>
              <a:t>The task may or may not have a </a:t>
            </a:r>
            <a:r>
              <a:rPr lang="en-GB" b="1" dirty="0"/>
              <a:t>natural ending</a:t>
            </a:r>
          </a:p>
          <a:p>
            <a:pPr lvl="1"/>
            <a:r>
              <a:rPr lang="en-GB" dirty="0"/>
              <a:t>tasks that have a natural ending (e.g. games) are called </a:t>
            </a:r>
            <a:r>
              <a:rPr lang="en-GB" b="1" dirty="0"/>
              <a:t>episodic tasks</a:t>
            </a:r>
            <a:r>
              <a:rPr lang="en-GB" dirty="0"/>
              <a:t> </a:t>
            </a:r>
          </a:p>
          <a:p>
            <a:pPr lvl="1"/>
            <a:r>
              <a:rPr lang="en-GB" dirty="0"/>
              <a:t>tasks that don’t have a natural ending </a:t>
            </a:r>
            <a:r>
              <a:rPr lang="en-GB" b="1" dirty="0"/>
              <a:t>continuing tasks</a:t>
            </a:r>
          </a:p>
          <a:p>
            <a:pPr lvl="1"/>
            <a:endParaRPr lang="en-GB" sz="700" b="1" dirty="0"/>
          </a:p>
          <a:p>
            <a:r>
              <a:rPr lang="en-GB" dirty="0"/>
              <a:t>The sequence of time steps from the beginning to the end of an episodic task is called an </a:t>
            </a:r>
            <a:r>
              <a:rPr lang="en-GB" b="1" dirty="0"/>
              <a:t>episode</a:t>
            </a:r>
            <a:endParaRPr lang="en-GB" dirty="0"/>
          </a:p>
          <a:p>
            <a:pPr lvl="0"/>
            <a:endParaRPr lang="en-GB" dirty="0"/>
          </a:p>
          <a:p>
            <a:pPr lvl="0"/>
            <a:endParaRPr lang="en-GB" dirty="0"/>
          </a:p>
          <a:p>
            <a:pPr lvl="0"/>
            <a:endParaRPr lang="en-GB" dirty="0"/>
          </a:p>
          <a:p>
            <a:pPr lvl="0"/>
            <a:endParaRPr lang="en-GB" dirty="0"/>
          </a:p>
          <a:p>
            <a:pPr lvl="1"/>
            <a:endParaRPr lang="en-GB" dirty="0"/>
          </a:p>
        </p:txBody>
      </p:sp>
      <p:pic>
        <p:nvPicPr>
          <p:cNvPr id="2" name="Immagine 1">
            <a:extLst>
              <a:ext uri="{FF2B5EF4-FFF2-40B4-BE49-F238E27FC236}">
                <a16:creationId xmlns:a16="http://schemas.microsoft.com/office/drawing/2014/main" id="{040704F6-29C2-6E5B-B8E9-FBAD2FA514F5}"/>
              </a:ext>
            </a:extLst>
          </p:cNvPr>
          <p:cNvPicPr>
            <a:picLocks noChangeAspect="1"/>
          </p:cNvPicPr>
          <p:nvPr/>
        </p:nvPicPr>
        <p:blipFill>
          <a:blip r:embed="rId3"/>
          <a:stretch>
            <a:fillRect/>
          </a:stretch>
        </p:blipFill>
        <p:spPr>
          <a:xfrm>
            <a:off x="4572000" y="1212536"/>
            <a:ext cx="4516401" cy="1964215"/>
          </a:xfrm>
          <a:prstGeom prst="rect">
            <a:avLst/>
          </a:prstGeom>
        </p:spPr>
      </p:pic>
    </p:spTree>
    <p:extLst>
      <p:ext uri="{BB962C8B-B14F-4D97-AF65-F5344CB8AC3E}">
        <p14:creationId xmlns:p14="http://schemas.microsoft.com/office/powerpoint/2010/main" val="20744995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Experience</a:t>
            </a:r>
            <a:endParaRPr sz="4000" dirty="0"/>
          </a:p>
        </p:txBody>
      </p:sp>
      <p:pic>
        <p:nvPicPr>
          <p:cNvPr id="4" name="Immagine 3">
            <a:extLst>
              <a:ext uri="{FF2B5EF4-FFF2-40B4-BE49-F238E27FC236}">
                <a16:creationId xmlns:a16="http://schemas.microsoft.com/office/drawing/2014/main" id="{D2335B20-FF76-9B59-9855-B0898E1D3C82}"/>
              </a:ext>
            </a:extLst>
          </p:cNvPr>
          <p:cNvPicPr>
            <a:picLocks noChangeAspect="1"/>
          </p:cNvPicPr>
          <p:nvPr/>
        </p:nvPicPr>
        <p:blipFill>
          <a:blip r:embed="rId3"/>
          <a:stretch>
            <a:fillRect/>
          </a:stretch>
        </p:blipFill>
        <p:spPr>
          <a:xfrm>
            <a:off x="160292" y="1543060"/>
            <a:ext cx="8823415" cy="3959106"/>
          </a:xfrm>
          <a:prstGeom prst="rect">
            <a:avLst/>
          </a:prstGeom>
        </p:spPr>
      </p:pic>
    </p:spTree>
    <p:extLst>
      <p:ext uri="{BB962C8B-B14F-4D97-AF65-F5344CB8AC3E}">
        <p14:creationId xmlns:p14="http://schemas.microsoft.com/office/powerpoint/2010/main" val="36688366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Challenges: delayed consequences</a:t>
            </a:r>
            <a:endParaRPr sz="4000" dirty="0"/>
          </a:p>
        </p:txBody>
      </p:sp>
      <p:sp>
        <p:nvSpPr>
          <p:cNvPr id="84" name="Google Shape;84;p14"/>
          <p:cNvSpPr txBox="1">
            <a:spLocks noGrp="1"/>
          </p:cNvSpPr>
          <p:nvPr>
            <p:ph type="body" idx="1"/>
          </p:nvPr>
        </p:nvSpPr>
        <p:spPr>
          <a:xfrm>
            <a:off x="162750" y="948731"/>
            <a:ext cx="8818500" cy="5100000"/>
          </a:xfrm>
          <a:prstGeom prst="rect">
            <a:avLst/>
          </a:prstGeom>
        </p:spPr>
        <p:txBody>
          <a:bodyPr spcFirstLastPara="1" wrap="square" lIns="91425" tIns="91425" rIns="91425" bIns="91425" anchor="t" anchorCtr="0">
            <a:noAutofit/>
          </a:bodyPr>
          <a:lstStyle/>
          <a:p>
            <a:pPr lvl="0"/>
            <a:r>
              <a:rPr lang="en-GB" dirty="0"/>
              <a:t>The reward may be </a:t>
            </a:r>
            <a:r>
              <a:rPr lang="en-GB" b="1" dirty="0"/>
              <a:t>sparse</a:t>
            </a:r>
            <a:r>
              <a:rPr lang="en-GB" dirty="0"/>
              <a:t> and only </a:t>
            </a:r>
            <a:r>
              <a:rPr lang="en-GB" b="1" dirty="0"/>
              <a:t>manifest after several time steps</a:t>
            </a:r>
          </a:p>
          <a:p>
            <a:r>
              <a:rPr lang="en-GB" dirty="0"/>
              <a:t>How to determine which state/action is responsible for a reward?</a:t>
            </a:r>
          </a:p>
          <a:p>
            <a:pPr lvl="1"/>
            <a:r>
              <a:rPr lang="en-GB" b="1" dirty="0"/>
              <a:t>temporal credit assignment problem</a:t>
            </a:r>
            <a:endParaRPr lang="en-GB" dirty="0"/>
          </a:p>
          <a:p>
            <a:pPr lvl="1"/>
            <a:endParaRPr lang="en-GB" dirty="0"/>
          </a:p>
        </p:txBody>
      </p:sp>
      <p:pic>
        <p:nvPicPr>
          <p:cNvPr id="3" name="Immagine 2">
            <a:extLst>
              <a:ext uri="{FF2B5EF4-FFF2-40B4-BE49-F238E27FC236}">
                <a16:creationId xmlns:a16="http://schemas.microsoft.com/office/drawing/2014/main" id="{23BCFC11-2811-7DF0-03DE-0203873B004C}"/>
              </a:ext>
            </a:extLst>
          </p:cNvPr>
          <p:cNvPicPr>
            <a:picLocks noChangeAspect="1"/>
          </p:cNvPicPr>
          <p:nvPr/>
        </p:nvPicPr>
        <p:blipFill>
          <a:blip r:embed="rId3"/>
          <a:stretch>
            <a:fillRect/>
          </a:stretch>
        </p:blipFill>
        <p:spPr>
          <a:xfrm>
            <a:off x="500886" y="2130438"/>
            <a:ext cx="8024112" cy="4445791"/>
          </a:xfrm>
          <a:prstGeom prst="rect">
            <a:avLst/>
          </a:prstGeom>
        </p:spPr>
      </p:pic>
    </p:spTree>
    <p:extLst>
      <p:ext uri="{BB962C8B-B14F-4D97-AF65-F5344CB8AC3E}">
        <p14:creationId xmlns:p14="http://schemas.microsoft.com/office/powerpoint/2010/main" val="18942957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Challenges: exploration vs exploitation</a:t>
            </a:r>
            <a:endParaRPr sz="4000" dirty="0"/>
          </a:p>
        </p:txBody>
      </p:sp>
      <p:sp>
        <p:nvSpPr>
          <p:cNvPr id="84" name="Google Shape;84;p14"/>
          <p:cNvSpPr txBox="1">
            <a:spLocks noGrp="1"/>
          </p:cNvSpPr>
          <p:nvPr>
            <p:ph type="body" idx="1"/>
          </p:nvPr>
        </p:nvSpPr>
        <p:spPr>
          <a:xfrm>
            <a:off x="162750" y="949140"/>
            <a:ext cx="8818500" cy="5100000"/>
          </a:xfrm>
          <a:prstGeom prst="rect">
            <a:avLst/>
          </a:prstGeom>
        </p:spPr>
        <p:txBody>
          <a:bodyPr spcFirstLastPara="1" wrap="square" lIns="91425" tIns="91425" rIns="91425" bIns="91425" anchor="t" anchorCtr="0">
            <a:noAutofit/>
          </a:bodyPr>
          <a:lstStyle/>
          <a:p>
            <a:pPr lvl="0"/>
            <a:r>
              <a:rPr lang="en-GB" dirty="0"/>
              <a:t>Rewards provide </a:t>
            </a:r>
            <a:r>
              <a:rPr lang="en-GB" b="1" dirty="0"/>
              <a:t>evaluative feedback</a:t>
            </a:r>
            <a:r>
              <a:rPr lang="en-GB" dirty="0"/>
              <a:t>, no explicit supervision</a:t>
            </a:r>
          </a:p>
          <a:p>
            <a:pPr lvl="1">
              <a:spcBef>
                <a:spcPts val="0"/>
              </a:spcBef>
              <a:spcAft>
                <a:spcPts val="0"/>
              </a:spcAft>
            </a:pPr>
            <a:r>
              <a:rPr lang="en-GB" dirty="0"/>
              <a:t>no which action would have been correct </a:t>
            </a:r>
          </a:p>
          <a:p>
            <a:pPr lvl="1">
              <a:spcBef>
                <a:spcPts val="0"/>
              </a:spcBef>
              <a:spcAft>
                <a:spcPts val="0"/>
              </a:spcAft>
            </a:pPr>
            <a:r>
              <a:rPr lang="en-GB" dirty="0"/>
              <a:t>no what would have happened had it chosen differently</a:t>
            </a:r>
          </a:p>
          <a:p>
            <a:r>
              <a:rPr lang="en-GB" dirty="0"/>
              <a:t>The agent must therefore </a:t>
            </a:r>
            <a:r>
              <a:rPr lang="en-GB" b="1" dirty="0"/>
              <a:t>explore alternative</a:t>
            </a:r>
            <a:r>
              <a:rPr lang="en-GB" dirty="0"/>
              <a:t> actions to discover better </a:t>
            </a:r>
            <a:r>
              <a:rPr lang="en-GB" dirty="0" err="1"/>
              <a:t>behaviors</a:t>
            </a:r>
            <a:r>
              <a:rPr lang="en-GB" dirty="0"/>
              <a:t>, while also </a:t>
            </a:r>
            <a:r>
              <a:rPr lang="en-GB" b="1" dirty="0"/>
              <a:t>exploiting what it has already learned</a:t>
            </a:r>
            <a:r>
              <a:rPr lang="en-GB" dirty="0"/>
              <a:t>.</a:t>
            </a:r>
          </a:p>
        </p:txBody>
      </p:sp>
      <p:pic>
        <p:nvPicPr>
          <p:cNvPr id="3" name="Immagine 2">
            <a:extLst>
              <a:ext uri="{FF2B5EF4-FFF2-40B4-BE49-F238E27FC236}">
                <a16:creationId xmlns:a16="http://schemas.microsoft.com/office/drawing/2014/main" id="{BFDB1028-FAE4-2032-2586-540B4506530A}"/>
              </a:ext>
            </a:extLst>
          </p:cNvPr>
          <p:cNvPicPr>
            <a:picLocks noChangeAspect="1"/>
          </p:cNvPicPr>
          <p:nvPr/>
        </p:nvPicPr>
        <p:blipFill>
          <a:blip r:embed="rId3"/>
          <a:stretch>
            <a:fillRect/>
          </a:stretch>
        </p:blipFill>
        <p:spPr>
          <a:xfrm>
            <a:off x="953813" y="2452471"/>
            <a:ext cx="7236373" cy="4228661"/>
          </a:xfrm>
          <a:prstGeom prst="rect">
            <a:avLst/>
          </a:prstGeom>
        </p:spPr>
      </p:pic>
    </p:spTree>
    <p:extLst>
      <p:ext uri="{BB962C8B-B14F-4D97-AF65-F5344CB8AC3E}">
        <p14:creationId xmlns:p14="http://schemas.microsoft.com/office/powerpoint/2010/main" val="7328681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2">
          <a:extLst>
            <a:ext uri="{FF2B5EF4-FFF2-40B4-BE49-F238E27FC236}">
              <a16:creationId xmlns:a16="http://schemas.microsoft.com/office/drawing/2014/main" id="{68FE078B-C039-2D6B-7A79-420715811887}"/>
            </a:ext>
          </a:extLst>
        </p:cNvPr>
        <p:cNvGrpSpPr/>
        <p:nvPr/>
      </p:nvGrpSpPr>
      <p:grpSpPr>
        <a:xfrm>
          <a:off x="0" y="0"/>
          <a:ext cx="0" cy="0"/>
          <a:chOff x="0" y="0"/>
          <a:chExt cx="0" cy="0"/>
        </a:xfrm>
      </p:grpSpPr>
      <p:sp>
        <p:nvSpPr>
          <p:cNvPr id="83" name="Google Shape;83;p14">
            <a:extLst>
              <a:ext uri="{FF2B5EF4-FFF2-40B4-BE49-F238E27FC236}">
                <a16:creationId xmlns:a16="http://schemas.microsoft.com/office/drawing/2014/main" id="{59270FB6-5177-EFFF-BFE8-5176FF3C1853}"/>
              </a:ext>
            </a:extLst>
          </p:cNvPr>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Challenges: sampled and weak feedback</a:t>
            </a:r>
            <a:endParaRPr sz="4000" dirty="0"/>
          </a:p>
        </p:txBody>
      </p:sp>
      <p:sp>
        <p:nvSpPr>
          <p:cNvPr id="84" name="Google Shape;84;p14">
            <a:extLst>
              <a:ext uri="{FF2B5EF4-FFF2-40B4-BE49-F238E27FC236}">
                <a16:creationId xmlns:a16="http://schemas.microsoft.com/office/drawing/2014/main" id="{D861236A-EFEF-1F61-6D48-8D4A21F27985}"/>
              </a:ext>
            </a:extLst>
          </p:cNvPr>
          <p:cNvSpPr txBox="1">
            <a:spLocks noGrp="1"/>
          </p:cNvSpPr>
          <p:nvPr>
            <p:ph type="body" idx="1"/>
          </p:nvPr>
        </p:nvSpPr>
        <p:spPr>
          <a:xfrm>
            <a:off x="162750" y="1043733"/>
            <a:ext cx="8818500" cy="5100000"/>
          </a:xfrm>
          <a:prstGeom prst="rect">
            <a:avLst/>
          </a:prstGeom>
        </p:spPr>
        <p:txBody>
          <a:bodyPr spcFirstLastPara="1" wrap="square" lIns="91425" tIns="91425" rIns="91425" bIns="91425" anchor="t" anchorCtr="0">
            <a:noAutofit/>
          </a:bodyPr>
          <a:lstStyle/>
          <a:p>
            <a:pPr lvl="0"/>
            <a:r>
              <a:rPr lang="en-GB" dirty="0"/>
              <a:t>The reward is just a </a:t>
            </a:r>
            <a:r>
              <a:rPr lang="en-GB" b="1" dirty="0"/>
              <a:t>sample:</a:t>
            </a:r>
            <a:r>
              <a:rPr lang="en-GB" dirty="0"/>
              <a:t> it doesn’t have access to the reward function</a:t>
            </a:r>
          </a:p>
          <a:p>
            <a:pPr lvl="0"/>
            <a:r>
              <a:rPr lang="en-GB" dirty="0"/>
              <a:t>State and action spaces are commonly </a:t>
            </a:r>
            <a:r>
              <a:rPr lang="en-GB" b="1" dirty="0"/>
              <a:t>large</a:t>
            </a:r>
            <a:r>
              <a:rPr lang="en-GB" dirty="0"/>
              <a:t>, even infinite</a:t>
            </a:r>
          </a:p>
          <a:p>
            <a:pPr lvl="0"/>
            <a:r>
              <a:rPr lang="en-GB" dirty="0"/>
              <a:t>The agent must be able to </a:t>
            </a:r>
            <a:r>
              <a:rPr lang="en-GB" b="1" dirty="0"/>
              <a:t>generalize</a:t>
            </a:r>
            <a:endParaRPr lang="en-GB" dirty="0"/>
          </a:p>
          <a:p>
            <a:pPr lvl="0"/>
            <a:endParaRPr lang="en-GB" dirty="0"/>
          </a:p>
          <a:p>
            <a:pPr lvl="1"/>
            <a:endParaRPr lang="en-GB" dirty="0"/>
          </a:p>
        </p:txBody>
      </p:sp>
      <p:pic>
        <p:nvPicPr>
          <p:cNvPr id="4" name="Immagine 3">
            <a:extLst>
              <a:ext uri="{FF2B5EF4-FFF2-40B4-BE49-F238E27FC236}">
                <a16:creationId xmlns:a16="http://schemas.microsoft.com/office/drawing/2014/main" id="{55061A97-E8A1-66ED-E6E6-28B4CB5D8EF9}"/>
              </a:ext>
            </a:extLst>
          </p:cNvPr>
          <p:cNvPicPr>
            <a:picLocks noChangeAspect="1"/>
          </p:cNvPicPr>
          <p:nvPr/>
        </p:nvPicPr>
        <p:blipFill>
          <a:blip r:embed="rId3"/>
          <a:stretch>
            <a:fillRect/>
          </a:stretch>
        </p:blipFill>
        <p:spPr>
          <a:xfrm>
            <a:off x="575442" y="2140688"/>
            <a:ext cx="7772400" cy="4554837"/>
          </a:xfrm>
          <a:prstGeom prst="rect">
            <a:avLst/>
          </a:prstGeom>
        </p:spPr>
      </p:pic>
    </p:spTree>
    <p:extLst>
      <p:ext uri="{BB962C8B-B14F-4D97-AF65-F5344CB8AC3E}">
        <p14:creationId xmlns:p14="http://schemas.microsoft.com/office/powerpoint/2010/main" val="6750188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Markov Decision Process</a:t>
            </a:r>
            <a:endParaRPr sz="4000" dirty="0"/>
          </a:p>
        </p:txBody>
      </p:sp>
      <p:sp>
        <p:nvSpPr>
          <p:cNvPr id="84" name="Google Shape;84;p14"/>
          <p:cNvSpPr txBox="1">
            <a:spLocks noGrp="1"/>
          </p:cNvSpPr>
          <p:nvPr>
            <p:ph type="body" idx="1"/>
          </p:nvPr>
        </p:nvSpPr>
        <p:spPr>
          <a:xfrm>
            <a:off x="162750" y="1295988"/>
            <a:ext cx="8818500" cy="5112697"/>
          </a:xfrm>
          <a:prstGeom prst="rect">
            <a:avLst/>
          </a:prstGeom>
        </p:spPr>
        <p:txBody>
          <a:bodyPr spcFirstLastPara="1" wrap="square" lIns="91425" tIns="91425" rIns="91425" bIns="91425" anchor="t" anchorCtr="0">
            <a:noAutofit/>
          </a:bodyPr>
          <a:lstStyle/>
          <a:p>
            <a:pPr lvl="0"/>
            <a:r>
              <a:rPr lang="en-GB" noProof="0" dirty="0"/>
              <a:t>A </a:t>
            </a:r>
            <a:r>
              <a:rPr lang="en-GB" b="1" noProof="0" dirty="0"/>
              <a:t>mathematical framework </a:t>
            </a:r>
            <a:r>
              <a:rPr lang="en-GB" noProof="0" dirty="0"/>
              <a:t>for</a:t>
            </a:r>
            <a:r>
              <a:rPr lang="en-GB" b="1" noProof="0" dirty="0"/>
              <a:t> </a:t>
            </a:r>
            <a:r>
              <a:rPr lang="en-GB" noProof="0" dirty="0"/>
              <a:t>sequential decision-making problems</a:t>
            </a:r>
          </a:p>
          <a:p>
            <a:r>
              <a:rPr lang="en-GB" noProof="0" dirty="0"/>
              <a:t>Agent and environment interact at each </a:t>
            </a:r>
            <a:r>
              <a:rPr lang="en-GB" b="1" noProof="0" dirty="0"/>
              <a:t>time step </a:t>
            </a:r>
            <a:r>
              <a:rPr lang="en-GB" noProof="0" dirty="0"/>
              <a:t>of a </a:t>
            </a:r>
            <a:r>
              <a:rPr lang="en-GB" b="1" noProof="0" dirty="0"/>
              <a:t>sequence</a:t>
            </a:r>
            <a:r>
              <a:rPr lang="en-GB" noProof="0" dirty="0"/>
              <a:t>:</a:t>
            </a:r>
          </a:p>
          <a:p>
            <a:pPr lvl="1"/>
            <a:endParaRPr lang="en-GB" sz="1100" noProof="0" dirty="0"/>
          </a:p>
          <a:p>
            <a:r>
              <a:rPr lang="en-GB" noProof="0" dirty="0"/>
              <a:t>At each time step, the agent receives </a:t>
            </a:r>
            <a:r>
              <a:rPr lang="en-GB" b="1" noProof="0" dirty="0"/>
              <a:t>current state </a:t>
            </a:r>
            <a:r>
              <a:rPr lang="en-GB" noProof="0" dirty="0"/>
              <a:t>from a set of possible states:</a:t>
            </a:r>
          </a:p>
          <a:p>
            <a:pPr marL="590550" lvl="1" indent="0">
              <a:spcBef>
                <a:spcPts val="0"/>
              </a:spcBef>
              <a:spcAft>
                <a:spcPts val="0"/>
              </a:spcAft>
              <a:buNone/>
            </a:pPr>
            <a:endParaRPr lang="en-GB" noProof="0" dirty="0"/>
          </a:p>
          <a:p>
            <a:endParaRPr lang="en-GB" sz="700" noProof="0" dirty="0"/>
          </a:p>
          <a:p>
            <a:r>
              <a:rPr lang="en-GB" noProof="0" dirty="0"/>
              <a:t>The agent uses the information to select an </a:t>
            </a:r>
            <a:r>
              <a:rPr lang="en-GB" b="1" noProof="0" dirty="0"/>
              <a:t>action</a:t>
            </a:r>
            <a:r>
              <a:rPr lang="en-GB" noProof="0" dirty="0"/>
              <a:t> from a set of possible actions:</a:t>
            </a:r>
          </a:p>
          <a:p>
            <a:pPr lvl="1">
              <a:spcBef>
                <a:spcPts val="0"/>
              </a:spcBef>
              <a:spcAft>
                <a:spcPts val="0"/>
              </a:spcAft>
            </a:pPr>
            <a:endParaRPr lang="en-GB" sz="1000" noProof="0" dirty="0"/>
          </a:p>
          <a:p>
            <a:pPr marL="590550" lvl="1" indent="0">
              <a:spcBef>
                <a:spcPts val="0"/>
              </a:spcBef>
              <a:spcAft>
                <a:spcPts val="0"/>
              </a:spcAft>
              <a:buNone/>
            </a:pPr>
            <a:endParaRPr lang="en-GB" noProof="0" dirty="0"/>
          </a:p>
          <a:p>
            <a:r>
              <a:rPr lang="en-GB" noProof="0" dirty="0"/>
              <a:t>Because of this action, the environment generates a </a:t>
            </a:r>
            <a:r>
              <a:rPr lang="en-GB" b="1" noProof="0" dirty="0"/>
              <a:t>numerical reward</a:t>
            </a:r>
            <a:r>
              <a:rPr lang="en-GB" noProof="0" dirty="0"/>
              <a:t>:</a:t>
            </a:r>
          </a:p>
          <a:p>
            <a:pPr marL="120650" indent="0">
              <a:buNone/>
            </a:pPr>
            <a:endParaRPr lang="en-GB" noProof="0" dirty="0"/>
          </a:p>
          <a:p>
            <a:pPr marL="120650" indent="0">
              <a:buNone/>
            </a:pPr>
            <a:endParaRPr lang="en-GB" sz="500" noProof="0" dirty="0"/>
          </a:p>
          <a:p>
            <a:r>
              <a:rPr lang="en-GB" noProof="0" dirty="0"/>
              <a:t>Then, the environment transitions to a </a:t>
            </a:r>
            <a:r>
              <a:rPr lang="en-GB" b="1" noProof="0" dirty="0"/>
              <a:t>new state</a:t>
            </a:r>
            <a:r>
              <a:rPr lang="en-GB" noProof="0" dirty="0"/>
              <a:t>:</a:t>
            </a:r>
          </a:p>
          <a:p>
            <a:pPr marL="590550" lvl="1" indent="0">
              <a:buNone/>
            </a:pPr>
            <a:endParaRPr lang="en-GB" sz="1000" noProof="0" dirty="0"/>
          </a:p>
          <a:p>
            <a:r>
              <a:rPr lang="en-GB" noProof="0" dirty="0"/>
              <a:t>Repeating this interaction produces a </a:t>
            </a:r>
            <a:r>
              <a:rPr lang="en-GB" b="1" noProof="0" dirty="0"/>
              <a:t>trajectory</a:t>
            </a:r>
            <a:r>
              <a:rPr lang="en-GB" noProof="0" dirty="0"/>
              <a:t>:</a:t>
            </a:r>
          </a:p>
          <a:p>
            <a:endParaRPr lang="en-GB" dirty="0"/>
          </a:p>
          <a:p>
            <a:endParaRPr lang="en-GB" dirty="0"/>
          </a:p>
          <a:p>
            <a:r>
              <a:rPr lang="it-IT" dirty="0"/>
              <a:t>State, action and </a:t>
            </a:r>
            <a:r>
              <a:rPr lang="it-IT" dirty="0" err="1"/>
              <a:t>reward</a:t>
            </a:r>
            <a:r>
              <a:rPr lang="it-IT" dirty="0"/>
              <a:t> are </a:t>
            </a:r>
            <a:r>
              <a:rPr lang="it-IT" b="1" dirty="0"/>
              <a:t>random </a:t>
            </a:r>
            <a:r>
              <a:rPr lang="it-IT" b="1" dirty="0" err="1"/>
              <a:t>variables</a:t>
            </a:r>
            <a:endParaRPr lang="it-IT" dirty="0"/>
          </a:p>
          <a:p>
            <a:pPr marL="120650" indent="0">
              <a:buNone/>
            </a:pPr>
            <a:endParaRPr lang="en-GB" noProof="0" dirty="0"/>
          </a:p>
          <a:p>
            <a:endParaRPr lang="en-GB" noProof="0" dirty="0"/>
          </a:p>
          <a:p>
            <a:endParaRPr lang="en-GB" noProof="0" dirty="0"/>
          </a:p>
          <a:p>
            <a:endParaRPr lang="en-GB" noProof="0" dirty="0"/>
          </a:p>
          <a:p>
            <a:endParaRPr lang="en-GB" noProof="0" dirty="0"/>
          </a:p>
          <a:p>
            <a:pPr marL="120650" indent="0">
              <a:buNone/>
            </a:pPr>
            <a:br>
              <a:rPr lang="en-GB" noProof="0" dirty="0"/>
            </a:br>
            <a:endParaRPr lang="en-GB" noProof="0" dirty="0"/>
          </a:p>
          <a:p>
            <a:pPr lvl="1"/>
            <a:endParaRPr lang="en-GB" noProof="0" dirty="0"/>
          </a:p>
        </p:txBody>
      </p:sp>
      <p:pic>
        <p:nvPicPr>
          <p:cNvPr id="4" name="Immagine 3">
            <a:extLst>
              <a:ext uri="{FF2B5EF4-FFF2-40B4-BE49-F238E27FC236}">
                <a16:creationId xmlns:a16="http://schemas.microsoft.com/office/drawing/2014/main" id="{B6C7B30D-1284-B677-8895-996CDF792CD4}"/>
              </a:ext>
            </a:extLst>
          </p:cNvPr>
          <p:cNvPicPr>
            <a:picLocks noChangeAspect="1"/>
          </p:cNvPicPr>
          <p:nvPr/>
        </p:nvPicPr>
        <p:blipFill>
          <a:blip r:embed="rId3"/>
          <a:stretch>
            <a:fillRect/>
          </a:stretch>
        </p:blipFill>
        <p:spPr>
          <a:xfrm>
            <a:off x="946152" y="2606903"/>
            <a:ext cx="749300" cy="342900"/>
          </a:xfrm>
          <a:prstGeom prst="rect">
            <a:avLst/>
          </a:prstGeom>
        </p:spPr>
      </p:pic>
      <p:pic>
        <p:nvPicPr>
          <p:cNvPr id="8" name="Immagine 7">
            <a:extLst>
              <a:ext uri="{FF2B5EF4-FFF2-40B4-BE49-F238E27FC236}">
                <a16:creationId xmlns:a16="http://schemas.microsoft.com/office/drawing/2014/main" id="{1353D30E-F8EF-55E4-E67B-A3F5067AA13D}"/>
              </a:ext>
            </a:extLst>
          </p:cNvPr>
          <p:cNvPicPr>
            <a:picLocks noChangeAspect="1"/>
          </p:cNvPicPr>
          <p:nvPr/>
        </p:nvPicPr>
        <p:blipFill>
          <a:blip r:embed="rId4"/>
          <a:stretch>
            <a:fillRect/>
          </a:stretch>
        </p:blipFill>
        <p:spPr>
          <a:xfrm>
            <a:off x="989068" y="2009803"/>
            <a:ext cx="1574800" cy="317500"/>
          </a:xfrm>
          <a:prstGeom prst="rect">
            <a:avLst/>
          </a:prstGeom>
        </p:spPr>
      </p:pic>
      <p:pic>
        <p:nvPicPr>
          <p:cNvPr id="10" name="Immagine 9">
            <a:extLst>
              <a:ext uri="{FF2B5EF4-FFF2-40B4-BE49-F238E27FC236}">
                <a16:creationId xmlns:a16="http://schemas.microsoft.com/office/drawing/2014/main" id="{EF491B72-1D6A-1D80-6EDA-39563957A98C}"/>
              </a:ext>
            </a:extLst>
          </p:cNvPr>
          <p:cNvPicPr>
            <a:picLocks noChangeAspect="1"/>
          </p:cNvPicPr>
          <p:nvPr/>
        </p:nvPicPr>
        <p:blipFill>
          <a:blip r:embed="rId5"/>
          <a:stretch>
            <a:fillRect/>
          </a:stretch>
        </p:blipFill>
        <p:spPr>
          <a:xfrm>
            <a:off x="933452" y="3222184"/>
            <a:ext cx="1181100" cy="431800"/>
          </a:xfrm>
          <a:prstGeom prst="rect">
            <a:avLst/>
          </a:prstGeom>
        </p:spPr>
      </p:pic>
      <p:pic>
        <p:nvPicPr>
          <p:cNvPr id="12" name="Immagine 11">
            <a:extLst>
              <a:ext uri="{FF2B5EF4-FFF2-40B4-BE49-F238E27FC236}">
                <a16:creationId xmlns:a16="http://schemas.microsoft.com/office/drawing/2014/main" id="{73E4611F-5B8D-6CE1-633C-E7CA264B05DF}"/>
              </a:ext>
            </a:extLst>
          </p:cNvPr>
          <p:cNvPicPr>
            <a:picLocks noChangeAspect="1"/>
          </p:cNvPicPr>
          <p:nvPr/>
        </p:nvPicPr>
        <p:blipFill>
          <a:blip r:embed="rId6"/>
          <a:stretch>
            <a:fillRect/>
          </a:stretch>
        </p:blipFill>
        <p:spPr>
          <a:xfrm>
            <a:off x="951190" y="3912503"/>
            <a:ext cx="952500" cy="419100"/>
          </a:xfrm>
          <a:prstGeom prst="rect">
            <a:avLst/>
          </a:prstGeom>
        </p:spPr>
      </p:pic>
      <p:pic>
        <p:nvPicPr>
          <p:cNvPr id="14" name="Immagine 13">
            <a:extLst>
              <a:ext uri="{FF2B5EF4-FFF2-40B4-BE49-F238E27FC236}">
                <a16:creationId xmlns:a16="http://schemas.microsoft.com/office/drawing/2014/main" id="{8886E5C3-23A1-E02A-28BF-B2CBAA35C7E7}"/>
              </a:ext>
            </a:extLst>
          </p:cNvPr>
          <p:cNvPicPr>
            <a:picLocks noChangeAspect="1"/>
          </p:cNvPicPr>
          <p:nvPr/>
        </p:nvPicPr>
        <p:blipFill>
          <a:blip r:embed="rId7"/>
          <a:stretch>
            <a:fillRect/>
          </a:stretch>
        </p:blipFill>
        <p:spPr>
          <a:xfrm>
            <a:off x="933452" y="4613944"/>
            <a:ext cx="965200" cy="342900"/>
          </a:xfrm>
          <a:prstGeom prst="rect">
            <a:avLst/>
          </a:prstGeom>
        </p:spPr>
      </p:pic>
      <p:pic>
        <p:nvPicPr>
          <p:cNvPr id="16" name="Immagine 15">
            <a:extLst>
              <a:ext uri="{FF2B5EF4-FFF2-40B4-BE49-F238E27FC236}">
                <a16:creationId xmlns:a16="http://schemas.microsoft.com/office/drawing/2014/main" id="{C291009C-D9A7-A4FE-2DFC-B2C04D0A3085}"/>
              </a:ext>
            </a:extLst>
          </p:cNvPr>
          <p:cNvPicPr>
            <a:picLocks noChangeAspect="1"/>
          </p:cNvPicPr>
          <p:nvPr/>
        </p:nvPicPr>
        <p:blipFill>
          <a:blip r:embed="rId8"/>
          <a:stretch>
            <a:fillRect/>
          </a:stretch>
        </p:blipFill>
        <p:spPr>
          <a:xfrm>
            <a:off x="933452" y="5237262"/>
            <a:ext cx="4292600" cy="546100"/>
          </a:xfrm>
          <a:prstGeom prst="rect">
            <a:avLst/>
          </a:prstGeom>
        </p:spPr>
      </p:pic>
    </p:spTree>
    <p:extLst>
      <p:ext uri="{BB962C8B-B14F-4D97-AF65-F5344CB8AC3E}">
        <p14:creationId xmlns:p14="http://schemas.microsoft.com/office/powerpoint/2010/main" val="38595983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Markov Property</a:t>
            </a:r>
            <a:endParaRPr sz="4000" dirty="0"/>
          </a:p>
        </p:txBody>
      </p:sp>
      <p:sp>
        <p:nvSpPr>
          <p:cNvPr id="84" name="Google Shape;84;p14"/>
          <p:cNvSpPr txBox="1">
            <a:spLocks noGrp="1"/>
          </p:cNvSpPr>
          <p:nvPr>
            <p:ph type="body" idx="1"/>
          </p:nvPr>
        </p:nvSpPr>
        <p:spPr>
          <a:xfrm>
            <a:off x="162750" y="1335397"/>
            <a:ext cx="8818500" cy="5100000"/>
          </a:xfrm>
          <a:prstGeom prst="rect">
            <a:avLst/>
          </a:prstGeom>
        </p:spPr>
        <p:txBody>
          <a:bodyPr spcFirstLastPara="1" wrap="square" lIns="91425" tIns="91425" rIns="91425" bIns="91425" anchor="t" anchorCtr="0">
            <a:noAutofit/>
          </a:bodyPr>
          <a:lstStyle/>
          <a:p>
            <a:pPr lvl="0"/>
            <a:r>
              <a:rPr lang="en-GB" dirty="0"/>
              <a:t>We assume that the </a:t>
            </a:r>
            <a:r>
              <a:rPr lang="en-GB" b="1" dirty="0"/>
              <a:t>probability of the next state, given the current state and action is independent of the history of interactions</a:t>
            </a:r>
          </a:p>
          <a:p>
            <a:pPr lvl="0"/>
            <a:endParaRPr lang="en-GB" b="1" dirty="0"/>
          </a:p>
          <a:p>
            <a:pPr marL="590550" lvl="1" indent="0">
              <a:buNone/>
            </a:pPr>
            <a:endParaRPr lang="en-GB" sz="1800" dirty="0"/>
          </a:p>
          <a:p>
            <a:pPr lvl="1"/>
            <a:r>
              <a:rPr lang="en-GB" dirty="0"/>
              <a:t>lowercase letters denote particular values of the random variables and P denotes the probability of an event. </a:t>
            </a:r>
          </a:p>
          <a:p>
            <a:r>
              <a:rPr lang="en-GB" dirty="0"/>
              <a:t>Probability of moving from one state to another state on two separate occasions, given the same action, is the same regardless of all previous states or actions encountered before that point</a:t>
            </a:r>
          </a:p>
          <a:p>
            <a:pPr lvl="1"/>
            <a:endParaRPr lang="en-GB" dirty="0"/>
          </a:p>
          <a:p>
            <a:pPr lvl="1"/>
            <a:endParaRPr lang="en-GB" dirty="0"/>
          </a:p>
          <a:p>
            <a:pPr lvl="1"/>
            <a:endParaRPr lang="en-GB" dirty="0"/>
          </a:p>
          <a:p>
            <a:pPr lvl="1"/>
            <a:endParaRPr lang="en-GB" dirty="0"/>
          </a:p>
          <a:p>
            <a:pPr lvl="1"/>
            <a:endParaRPr lang="en-GB" dirty="0"/>
          </a:p>
          <a:p>
            <a:pPr marL="590550" lvl="1" indent="0">
              <a:buNone/>
            </a:pPr>
            <a:endParaRPr lang="en-GB" dirty="0"/>
          </a:p>
        </p:txBody>
      </p:sp>
      <p:pic>
        <p:nvPicPr>
          <p:cNvPr id="3" name="Immagine 2">
            <a:extLst>
              <a:ext uri="{FF2B5EF4-FFF2-40B4-BE49-F238E27FC236}">
                <a16:creationId xmlns:a16="http://schemas.microsoft.com/office/drawing/2014/main" id="{1B08B462-E837-8283-828E-F11D01CCE9E4}"/>
              </a:ext>
            </a:extLst>
          </p:cNvPr>
          <p:cNvPicPr>
            <a:picLocks noChangeAspect="1"/>
          </p:cNvPicPr>
          <p:nvPr/>
        </p:nvPicPr>
        <p:blipFill>
          <a:blip r:embed="rId3"/>
          <a:stretch>
            <a:fillRect/>
          </a:stretch>
        </p:blipFill>
        <p:spPr>
          <a:xfrm>
            <a:off x="859221" y="2083749"/>
            <a:ext cx="7772400" cy="352832"/>
          </a:xfrm>
          <a:prstGeom prst="rect">
            <a:avLst/>
          </a:prstGeom>
        </p:spPr>
      </p:pic>
      <p:pic>
        <p:nvPicPr>
          <p:cNvPr id="6" name="Immagine 5">
            <a:extLst>
              <a:ext uri="{FF2B5EF4-FFF2-40B4-BE49-F238E27FC236}">
                <a16:creationId xmlns:a16="http://schemas.microsoft.com/office/drawing/2014/main" id="{10D80C15-29DF-7C20-38A7-DD2D13C4BEE7}"/>
              </a:ext>
            </a:extLst>
          </p:cNvPr>
          <p:cNvPicPr>
            <a:picLocks noChangeAspect="1"/>
          </p:cNvPicPr>
          <p:nvPr/>
        </p:nvPicPr>
        <p:blipFill>
          <a:blip r:embed="rId4"/>
          <a:stretch>
            <a:fillRect/>
          </a:stretch>
        </p:blipFill>
        <p:spPr>
          <a:xfrm>
            <a:off x="843454" y="2436580"/>
            <a:ext cx="4377017" cy="352831"/>
          </a:xfrm>
          <a:prstGeom prst="rect">
            <a:avLst/>
          </a:prstGeom>
        </p:spPr>
      </p:pic>
      <p:pic>
        <p:nvPicPr>
          <p:cNvPr id="8" name="Immagine 7">
            <a:extLst>
              <a:ext uri="{FF2B5EF4-FFF2-40B4-BE49-F238E27FC236}">
                <a16:creationId xmlns:a16="http://schemas.microsoft.com/office/drawing/2014/main" id="{3EAC935C-CB80-955A-2AF2-A7344D345F09}"/>
              </a:ext>
            </a:extLst>
          </p:cNvPr>
          <p:cNvPicPr>
            <a:picLocks noChangeAspect="1"/>
          </p:cNvPicPr>
          <p:nvPr/>
        </p:nvPicPr>
        <p:blipFill>
          <a:blip r:embed="rId5"/>
          <a:stretch>
            <a:fillRect/>
          </a:stretch>
        </p:blipFill>
        <p:spPr>
          <a:xfrm>
            <a:off x="271065" y="4524854"/>
            <a:ext cx="8601869" cy="1831713"/>
          </a:xfrm>
          <a:prstGeom prst="rect">
            <a:avLst/>
          </a:prstGeom>
        </p:spPr>
      </p:pic>
    </p:spTree>
    <p:extLst>
      <p:ext uri="{BB962C8B-B14F-4D97-AF65-F5344CB8AC3E}">
        <p14:creationId xmlns:p14="http://schemas.microsoft.com/office/powerpoint/2010/main" val="22133237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2">
          <a:extLst>
            <a:ext uri="{FF2B5EF4-FFF2-40B4-BE49-F238E27FC236}">
              <a16:creationId xmlns:a16="http://schemas.microsoft.com/office/drawing/2014/main" id="{4E8EA8BA-5973-4AE7-DBE0-E07E759AC659}"/>
            </a:ext>
          </a:extLst>
        </p:cNvPr>
        <p:cNvGrpSpPr/>
        <p:nvPr/>
      </p:nvGrpSpPr>
      <p:grpSpPr>
        <a:xfrm>
          <a:off x="0" y="0"/>
          <a:ext cx="0" cy="0"/>
          <a:chOff x="0" y="0"/>
          <a:chExt cx="0" cy="0"/>
        </a:xfrm>
      </p:grpSpPr>
      <p:sp>
        <p:nvSpPr>
          <p:cNvPr id="83" name="Google Shape;83;p14">
            <a:extLst>
              <a:ext uri="{FF2B5EF4-FFF2-40B4-BE49-F238E27FC236}">
                <a16:creationId xmlns:a16="http://schemas.microsoft.com/office/drawing/2014/main" id="{6CCDE5AB-DF7B-37B9-5B27-A5FA4EA99610}"/>
              </a:ext>
            </a:extLst>
          </p:cNvPr>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Stationarity</a:t>
            </a:r>
            <a:endParaRPr sz="4000" dirty="0"/>
          </a:p>
        </p:txBody>
      </p:sp>
      <p:sp>
        <p:nvSpPr>
          <p:cNvPr id="84" name="Google Shape;84;p14">
            <a:extLst>
              <a:ext uri="{FF2B5EF4-FFF2-40B4-BE49-F238E27FC236}">
                <a16:creationId xmlns:a16="http://schemas.microsoft.com/office/drawing/2014/main" id="{743CD26F-588E-FD1F-7C2B-D49C120D51B2}"/>
              </a:ext>
            </a:extLst>
          </p:cNvPr>
          <p:cNvSpPr txBox="1">
            <a:spLocks noGrp="1"/>
          </p:cNvSpPr>
          <p:nvPr>
            <p:ph type="body" idx="1"/>
          </p:nvPr>
        </p:nvSpPr>
        <p:spPr>
          <a:xfrm>
            <a:off x="162750" y="1043732"/>
            <a:ext cx="8818500" cy="5546253"/>
          </a:xfrm>
          <a:prstGeom prst="rect">
            <a:avLst/>
          </a:prstGeom>
        </p:spPr>
        <p:txBody>
          <a:bodyPr spcFirstLastPara="1" wrap="square" lIns="91425" tIns="91425" rIns="91425" bIns="91425" anchor="t" anchorCtr="0">
            <a:noAutofit/>
          </a:bodyPr>
          <a:lstStyle/>
          <a:p>
            <a:pPr lvl="0"/>
            <a:r>
              <a:rPr lang="en-GB" dirty="0"/>
              <a:t>The probability of a given next state and reward, given a state-action pair, is the same at every time step: </a:t>
            </a:r>
          </a:p>
          <a:p>
            <a:pPr lvl="0"/>
            <a:endParaRPr lang="en-GB" dirty="0"/>
          </a:p>
          <a:p>
            <a:pPr marL="120650" lvl="0" indent="0">
              <a:buNone/>
            </a:pPr>
            <a:endParaRPr lang="en-GB" sz="1050" dirty="0"/>
          </a:p>
          <a:p>
            <a:pPr lvl="0"/>
            <a:r>
              <a:rPr lang="en-GB" dirty="0"/>
              <a:t>The environment may still be </a:t>
            </a:r>
            <a:r>
              <a:rPr lang="en-GB" b="1" dirty="0"/>
              <a:t>highly stochastic </a:t>
            </a:r>
            <a:r>
              <a:rPr lang="en-GB" dirty="0"/>
              <a:t>(the same action in the same state can produce different outcomes) but the </a:t>
            </a:r>
            <a:r>
              <a:rPr lang="en-GB" b="1" dirty="0"/>
              <a:t>probabilities of those outcomes do not themselves change over time</a:t>
            </a:r>
          </a:p>
          <a:p>
            <a:pPr lvl="0"/>
            <a:endParaRPr lang="en-GB" sz="1800" b="1" dirty="0"/>
          </a:p>
          <a:p>
            <a:pPr lvl="0"/>
            <a:endParaRPr lang="en-GB" sz="1800" b="1" dirty="0"/>
          </a:p>
          <a:p>
            <a:pPr lvl="0"/>
            <a:endParaRPr lang="en-GB" sz="1800" b="1" dirty="0"/>
          </a:p>
          <a:p>
            <a:pPr lvl="0"/>
            <a:endParaRPr lang="en-GB" sz="1800" b="1" dirty="0"/>
          </a:p>
          <a:p>
            <a:pPr lvl="0"/>
            <a:endParaRPr lang="en-GB" sz="1800" b="1" dirty="0"/>
          </a:p>
          <a:p>
            <a:pPr lvl="0"/>
            <a:endParaRPr lang="en-GB" sz="1800" b="1" dirty="0"/>
          </a:p>
          <a:p>
            <a:pPr lvl="0"/>
            <a:endParaRPr lang="en-GB" sz="1800" b="1" dirty="0"/>
          </a:p>
          <a:p>
            <a:pPr lvl="0"/>
            <a:endParaRPr lang="en-GB" sz="1800" b="1" dirty="0"/>
          </a:p>
          <a:p>
            <a:pPr marL="120650" lvl="0" indent="0">
              <a:buNone/>
            </a:pPr>
            <a:endParaRPr lang="en-GB" sz="1800" b="1" dirty="0"/>
          </a:p>
          <a:p>
            <a:pPr lvl="0"/>
            <a:r>
              <a:rPr lang="en-GB" sz="1800" dirty="0"/>
              <a:t>Markov property and perfect stationarity are </a:t>
            </a:r>
            <a:r>
              <a:rPr lang="en-GB" sz="1800" b="1" dirty="0"/>
              <a:t>difficult to guarantee </a:t>
            </a:r>
            <a:r>
              <a:rPr lang="en-GB" sz="1800" dirty="0"/>
              <a:t>in real-world problems.</a:t>
            </a:r>
            <a:endParaRPr lang="en-GB" dirty="0"/>
          </a:p>
          <a:p>
            <a:pPr lvl="1"/>
            <a:endParaRPr lang="en-GB" dirty="0"/>
          </a:p>
          <a:p>
            <a:pPr lvl="1"/>
            <a:endParaRPr lang="en-GB" dirty="0"/>
          </a:p>
          <a:p>
            <a:pPr lvl="1"/>
            <a:endParaRPr lang="en-GB" dirty="0"/>
          </a:p>
          <a:p>
            <a:pPr lvl="1"/>
            <a:endParaRPr lang="en-GB" dirty="0"/>
          </a:p>
          <a:p>
            <a:pPr lvl="1"/>
            <a:endParaRPr lang="en-GB" dirty="0"/>
          </a:p>
          <a:p>
            <a:pPr lvl="1"/>
            <a:endParaRPr lang="en-GB" dirty="0"/>
          </a:p>
          <a:p>
            <a:pPr lvl="1"/>
            <a:endParaRPr lang="en-GB" dirty="0"/>
          </a:p>
          <a:p>
            <a:pPr lvl="1"/>
            <a:endParaRPr lang="en-GB" dirty="0"/>
          </a:p>
          <a:p>
            <a:pPr marL="590550" lvl="1" indent="0">
              <a:buNone/>
            </a:pPr>
            <a:endParaRPr lang="en-GB" dirty="0"/>
          </a:p>
          <a:p>
            <a:pPr lvl="1"/>
            <a:endParaRPr lang="en-GB" dirty="0"/>
          </a:p>
          <a:p>
            <a:pPr lvl="1"/>
            <a:endParaRPr lang="en-GB" dirty="0"/>
          </a:p>
        </p:txBody>
      </p:sp>
      <p:pic>
        <p:nvPicPr>
          <p:cNvPr id="4" name="Immagine 3">
            <a:extLst>
              <a:ext uri="{FF2B5EF4-FFF2-40B4-BE49-F238E27FC236}">
                <a16:creationId xmlns:a16="http://schemas.microsoft.com/office/drawing/2014/main" id="{5F7D12AE-A8CF-5508-EAC0-A6DA3FE832BE}"/>
              </a:ext>
            </a:extLst>
          </p:cNvPr>
          <p:cNvPicPr>
            <a:picLocks noChangeAspect="1"/>
          </p:cNvPicPr>
          <p:nvPr/>
        </p:nvPicPr>
        <p:blipFill>
          <a:blip r:embed="rId3"/>
          <a:stretch>
            <a:fillRect/>
          </a:stretch>
        </p:blipFill>
        <p:spPr>
          <a:xfrm>
            <a:off x="682953" y="1726488"/>
            <a:ext cx="3746500" cy="469900"/>
          </a:xfrm>
          <a:prstGeom prst="rect">
            <a:avLst/>
          </a:prstGeom>
        </p:spPr>
      </p:pic>
      <p:pic>
        <p:nvPicPr>
          <p:cNvPr id="7" name="Immagine 6">
            <a:extLst>
              <a:ext uri="{FF2B5EF4-FFF2-40B4-BE49-F238E27FC236}">
                <a16:creationId xmlns:a16="http://schemas.microsoft.com/office/drawing/2014/main" id="{8BD076D8-1DAE-A827-0570-5BDC46F1F380}"/>
              </a:ext>
            </a:extLst>
          </p:cNvPr>
          <p:cNvPicPr>
            <a:picLocks noChangeAspect="1"/>
          </p:cNvPicPr>
          <p:nvPr/>
        </p:nvPicPr>
        <p:blipFill>
          <a:blip r:embed="rId4"/>
          <a:stretch>
            <a:fillRect/>
          </a:stretch>
        </p:blipFill>
        <p:spPr>
          <a:xfrm>
            <a:off x="682953" y="3144092"/>
            <a:ext cx="7772400" cy="2561450"/>
          </a:xfrm>
          <a:prstGeom prst="rect">
            <a:avLst/>
          </a:prstGeom>
        </p:spPr>
      </p:pic>
    </p:spTree>
    <p:extLst>
      <p:ext uri="{BB962C8B-B14F-4D97-AF65-F5344CB8AC3E}">
        <p14:creationId xmlns:p14="http://schemas.microsoft.com/office/powerpoint/2010/main" val="34230770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Environment dynamics</a:t>
            </a:r>
          </a:p>
        </p:txBody>
      </p:sp>
      <p:sp>
        <p:nvSpPr>
          <p:cNvPr id="84" name="Google Shape;84;p14"/>
          <p:cNvSpPr txBox="1">
            <a:spLocks noGrp="1"/>
          </p:cNvSpPr>
          <p:nvPr>
            <p:ph type="body" idx="1"/>
          </p:nvPr>
        </p:nvSpPr>
        <p:spPr>
          <a:xfrm>
            <a:off x="162750" y="1201391"/>
            <a:ext cx="8818500" cy="5534488"/>
          </a:xfrm>
          <a:prstGeom prst="rect">
            <a:avLst/>
          </a:prstGeom>
        </p:spPr>
        <p:txBody>
          <a:bodyPr spcFirstLastPara="1" wrap="square" lIns="91425" tIns="91425" rIns="91425" bIns="91425" anchor="t" anchorCtr="0">
            <a:noAutofit/>
          </a:bodyPr>
          <a:lstStyle/>
          <a:p>
            <a:r>
              <a:rPr lang="en-GB" dirty="0"/>
              <a:t>The way the environment responds to the agent</a:t>
            </a:r>
          </a:p>
          <a:p>
            <a:pPr lvl="1"/>
            <a:r>
              <a:rPr lang="en-GB" dirty="0"/>
              <a:t>if the agent takes an action in a state, what can happen next, and with what probability? </a:t>
            </a:r>
          </a:p>
          <a:p>
            <a:r>
              <a:rPr lang="en-GB" dirty="0"/>
              <a:t>Thanks to the stationarity assumption the one-step probability does not depend on t, so we use a lowercase shorthand that leaves the time index implicit: </a:t>
            </a:r>
          </a:p>
          <a:p>
            <a:pPr lvl="1"/>
            <a:r>
              <a:rPr lang="en-GB" dirty="0"/>
              <a:t>(</a:t>
            </a:r>
            <a:r>
              <a:rPr lang="en-GB" dirty="0" err="1"/>
              <a:t>s,a</a:t>
            </a:r>
            <a:r>
              <a:rPr lang="en-GB" dirty="0"/>
              <a:t>) denote the current state and action, </a:t>
            </a:r>
          </a:p>
          <a:p>
            <a:pPr lvl="1"/>
            <a:r>
              <a:rPr lang="en-GB" dirty="0"/>
              <a:t>(</a:t>
            </a:r>
            <a:r>
              <a:rPr lang="en-GB" dirty="0" err="1"/>
              <a:t>s',r</a:t>
            </a:r>
            <a:r>
              <a:rPr lang="en-GB" dirty="0"/>
              <a:t>) denote the resulting next state and reward</a:t>
            </a:r>
          </a:p>
          <a:p>
            <a:r>
              <a:rPr lang="en-GB" dirty="0"/>
              <a:t>Given the current state and action values, the dynamics specifies the joint probability of every possible next-state–reward pair:</a:t>
            </a:r>
          </a:p>
          <a:p>
            <a:endParaRPr lang="en-GB" dirty="0"/>
          </a:p>
          <a:p>
            <a:endParaRPr lang="en-GB" dirty="0"/>
          </a:p>
          <a:p>
            <a:r>
              <a:rPr lang="en-GB" dirty="0"/>
              <a:t>Because p is a probability distribution over all possible pairs state-reward, its probabilities must sum to one:</a:t>
            </a:r>
          </a:p>
          <a:p>
            <a:endParaRPr lang="en-GB" dirty="0"/>
          </a:p>
          <a:p>
            <a:endParaRPr lang="en-GB" dirty="0"/>
          </a:p>
        </p:txBody>
      </p:sp>
      <p:pic>
        <p:nvPicPr>
          <p:cNvPr id="4" name="Immagine 3">
            <a:extLst>
              <a:ext uri="{FF2B5EF4-FFF2-40B4-BE49-F238E27FC236}">
                <a16:creationId xmlns:a16="http://schemas.microsoft.com/office/drawing/2014/main" id="{AE4CDC3D-C1BA-DF79-59EB-024A8FFD2E16}"/>
              </a:ext>
            </a:extLst>
          </p:cNvPr>
          <p:cNvPicPr>
            <a:picLocks noChangeAspect="1"/>
          </p:cNvPicPr>
          <p:nvPr/>
        </p:nvPicPr>
        <p:blipFill>
          <a:blip r:embed="rId3"/>
          <a:stretch>
            <a:fillRect/>
          </a:stretch>
        </p:blipFill>
        <p:spPr>
          <a:xfrm>
            <a:off x="661276" y="4305960"/>
            <a:ext cx="5283200" cy="342900"/>
          </a:xfrm>
          <a:prstGeom prst="rect">
            <a:avLst/>
          </a:prstGeom>
        </p:spPr>
      </p:pic>
      <p:pic>
        <p:nvPicPr>
          <p:cNvPr id="7" name="Immagine 6">
            <a:extLst>
              <a:ext uri="{FF2B5EF4-FFF2-40B4-BE49-F238E27FC236}">
                <a16:creationId xmlns:a16="http://schemas.microsoft.com/office/drawing/2014/main" id="{68E2CCBA-063D-3CA4-19A3-E6B692CC346E}"/>
              </a:ext>
            </a:extLst>
          </p:cNvPr>
          <p:cNvPicPr>
            <a:picLocks noChangeAspect="1"/>
          </p:cNvPicPr>
          <p:nvPr/>
        </p:nvPicPr>
        <p:blipFill>
          <a:blip r:embed="rId4"/>
          <a:stretch>
            <a:fillRect/>
          </a:stretch>
        </p:blipFill>
        <p:spPr>
          <a:xfrm>
            <a:off x="661276" y="5405166"/>
            <a:ext cx="4292600" cy="698500"/>
          </a:xfrm>
          <a:prstGeom prst="rect">
            <a:avLst/>
          </a:prstGeom>
        </p:spPr>
      </p:pic>
    </p:spTree>
    <p:extLst>
      <p:ext uri="{BB962C8B-B14F-4D97-AF65-F5344CB8AC3E}">
        <p14:creationId xmlns:p14="http://schemas.microsoft.com/office/powerpoint/2010/main" val="303121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2">
          <a:extLst>
            <a:ext uri="{FF2B5EF4-FFF2-40B4-BE49-F238E27FC236}">
              <a16:creationId xmlns:a16="http://schemas.microsoft.com/office/drawing/2014/main" id="{D799E35F-DEF0-BDBA-1EE2-A93758C0025A}"/>
            </a:ext>
          </a:extLst>
        </p:cNvPr>
        <p:cNvGrpSpPr/>
        <p:nvPr/>
      </p:nvGrpSpPr>
      <p:grpSpPr>
        <a:xfrm>
          <a:off x="0" y="0"/>
          <a:ext cx="0" cy="0"/>
          <a:chOff x="0" y="0"/>
          <a:chExt cx="0" cy="0"/>
        </a:xfrm>
      </p:grpSpPr>
      <p:sp>
        <p:nvSpPr>
          <p:cNvPr id="83" name="Google Shape;83;p14">
            <a:extLst>
              <a:ext uri="{FF2B5EF4-FFF2-40B4-BE49-F238E27FC236}">
                <a16:creationId xmlns:a16="http://schemas.microsoft.com/office/drawing/2014/main" id="{7C2FD9E4-A7F9-FCF1-A370-F84E001480DA}"/>
              </a:ext>
            </a:extLst>
          </p:cNvPr>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The Transition function</a:t>
            </a:r>
          </a:p>
        </p:txBody>
      </p:sp>
      <p:sp>
        <p:nvSpPr>
          <p:cNvPr id="84" name="Google Shape;84;p14">
            <a:extLst>
              <a:ext uri="{FF2B5EF4-FFF2-40B4-BE49-F238E27FC236}">
                <a16:creationId xmlns:a16="http://schemas.microsoft.com/office/drawing/2014/main" id="{1DBF1E4E-AA6A-A976-C657-669779EAD0E9}"/>
              </a:ext>
            </a:extLst>
          </p:cNvPr>
          <p:cNvSpPr txBox="1">
            <a:spLocks noGrp="1"/>
          </p:cNvSpPr>
          <p:nvPr>
            <p:ph type="body" idx="1"/>
          </p:nvPr>
        </p:nvSpPr>
        <p:spPr>
          <a:xfrm>
            <a:off x="146984" y="1146211"/>
            <a:ext cx="8818500" cy="5534488"/>
          </a:xfrm>
          <a:prstGeom prst="rect">
            <a:avLst/>
          </a:prstGeom>
        </p:spPr>
        <p:txBody>
          <a:bodyPr spcFirstLastPara="1" wrap="square" lIns="91425" tIns="91425" rIns="91425" bIns="91425" anchor="t" anchorCtr="0">
            <a:noAutofit/>
          </a:bodyPr>
          <a:lstStyle/>
          <a:p>
            <a:pPr lvl="0"/>
            <a:r>
              <a:rPr lang="en-GB" dirty="0"/>
              <a:t>Starting from the joint dynamics, we can marginalize out the variable we do not need. </a:t>
            </a:r>
          </a:p>
          <a:p>
            <a:pPr lvl="0"/>
            <a:r>
              <a:rPr lang="en-GB" dirty="0"/>
              <a:t>If we are interested only in </a:t>
            </a:r>
            <a:r>
              <a:rPr lang="en-GB" b="1" dirty="0"/>
              <a:t>where the environment moves next</a:t>
            </a:r>
            <a:r>
              <a:rPr lang="en-GB" dirty="0"/>
              <a:t>, regardless of the reward received, we sum over all possible rewards:</a:t>
            </a:r>
          </a:p>
          <a:p>
            <a:pPr lvl="0"/>
            <a:endParaRPr lang="en-GB" dirty="0"/>
          </a:p>
          <a:p>
            <a:pPr lvl="0"/>
            <a:endParaRPr lang="en-GB" dirty="0"/>
          </a:p>
          <a:p>
            <a:pPr lvl="0"/>
            <a:endParaRPr lang="en-GB" dirty="0"/>
          </a:p>
          <a:p>
            <a:pPr lvl="0"/>
            <a:r>
              <a:rPr lang="en-GB" dirty="0"/>
              <a:t>Analogously, if we are interested only </a:t>
            </a:r>
            <a:r>
              <a:rPr lang="en-GB" b="1" dirty="0"/>
              <a:t>in the reward produced by taking an action in a state</a:t>
            </a:r>
            <a:r>
              <a:rPr lang="en-GB" dirty="0"/>
              <a:t>, regardless of the next state reached, we marginalize over all possible next states:</a:t>
            </a:r>
          </a:p>
          <a:p>
            <a:pPr lvl="0"/>
            <a:endParaRPr lang="en-GB" dirty="0"/>
          </a:p>
          <a:p>
            <a:pPr lvl="0"/>
            <a:endParaRPr lang="en-GB" dirty="0"/>
          </a:p>
          <a:p>
            <a:pPr lvl="0"/>
            <a:endParaRPr lang="en-GB" dirty="0"/>
          </a:p>
          <a:p>
            <a:pPr lvl="0"/>
            <a:r>
              <a:rPr lang="en-GB" dirty="0"/>
              <a:t>Both distributions are normalized:</a:t>
            </a:r>
          </a:p>
          <a:p>
            <a:pPr lvl="0"/>
            <a:endParaRPr lang="en-GB" dirty="0"/>
          </a:p>
          <a:p>
            <a:pPr lvl="0"/>
            <a:endParaRPr lang="en-GB" dirty="0"/>
          </a:p>
          <a:p>
            <a:pPr lvl="0"/>
            <a:endParaRPr lang="en-GB" dirty="0"/>
          </a:p>
          <a:p>
            <a:endParaRPr lang="en-GB" dirty="0"/>
          </a:p>
          <a:p>
            <a:endParaRPr lang="en-GB" dirty="0"/>
          </a:p>
          <a:p>
            <a:pPr marL="120650" indent="0">
              <a:buNone/>
            </a:pPr>
            <a:endParaRPr lang="en-GB" sz="900" dirty="0"/>
          </a:p>
          <a:p>
            <a:pPr lvl="1"/>
            <a:endParaRPr lang="en-GB" dirty="0"/>
          </a:p>
        </p:txBody>
      </p:sp>
      <p:pic>
        <p:nvPicPr>
          <p:cNvPr id="4" name="Immagine 3">
            <a:extLst>
              <a:ext uri="{FF2B5EF4-FFF2-40B4-BE49-F238E27FC236}">
                <a16:creationId xmlns:a16="http://schemas.microsoft.com/office/drawing/2014/main" id="{909EE658-99B2-CEDC-6EFF-6B0E174205CA}"/>
              </a:ext>
            </a:extLst>
          </p:cNvPr>
          <p:cNvPicPr>
            <a:picLocks noChangeAspect="1"/>
          </p:cNvPicPr>
          <p:nvPr/>
        </p:nvPicPr>
        <p:blipFill>
          <a:blip r:embed="rId3"/>
          <a:stretch>
            <a:fillRect/>
          </a:stretch>
        </p:blipFill>
        <p:spPr>
          <a:xfrm>
            <a:off x="721710" y="2472778"/>
            <a:ext cx="2844800" cy="698500"/>
          </a:xfrm>
          <a:prstGeom prst="rect">
            <a:avLst/>
          </a:prstGeom>
        </p:spPr>
      </p:pic>
      <p:pic>
        <p:nvPicPr>
          <p:cNvPr id="7" name="Immagine 6">
            <a:extLst>
              <a:ext uri="{FF2B5EF4-FFF2-40B4-BE49-F238E27FC236}">
                <a16:creationId xmlns:a16="http://schemas.microsoft.com/office/drawing/2014/main" id="{FA786533-2EAB-5442-C925-1A08D13450FC}"/>
              </a:ext>
            </a:extLst>
          </p:cNvPr>
          <p:cNvPicPr>
            <a:picLocks noChangeAspect="1"/>
          </p:cNvPicPr>
          <p:nvPr/>
        </p:nvPicPr>
        <p:blipFill>
          <a:blip r:embed="rId4"/>
          <a:stretch>
            <a:fillRect/>
          </a:stretch>
        </p:blipFill>
        <p:spPr>
          <a:xfrm>
            <a:off x="670910" y="4235526"/>
            <a:ext cx="2895600" cy="635000"/>
          </a:xfrm>
          <a:prstGeom prst="rect">
            <a:avLst/>
          </a:prstGeom>
        </p:spPr>
      </p:pic>
      <p:pic>
        <p:nvPicPr>
          <p:cNvPr id="9" name="Immagine 8">
            <a:extLst>
              <a:ext uri="{FF2B5EF4-FFF2-40B4-BE49-F238E27FC236}">
                <a16:creationId xmlns:a16="http://schemas.microsoft.com/office/drawing/2014/main" id="{44584229-82A7-78D6-4230-6641C6F0FBFE}"/>
              </a:ext>
            </a:extLst>
          </p:cNvPr>
          <p:cNvPicPr>
            <a:picLocks noChangeAspect="1"/>
          </p:cNvPicPr>
          <p:nvPr/>
        </p:nvPicPr>
        <p:blipFill>
          <a:blip r:embed="rId5"/>
          <a:stretch>
            <a:fillRect/>
          </a:stretch>
        </p:blipFill>
        <p:spPr>
          <a:xfrm>
            <a:off x="670910" y="5592895"/>
            <a:ext cx="1866900" cy="647700"/>
          </a:xfrm>
          <a:prstGeom prst="rect">
            <a:avLst/>
          </a:prstGeom>
        </p:spPr>
      </p:pic>
      <p:pic>
        <p:nvPicPr>
          <p:cNvPr id="11" name="Immagine 10">
            <a:extLst>
              <a:ext uri="{FF2B5EF4-FFF2-40B4-BE49-F238E27FC236}">
                <a16:creationId xmlns:a16="http://schemas.microsoft.com/office/drawing/2014/main" id="{5C6DFC72-D9FC-38AD-AEFF-C8FCA5156356}"/>
              </a:ext>
            </a:extLst>
          </p:cNvPr>
          <p:cNvPicPr>
            <a:picLocks noChangeAspect="1"/>
          </p:cNvPicPr>
          <p:nvPr/>
        </p:nvPicPr>
        <p:blipFill>
          <a:blip r:embed="rId6"/>
          <a:stretch>
            <a:fillRect/>
          </a:stretch>
        </p:blipFill>
        <p:spPr>
          <a:xfrm>
            <a:off x="3483411" y="5592895"/>
            <a:ext cx="1778000" cy="698500"/>
          </a:xfrm>
          <a:prstGeom prst="rect">
            <a:avLst/>
          </a:prstGeom>
        </p:spPr>
      </p:pic>
    </p:spTree>
    <p:extLst>
      <p:ext uri="{BB962C8B-B14F-4D97-AF65-F5344CB8AC3E}">
        <p14:creationId xmlns:p14="http://schemas.microsoft.com/office/powerpoint/2010/main" val="11719901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2">
          <a:extLst>
            <a:ext uri="{FF2B5EF4-FFF2-40B4-BE49-F238E27FC236}">
              <a16:creationId xmlns:a16="http://schemas.microsoft.com/office/drawing/2014/main" id="{29FABEF4-016E-748E-0ED2-908616577EE8}"/>
            </a:ext>
          </a:extLst>
        </p:cNvPr>
        <p:cNvGrpSpPr/>
        <p:nvPr/>
      </p:nvGrpSpPr>
      <p:grpSpPr>
        <a:xfrm>
          <a:off x="0" y="0"/>
          <a:ext cx="0" cy="0"/>
          <a:chOff x="0" y="0"/>
          <a:chExt cx="0" cy="0"/>
        </a:xfrm>
      </p:grpSpPr>
      <p:sp>
        <p:nvSpPr>
          <p:cNvPr id="83" name="Google Shape;83;p14">
            <a:extLst>
              <a:ext uri="{FF2B5EF4-FFF2-40B4-BE49-F238E27FC236}">
                <a16:creationId xmlns:a16="http://schemas.microsoft.com/office/drawing/2014/main" id="{64F5AE11-F96A-20B7-FB0D-E45AEFB622B2}"/>
              </a:ext>
            </a:extLst>
          </p:cNvPr>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Reward hypothesis</a:t>
            </a:r>
            <a:endParaRPr sz="4000" dirty="0"/>
          </a:p>
        </p:txBody>
      </p:sp>
      <p:sp>
        <p:nvSpPr>
          <p:cNvPr id="84" name="Google Shape;84;p14">
            <a:extLst>
              <a:ext uri="{FF2B5EF4-FFF2-40B4-BE49-F238E27FC236}">
                <a16:creationId xmlns:a16="http://schemas.microsoft.com/office/drawing/2014/main" id="{4FB16C98-F54D-43B4-C7DE-23457642851A}"/>
              </a:ext>
            </a:extLst>
          </p:cNvPr>
          <p:cNvSpPr txBox="1">
            <a:spLocks noGrp="1"/>
          </p:cNvSpPr>
          <p:nvPr>
            <p:ph type="body" idx="1"/>
          </p:nvPr>
        </p:nvSpPr>
        <p:spPr>
          <a:xfrm>
            <a:off x="162750" y="1180210"/>
            <a:ext cx="8818500" cy="5425541"/>
          </a:xfrm>
          <a:prstGeom prst="rect">
            <a:avLst/>
          </a:prstGeom>
        </p:spPr>
        <p:txBody>
          <a:bodyPr spcFirstLastPara="1" wrap="square" lIns="91425" tIns="91425" rIns="91425" bIns="91425" anchor="t" anchorCtr="0">
            <a:noAutofit/>
          </a:bodyPr>
          <a:lstStyle/>
          <a:p>
            <a:r>
              <a:rPr lang="en-GB" dirty="0"/>
              <a:t>All goals can be described as the maximization of the expected cumulative reward</a:t>
            </a:r>
          </a:p>
          <a:p>
            <a:pPr lvl="1"/>
            <a:r>
              <a:rPr lang="en-GB" dirty="0"/>
              <a:t>to accomplish something, design the reward signal so that maximizing it leads the agent toward the behaviour we want</a:t>
            </a:r>
          </a:p>
          <a:p>
            <a:pPr lvl="1"/>
            <a:endParaRPr lang="en-GB" dirty="0"/>
          </a:p>
          <a:p>
            <a:pPr lvl="1"/>
            <a:endParaRPr lang="en-GB" dirty="0"/>
          </a:p>
          <a:p>
            <a:pPr lvl="1"/>
            <a:endParaRPr lang="en-GB" dirty="0"/>
          </a:p>
          <a:p>
            <a:pPr lvl="1"/>
            <a:endParaRPr lang="en-GB" dirty="0"/>
          </a:p>
          <a:p>
            <a:pPr lvl="1"/>
            <a:endParaRPr lang="en-GB" dirty="0"/>
          </a:p>
          <a:p>
            <a:pPr lvl="1"/>
            <a:endParaRPr lang="en-GB" dirty="0"/>
          </a:p>
          <a:p>
            <a:pPr marL="590550" lvl="1" indent="0">
              <a:buNone/>
            </a:pPr>
            <a:endParaRPr lang="en-GB" sz="1000" dirty="0"/>
          </a:p>
          <a:p>
            <a:r>
              <a:rPr lang="en-GB" dirty="0"/>
              <a:t>Reward signal should specify </a:t>
            </a:r>
            <a:r>
              <a:rPr lang="en-GB" b="1" dirty="0"/>
              <a:t>what</a:t>
            </a:r>
            <a:r>
              <a:rPr lang="en-GB" dirty="0"/>
              <a:t> we want to achieve, not </a:t>
            </a:r>
            <a:r>
              <a:rPr lang="en-GB" b="1" dirty="0"/>
              <a:t>how</a:t>
            </a:r>
            <a:r>
              <a:rPr lang="en-GB" dirty="0"/>
              <a:t> we want to achieve it</a:t>
            </a:r>
          </a:p>
          <a:p>
            <a:pPr lvl="1"/>
            <a:r>
              <a:rPr lang="en-GB" dirty="0"/>
              <a:t>prior knowledge should generally not be encoded by rewarding actions simply because we believe they are useful</a:t>
            </a:r>
          </a:p>
          <a:p>
            <a:pPr lvl="1"/>
            <a:r>
              <a:rPr lang="en-GB" dirty="0"/>
              <a:t>The agent should be allowed to discover effective behaviour through interaction.</a:t>
            </a:r>
          </a:p>
          <a:p>
            <a:pPr lvl="1"/>
            <a:endParaRPr lang="en-GB" dirty="0"/>
          </a:p>
        </p:txBody>
      </p:sp>
      <p:pic>
        <p:nvPicPr>
          <p:cNvPr id="4" name="Immagine 3">
            <a:extLst>
              <a:ext uri="{FF2B5EF4-FFF2-40B4-BE49-F238E27FC236}">
                <a16:creationId xmlns:a16="http://schemas.microsoft.com/office/drawing/2014/main" id="{B313EA03-9229-94C8-AFB7-FF76D89C8855}"/>
              </a:ext>
            </a:extLst>
          </p:cNvPr>
          <p:cNvPicPr>
            <a:picLocks noChangeAspect="1"/>
          </p:cNvPicPr>
          <p:nvPr/>
        </p:nvPicPr>
        <p:blipFill>
          <a:blip r:embed="rId3"/>
          <a:stretch>
            <a:fillRect/>
          </a:stretch>
        </p:blipFill>
        <p:spPr>
          <a:xfrm>
            <a:off x="780393" y="2492365"/>
            <a:ext cx="7378262" cy="2438904"/>
          </a:xfrm>
          <a:prstGeom prst="rect">
            <a:avLst/>
          </a:prstGeom>
        </p:spPr>
      </p:pic>
    </p:spTree>
    <p:extLst>
      <p:ext uri="{BB962C8B-B14F-4D97-AF65-F5344CB8AC3E}">
        <p14:creationId xmlns:p14="http://schemas.microsoft.com/office/powerpoint/2010/main" val="5007030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The Reward function</a:t>
            </a:r>
            <a:endParaRPr sz="4000" dirty="0"/>
          </a:p>
        </p:txBody>
      </p:sp>
      <p:sp>
        <p:nvSpPr>
          <p:cNvPr id="84" name="Google Shape;84;p14"/>
          <p:cNvSpPr txBox="1">
            <a:spLocks noGrp="1"/>
          </p:cNvSpPr>
          <p:nvPr>
            <p:ph type="body" idx="1"/>
          </p:nvPr>
        </p:nvSpPr>
        <p:spPr>
          <a:xfrm>
            <a:off x="162750" y="927961"/>
            <a:ext cx="8818500" cy="5256556"/>
          </a:xfrm>
          <a:prstGeom prst="rect">
            <a:avLst/>
          </a:prstGeom>
        </p:spPr>
        <p:txBody>
          <a:bodyPr spcFirstLastPara="1" wrap="square" lIns="91425" tIns="91425" rIns="91425" bIns="91425" anchor="t" anchorCtr="0">
            <a:noAutofit/>
          </a:bodyPr>
          <a:lstStyle/>
          <a:p>
            <a:r>
              <a:rPr lang="en-GB" dirty="0"/>
              <a:t>The reward signal is </a:t>
            </a:r>
            <a:r>
              <a:rPr lang="en-GB" b="1" dirty="0"/>
              <a:t>stochastic</a:t>
            </a:r>
            <a:r>
              <a:rPr lang="en-GB" dirty="0"/>
              <a:t>: same state-action pair may lead to different rewards on different transitions</a:t>
            </a:r>
          </a:p>
          <a:p>
            <a:r>
              <a:rPr lang="en-GB" dirty="0"/>
              <a:t>The marginal distribution tells us how likely each reward value is after taking an action in a state, independently of which next state is reached</a:t>
            </a:r>
          </a:p>
          <a:p>
            <a:endParaRPr lang="en-GB" dirty="0"/>
          </a:p>
          <a:p>
            <a:endParaRPr lang="en-GB" sz="1050" dirty="0"/>
          </a:p>
          <a:p>
            <a:endParaRPr lang="en-GB" sz="300" dirty="0"/>
          </a:p>
          <a:p>
            <a:r>
              <a:rPr lang="en-GB" dirty="0"/>
              <a:t>What is important is the </a:t>
            </a:r>
            <a:r>
              <a:rPr lang="en-GB" b="1" dirty="0"/>
              <a:t>expected reward</a:t>
            </a:r>
            <a:r>
              <a:rPr lang="en-GB" dirty="0"/>
              <a:t> for the state-action pair:</a:t>
            </a:r>
          </a:p>
          <a:p>
            <a:endParaRPr lang="en-GB" dirty="0"/>
          </a:p>
          <a:p>
            <a:pPr marL="120650" indent="0">
              <a:buNone/>
            </a:pPr>
            <a:endParaRPr lang="en-GB" dirty="0"/>
          </a:p>
          <a:p>
            <a:pPr marL="120650" indent="0">
              <a:buNone/>
            </a:pPr>
            <a:endParaRPr lang="en-GB" sz="100" dirty="0"/>
          </a:p>
          <a:p>
            <a:r>
              <a:rPr lang="en-GB" dirty="0"/>
              <a:t>Equivalently, using the joint dynamics directly:</a:t>
            </a:r>
          </a:p>
          <a:p>
            <a:endParaRPr lang="en-GB" dirty="0"/>
          </a:p>
          <a:p>
            <a:pPr marL="120650" indent="0">
              <a:buNone/>
            </a:pPr>
            <a:endParaRPr lang="en-GB" dirty="0"/>
          </a:p>
          <a:p>
            <a:r>
              <a:rPr lang="en-GB" dirty="0"/>
              <a:t>Sometimes we also want the expected reward of a </a:t>
            </a:r>
            <a:r>
              <a:rPr lang="en-GB" b="1" dirty="0"/>
              <a:t>specific transition</a:t>
            </a:r>
            <a:r>
              <a:rPr lang="en-GB" dirty="0"/>
              <a:t>:</a:t>
            </a:r>
          </a:p>
          <a:p>
            <a:endParaRPr lang="en-GB" dirty="0"/>
          </a:p>
          <a:p>
            <a:endParaRPr lang="en-GB" dirty="0"/>
          </a:p>
          <a:p>
            <a:endParaRPr lang="en-GB" dirty="0"/>
          </a:p>
          <a:p>
            <a:r>
              <a:rPr lang="en-GB" dirty="0"/>
              <a:t>The state-action reward can then be recovered by averaging:</a:t>
            </a:r>
          </a:p>
          <a:p>
            <a:endParaRPr lang="en-GB" dirty="0"/>
          </a:p>
          <a:p>
            <a:endParaRPr lang="en-GB" dirty="0"/>
          </a:p>
        </p:txBody>
      </p:sp>
      <p:pic>
        <p:nvPicPr>
          <p:cNvPr id="6" name="Immagine 5">
            <a:extLst>
              <a:ext uri="{FF2B5EF4-FFF2-40B4-BE49-F238E27FC236}">
                <a16:creationId xmlns:a16="http://schemas.microsoft.com/office/drawing/2014/main" id="{6C9878C6-68C5-41FF-FEE1-BBD70F1A51AD}"/>
              </a:ext>
            </a:extLst>
          </p:cNvPr>
          <p:cNvPicPr>
            <a:picLocks noChangeAspect="1"/>
          </p:cNvPicPr>
          <p:nvPr/>
        </p:nvPicPr>
        <p:blipFill>
          <a:blip r:embed="rId3"/>
          <a:stretch>
            <a:fillRect/>
          </a:stretch>
        </p:blipFill>
        <p:spPr>
          <a:xfrm>
            <a:off x="664999" y="2219977"/>
            <a:ext cx="2681232" cy="601173"/>
          </a:xfrm>
          <a:prstGeom prst="rect">
            <a:avLst/>
          </a:prstGeom>
        </p:spPr>
      </p:pic>
      <p:pic>
        <p:nvPicPr>
          <p:cNvPr id="8" name="Immagine 7">
            <a:extLst>
              <a:ext uri="{FF2B5EF4-FFF2-40B4-BE49-F238E27FC236}">
                <a16:creationId xmlns:a16="http://schemas.microsoft.com/office/drawing/2014/main" id="{D17225B8-1AD0-3E94-E103-7E235CA2BBB9}"/>
              </a:ext>
            </a:extLst>
          </p:cNvPr>
          <p:cNvPicPr>
            <a:picLocks noChangeAspect="1"/>
          </p:cNvPicPr>
          <p:nvPr/>
        </p:nvPicPr>
        <p:blipFill>
          <a:blip r:embed="rId4"/>
          <a:stretch>
            <a:fillRect/>
          </a:stretch>
        </p:blipFill>
        <p:spPr>
          <a:xfrm>
            <a:off x="664999" y="3114137"/>
            <a:ext cx="5097298" cy="541742"/>
          </a:xfrm>
          <a:prstGeom prst="rect">
            <a:avLst/>
          </a:prstGeom>
        </p:spPr>
      </p:pic>
      <p:pic>
        <p:nvPicPr>
          <p:cNvPr id="10" name="Immagine 9">
            <a:extLst>
              <a:ext uri="{FF2B5EF4-FFF2-40B4-BE49-F238E27FC236}">
                <a16:creationId xmlns:a16="http://schemas.microsoft.com/office/drawing/2014/main" id="{2C2970F0-E367-342A-90A8-B2A26FCE79BB}"/>
              </a:ext>
            </a:extLst>
          </p:cNvPr>
          <p:cNvPicPr>
            <a:picLocks noChangeAspect="1"/>
          </p:cNvPicPr>
          <p:nvPr/>
        </p:nvPicPr>
        <p:blipFill>
          <a:blip r:embed="rId5"/>
          <a:stretch>
            <a:fillRect/>
          </a:stretch>
        </p:blipFill>
        <p:spPr>
          <a:xfrm>
            <a:off x="664999" y="3980329"/>
            <a:ext cx="2905891" cy="610481"/>
          </a:xfrm>
          <a:prstGeom prst="rect">
            <a:avLst/>
          </a:prstGeom>
        </p:spPr>
      </p:pic>
      <p:pic>
        <p:nvPicPr>
          <p:cNvPr id="12" name="Immagine 11">
            <a:extLst>
              <a:ext uri="{FF2B5EF4-FFF2-40B4-BE49-F238E27FC236}">
                <a16:creationId xmlns:a16="http://schemas.microsoft.com/office/drawing/2014/main" id="{DDE3551A-CF0F-AD35-CBC1-88C6DEAB5571}"/>
              </a:ext>
            </a:extLst>
          </p:cNvPr>
          <p:cNvPicPr>
            <a:picLocks noChangeAspect="1"/>
          </p:cNvPicPr>
          <p:nvPr/>
        </p:nvPicPr>
        <p:blipFill>
          <a:blip r:embed="rId6"/>
          <a:stretch>
            <a:fillRect/>
          </a:stretch>
        </p:blipFill>
        <p:spPr>
          <a:xfrm>
            <a:off x="664999" y="4915260"/>
            <a:ext cx="6153587" cy="662323"/>
          </a:xfrm>
          <a:prstGeom prst="rect">
            <a:avLst/>
          </a:prstGeom>
        </p:spPr>
      </p:pic>
      <p:pic>
        <p:nvPicPr>
          <p:cNvPr id="14" name="Immagine 13">
            <a:extLst>
              <a:ext uri="{FF2B5EF4-FFF2-40B4-BE49-F238E27FC236}">
                <a16:creationId xmlns:a16="http://schemas.microsoft.com/office/drawing/2014/main" id="{7A8284C9-669D-CEFF-4443-4FF10CE737BF}"/>
              </a:ext>
            </a:extLst>
          </p:cNvPr>
          <p:cNvPicPr>
            <a:picLocks noChangeAspect="1"/>
          </p:cNvPicPr>
          <p:nvPr/>
        </p:nvPicPr>
        <p:blipFill>
          <a:blip r:embed="rId7"/>
          <a:stretch>
            <a:fillRect/>
          </a:stretch>
        </p:blipFill>
        <p:spPr>
          <a:xfrm>
            <a:off x="700471" y="6099162"/>
            <a:ext cx="2870419" cy="534572"/>
          </a:xfrm>
          <a:prstGeom prst="rect">
            <a:avLst/>
          </a:prstGeom>
        </p:spPr>
      </p:pic>
    </p:spTree>
    <p:extLst>
      <p:ext uri="{BB962C8B-B14F-4D97-AF65-F5344CB8AC3E}">
        <p14:creationId xmlns:p14="http://schemas.microsoft.com/office/powerpoint/2010/main" val="20205262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The Return</a:t>
            </a:r>
            <a:endParaRPr sz="4000" dirty="0"/>
          </a:p>
        </p:txBody>
      </p:sp>
      <p:sp>
        <p:nvSpPr>
          <p:cNvPr id="84" name="Google Shape;84;p14"/>
          <p:cNvSpPr txBox="1">
            <a:spLocks noGrp="1"/>
          </p:cNvSpPr>
          <p:nvPr>
            <p:ph type="body" idx="1"/>
          </p:nvPr>
        </p:nvSpPr>
        <p:spPr>
          <a:xfrm>
            <a:off x="225812" y="976143"/>
            <a:ext cx="8818500" cy="5558663"/>
          </a:xfrm>
          <a:prstGeom prst="rect">
            <a:avLst/>
          </a:prstGeom>
        </p:spPr>
        <p:txBody>
          <a:bodyPr spcFirstLastPara="1" wrap="square" lIns="91425" tIns="91425" rIns="91425" bIns="91425" anchor="t" anchorCtr="0">
            <a:noAutofit/>
          </a:bodyPr>
          <a:lstStyle/>
          <a:p>
            <a:pPr lvl="0"/>
            <a:r>
              <a:rPr lang="en-GB" dirty="0"/>
              <a:t>An agent should not evaluate an action </a:t>
            </a:r>
            <a:r>
              <a:rPr lang="en-GB" b="1" dirty="0"/>
              <a:t>only by the reward received immediately </a:t>
            </a:r>
            <a:r>
              <a:rPr lang="en-GB" dirty="0"/>
              <a:t>after taking it</a:t>
            </a:r>
          </a:p>
          <a:p>
            <a:pPr lvl="1"/>
            <a:r>
              <a:rPr lang="en-GB" dirty="0"/>
              <a:t>a good action may produce little reward but lead to a desirable sequence of future rewards</a:t>
            </a:r>
          </a:p>
          <a:p>
            <a:pPr lvl="1"/>
            <a:r>
              <a:rPr lang="en-GB" dirty="0"/>
              <a:t>an action that produces an immediate reward may have undesirable long-term consequences</a:t>
            </a:r>
          </a:p>
          <a:p>
            <a:pPr lvl="1"/>
            <a:endParaRPr lang="en-GB" dirty="0"/>
          </a:p>
          <a:p>
            <a:pPr lvl="1"/>
            <a:endParaRPr lang="en-GB" dirty="0"/>
          </a:p>
          <a:p>
            <a:pPr lvl="1"/>
            <a:endParaRPr lang="en-GB" dirty="0"/>
          </a:p>
          <a:p>
            <a:pPr lvl="1"/>
            <a:endParaRPr lang="en-GB" dirty="0"/>
          </a:p>
          <a:p>
            <a:pPr lvl="1"/>
            <a:endParaRPr lang="en-GB" dirty="0"/>
          </a:p>
          <a:p>
            <a:pPr lvl="1"/>
            <a:endParaRPr lang="en-GB" sz="600" dirty="0"/>
          </a:p>
          <a:p>
            <a:r>
              <a:rPr lang="en-GB" dirty="0"/>
              <a:t>The agent’s objective is therefore defined in terms of the </a:t>
            </a:r>
            <a:r>
              <a:rPr lang="en-GB" b="1" dirty="0"/>
              <a:t>cumulative reward</a:t>
            </a:r>
            <a:r>
              <a:rPr lang="en-GB" dirty="0"/>
              <a:t> received from a given time step onward:</a:t>
            </a:r>
          </a:p>
        </p:txBody>
      </p:sp>
      <p:pic>
        <p:nvPicPr>
          <p:cNvPr id="4" name="Immagine 3">
            <a:extLst>
              <a:ext uri="{FF2B5EF4-FFF2-40B4-BE49-F238E27FC236}">
                <a16:creationId xmlns:a16="http://schemas.microsoft.com/office/drawing/2014/main" id="{960D7149-EBD0-0773-6941-25329B7CB4BD}"/>
              </a:ext>
            </a:extLst>
          </p:cNvPr>
          <p:cNvPicPr>
            <a:picLocks noChangeAspect="1"/>
          </p:cNvPicPr>
          <p:nvPr/>
        </p:nvPicPr>
        <p:blipFill>
          <a:blip r:embed="rId3"/>
          <a:stretch>
            <a:fillRect/>
          </a:stretch>
        </p:blipFill>
        <p:spPr>
          <a:xfrm>
            <a:off x="429793" y="2898085"/>
            <a:ext cx="8614519" cy="2015759"/>
          </a:xfrm>
          <a:prstGeom prst="rect">
            <a:avLst/>
          </a:prstGeom>
        </p:spPr>
      </p:pic>
      <p:pic>
        <p:nvPicPr>
          <p:cNvPr id="6" name="Immagine 5">
            <a:extLst>
              <a:ext uri="{FF2B5EF4-FFF2-40B4-BE49-F238E27FC236}">
                <a16:creationId xmlns:a16="http://schemas.microsoft.com/office/drawing/2014/main" id="{1C62361F-7933-5201-F047-743A98F5AACF}"/>
              </a:ext>
            </a:extLst>
          </p:cNvPr>
          <p:cNvPicPr>
            <a:picLocks noChangeAspect="1"/>
          </p:cNvPicPr>
          <p:nvPr/>
        </p:nvPicPr>
        <p:blipFill>
          <a:blip r:embed="rId4"/>
          <a:stretch>
            <a:fillRect/>
          </a:stretch>
        </p:blipFill>
        <p:spPr>
          <a:xfrm>
            <a:off x="779736" y="5723538"/>
            <a:ext cx="4305300" cy="723900"/>
          </a:xfrm>
          <a:prstGeom prst="rect">
            <a:avLst/>
          </a:prstGeom>
        </p:spPr>
      </p:pic>
    </p:spTree>
    <p:extLst>
      <p:ext uri="{BB962C8B-B14F-4D97-AF65-F5344CB8AC3E}">
        <p14:creationId xmlns:p14="http://schemas.microsoft.com/office/powerpoint/2010/main" val="31568873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The Discount</a:t>
            </a:r>
            <a:endParaRPr sz="4000" dirty="0"/>
          </a:p>
        </p:txBody>
      </p:sp>
      <p:sp>
        <p:nvSpPr>
          <p:cNvPr id="84" name="Google Shape;84;p14"/>
          <p:cNvSpPr txBox="1">
            <a:spLocks noGrp="1"/>
          </p:cNvSpPr>
          <p:nvPr>
            <p:ph type="body" idx="1"/>
          </p:nvPr>
        </p:nvSpPr>
        <p:spPr>
          <a:xfrm>
            <a:off x="162750" y="1043733"/>
            <a:ext cx="8818500" cy="5100000"/>
          </a:xfrm>
          <a:prstGeom prst="rect">
            <a:avLst/>
          </a:prstGeom>
        </p:spPr>
        <p:txBody>
          <a:bodyPr spcFirstLastPara="1" wrap="square" lIns="91425" tIns="91425" rIns="91425" bIns="91425" anchor="t" anchorCtr="0">
            <a:noAutofit/>
          </a:bodyPr>
          <a:lstStyle/>
          <a:p>
            <a:pPr lvl="0"/>
            <a:r>
              <a:rPr lang="en-GB" dirty="0"/>
              <a:t>For an </a:t>
            </a:r>
            <a:r>
              <a:rPr lang="en-GB" b="1" dirty="0"/>
              <a:t>episodic task</a:t>
            </a:r>
            <a:r>
              <a:rPr lang="en-GB" dirty="0"/>
              <a:t>, the interaction eventually reaches a terminal state, so the return is simply the finite sum of rewards received until the end of the episode.</a:t>
            </a:r>
          </a:p>
          <a:p>
            <a:pPr lvl="0"/>
            <a:r>
              <a:rPr lang="en-GB" dirty="0"/>
              <a:t>For a </a:t>
            </a:r>
            <a:r>
              <a:rPr lang="en-GB" b="1" dirty="0"/>
              <a:t>continuing task</a:t>
            </a:r>
            <a:r>
              <a:rPr lang="en-GB" dirty="0"/>
              <a:t>, the interaction may proceed indefinitely, and this sum may not be finite. </a:t>
            </a:r>
          </a:p>
          <a:p>
            <a:pPr lvl="0"/>
            <a:r>
              <a:rPr lang="en-GB" dirty="0"/>
              <a:t>To handle such case, and more generally to control the </a:t>
            </a:r>
            <a:r>
              <a:rPr lang="en-GB" b="1" dirty="0"/>
              <a:t>relative importance of immediate and future rewards</a:t>
            </a:r>
            <a:r>
              <a:rPr lang="en-GB" dirty="0"/>
              <a:t>, we introduce a discount factor:</a:t>
            </a:r>
          </a:p>
          <a:p>
            <a:pPr lvl="0"/>
            <a:endParaRPr lang="en-GB" dirty="0"/>
          </a:p>
          <a:p>
            <a:pPr lvl="0"/>
            <a:endParaRPr lang="en-GB" dirty="0"/>
          </a:p>
          <a:p>
            <a:pPr lvl="0"/>
            <a:endParaRPr lang="en-GB" sz="400" dirty="0"/>
          </a:p>
          <a:p>
            <a:pPr lvl="0"/>
            <a:r>
              <a:rPr lang="en-GB" dirty="0"/>
              <a:t>For gamma&lt;1, progressively distant rewards receive exponentially smaller weights, and (if rewards are bounded) </a:t>
            </a:r>
            <a:r>
              <a:rPr lang="en-GB" b="1" dirty="0"/>
              <a:t>the discounted return is also bounded:</a:t>
            </a:r>
          </a:p>
          <a:p>
            <a:pPr lvl="0"/>
            <a:endParaRPr lang="en-GB" dirty="0"/>
          </a:p>
          <a:p>
            <a:endParaRPr lang="en-GB" dirty="0"/>
          </a:p>
          <a:p>
            <a:endParaRPr lang="en-GB" dirty="0"/>
          </a:p>
          <a:p>
            <a:r>
              <a:rPr lang="en-GB" dirty="0"/>
              <a:t>The discounted return has an important recursive structure:</a:t>
            </a:r>
          </a:p>
          <a:p>
            <a:endParaRPr lang="en-GB" dirty="0"/>
          </a:p>
          <a:p>
            <a:endParaRPr lang="en-GB" dirty="0"/>
          </a:p>
          <a:p>
            <a:r>
              <a:rPr lang="en-GB" dirty="0"/>
              <a:t>The current return can be viewed as the immediate reward plus the discounted return from the next time step</a:t>
            </a:r>
          </a:p>
        </p:txBody>
      </p:sp>
      <p:pic>
        <p:nvPicPr>
          <p:cNvPr id="4" name="Immagine 3">
            <a:extLst>
              <a:ext uri="{FF2B5EF4-FFF2-40B4-BE49-F238E27FC236}">
                <a16:creationId xmlns:a16="http://schemas.microsoft.com/office/drawing/2014/main" id="{611535E0-81D3-CF86-A3DA-039095AAA885}"/>
              </a:ext>
            </a:extLst>
          </p:cNvPr>
          <p:cNvPicPr>
            <a:picLocks noChangeAspect="1"/>
          </p:cNvPicPr>
          <p:nvPr/>
        </p:nvPicPr>
        <p:blipFill>
          <a:blip r:embed="rId3"/>
          <a:stretch>
            <a:fillRect/>
          </a:stretch>
        </p:blipFill>
        <p:spPr>
          <a:xfrm>
            <a:off x="724994" y="2883990"/>
            <a:ext cx="1892300" cy="774700"/>
          </a:xfrm>
          <a:prstGeom prst="rect">
            <a:avLst/>
          </a:prstGeom>
        </p:spPr>
      </p:pic>
      <p:pic>
        <p:nvPicPr>
          <p:cNvPr id="7" name="Immagine 6">
            <a:extLst>
              <a:ext uri="{FF2B5EF4-FFF2-40B4-BE49-F238E27FC236}">
                <a16:creationId xmlns:a16="http://schemas.microsoft.com/office/drawing/2014/main" id="{48F85B8D-5AE0-AA8F-F8C6-9F8C9FE9AA65}"/>
              </a:ext>
            </a:extLst>
          </p:cNvPr>
          <p:cNvPicPr>
            <a:picLocks noChangeAspect="1"/>
          </p:cNvPicPr>
          <p:nvPr/>
        </p:nvPicPr>
        <p:blipFill>
          <a:blip r:embed="rId4"/>
          <a:stretch>
            <a:fillRect/>
          </a:stretch>
        </p:blipFill>
        <p:spPr>
          <a:xfrm>
            <a:off x="2952312" y="3049090"/>
            <a:ext cx="1079500" cy="444500"/>
          </a:xfrm>
          <a:prstGeom prst="rect">
            <a:avLst/>
          </a:prstGeom>
        </p:spPr>
      </p:pic>
      <p:pic>
        <p:nvPicPr>
          <p:cNvPr id="9" name="Immagine 8">
            <a:extLst>
              <a:ext uri="{FF2B5EF4-FFF2-40B4-BE49-F238E27FC236}">
                <a16:creationId xmlns:a16="http://schemas.microsoft.com/office/drawing/2014/main" id="{6ECDBC9F-C9F4-7D50-83DB-C49FDA9C26D6}"/>
              </a:ext>
            </a:extLst>
          </p:cNvPr>
          <p:cNvPicPr>
            <a:picLocks noChangeAspect="1"/>
          </p:cNvPicPr>
          <p:nvPr/>
        </p:nvPicPr>
        <p:blipFill>
          <a:blip r:embed="rId5"/>
          <a:stretch>
            <a:fillRect/>
          </a:stretch>
        </p:blipFill>
        <p:spPr>
          <a:xfrm>
            <a:off x="723462" y="4143854"/>
            <a:ext cx="4457700" cy="850900"/>
          </a:xfrm>
          <a:prstGeom prst="rect">
            <a:avLst/>
          </a:prstGeom>
        </p:spPr>
      </p:pic>
      <p:pic>
        <p:nvPicPr>
          <p:cNvPr id="11" name="Immagine 10">
            <a:extLst>
              <a:ext uri="{FF2B5EF4-FFF2-40B4-BE49-F238E27FC236}">
                <a16:creationId xmlns:a16="http://schemas.microsoft.com/office/drawing/2014/main" id="{D1AA35B0-6235-1BE7-7DE1-5D7E68CEB5B1}"/>
              </a:ext>
            </a:extLst>
          </p:cNvPr>
          <p:cNvPicPr>
            <a:picLocks noChangeAspect="1"/>
          </p:cNvPicPr>
          <p:nvPr/>
        </p:nvPicPr>
        <p:blipFill>
          <a:blip r:embed="rId6"/>
          <a:stretch>
            <a:fillRect/>
          </a:stretch>
        </p:blipFill>
        <p:spPr>
          <a:xfrm>
            <a:off x="723462" y="5422747"/>
            <a:ext cx="4902200" cy="482600"/>
          </a:xfrm>
          <a:prstGeom prst="rect">
            <a:avLst/>
          </a:prstGeom>
        </p:spPr>
      </p:pic>
    </p:spTree>
    <p:extLst>
      <p:ext uri="{BB962C8B-B14F-4D97-AF65-F5344CB8AC3E}">
        <p14:creationId xmlns:p14="http://schemas.microsoft.com/office/powerpoint/2010/main" val="15862842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MDP framework</a:t>
            </a:r>
            <a:endParaRPr sz="4000" dirty="0"/>
          </a:p>
        </p:txBody>
      </p:sp>
      <p:sp>
        <p:nvSpPr>
          <p:cNvPr id="84" name="Google Shape;84;p14"/>
          <p:cNvSpPr txBox="1">
            <a:spLocks noGrp="1"/>
          </p:cNvSpPr>
          <p:nvPr>
            <p:ph type="body" idx="1"/>
          </p:nvPr>
        </p:nvSpPr>
        <p:spPr>
          <a:xfrm>
            <a:off x="162750" y="1043733"/>
            <a:ext cx="8818500" cy="5393034"/>
          </a:xfrm>
          <a:prstGeom prst="rect">
            <a:avLst/>
          </a:prstGeom>
        </p:spPr>
        <p:txBody>
          <a:bodyPr spcFirstLastPara="1" wrap="square" lIns="91425" tIns="91425" rIns="91425" bIns="91425" anchor="t" anchorCtr="0">
            <a:noAutofit/>
          </a:bodyPr>
          <a:lstStyle/>
          <a:p>
            <a:pPr lvl="0"/>
            <a:r>
              <a:rPr lang="en-GB" dirty="0"/>
              <a:t>The MDP framework is </a:t>
            </a:r>
            <a:r>
              <a:rPr lang="en-GB" b="1" dirty="0"/>
              <a:t>abstract</a:t>
            </a:r>
            <a:r>
              <a:rPr lang="en-GB" dirty="0"/>
              <a:t> and </a:t>
            </a:r>
            <a:r>
              <a:rPr lang="en-GB" b="1" dirty="0"/>
              <a:t>flexible</a:t>
            </a:r>
            <a:r>
              <a:rPr lang="en-GB" dirty="0"/>
              <a:t> and can be applied to many different problems in many ways</a:t>
            </a:r>
          </a:p>
          <a:p>
            <a:pPr lvl="1"/>
            <a:r>
              <a:rPr lang="en-GB" dirty="0"/>
              <a:t>actions can be low-level controls (the voltages applied to the motors of a robot arm)</a:t>
            </a:r>
          </a:p>
          <a:p>
            <a:pPr lvl="1"/>
            <a:r>
              <a:rPr lang="en-GB" dirty="0"/>
              <a:t>or high-level decisions (whether to have lunch)</a:t>
            </a:r>
          </a:p>
          <a:p>
            <a:pPr lvl="1"/>
            <a:r>
              <a:rPr lang="en-GB" dirty="0"/>
              <a:t>states can take a wide variety of forms</a:t>
            </a:r>
          </a:p>
          <a:p>
            <a:pPr lvl="2"/>
            <a:r>
              <a:rPr lang="en-GB" dirty="0"/>
              <a:t>can be completely determined by low-level sensations (direct sensor readings) </a:t>
            </a:r>
          </a:p>
          <a:p>
            <a:pPr lvl="2"/>
            <a:r>
              <a:rPr lang="en-GB" dirty="0"/>
              <a:t>can be more high-level and abstract (symbolic descriptions of objects in a room)</a:t>
            </a:r>
          </a:p>
          <a:p>
            <a:r>
              <a:rPr lang="en-GB" dirty="0"/>
              <a:t>In general, actions can be any decisions we want to learn how to make, and the states can be anything we can know that might be useful in making them!</a:t>
            </a:r>
          </a:p>
          <a:p>
            <a:endParaRPr lang="en-GB" sz="1050" dirty="0"/>
          </a:p>
          <a:p>
            <a:r>
              <a:rPr lang="en-GB" dirty="0"/>
              <a:t>There are many extensions to the framework</a:t>
            </a:r>
          </a:p>
          <a:p>
            <a:pPr lvl="1"/>
            <a:r>
              <a:rPr lang="en-GB" b="1" dirty="0"/>
              <a:t>Partially observable Markov decision process: </a:t>
            </a:r>
            <a:r>
              <a:rPr lang="en-GB" dirty="0"/>
              <a:t>when the agent cannot fully observe the environment state</a:t>
            </a:r>
          </a:p>
          <a:p>
            <a:pPr lvl="1"/>
            <a:r>
              <a:rPr lang="en-GB" b="1" dirty="0"/>
              <a:t>Continuous Markov decision process: </a:t>
            </a:r>
            <a:r>
              <a:rPr lang="en-GB" dirty="0"/>
              <a:t>when time, action, state or any combination of them are continuous</a:t>
            </a:r>
          </a:p>
          <a:p>
            <a:pPr lvl="1"/>
            <a:r>
              <a:rPr lang="en-GB" b="1" dirty="0"/>
              <a:t>Multi-agent Markov decision process: </a:t>
            </a:r>
            <a:r>
              <a:rPr lang="en-GB" dirty="0"/>
              <a:t>to allows the inclusion of multiple agents in the same environment</a:t>
            </a:r>
          </a:p>
          <a:p>
            <a:endParaRPr lang="en-GB" dirty="0"/>
          </a:p>
        </p:txBody>
      </p:sp>
    </p:spTree>
    <p:extLst>
      <p:ext uri="{BB962C8B-B14F-4D97-AF65-F5344CB8AC3E}">
        <p14:creationId xmlns:p14="http://schemas.microsoft.com/office/powerpoint/2010/main" val="26775232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Plan and Policy</a:t>
            </a:r>
            <a:endParaRPr sz="4000" dirty="0"/>
          </a:p>
        </p:txBody>
      </p:sp>
      <p:sp>
        <p:nvSpPr>
          <p:cNvPr id="84" name="Google Shape;84;p14"/>
          <p:cNvSpPr txBox="1">
            <a:spLocks noGrp="1"/>
          </p:cNvSpPr>
          <p:nvPr>
            <p:ph type="body" idx="1"/>
          </p:nvPr>
        </p:nvSpPr>
        <p:spPr>
          <a:xfrm>
            <a:off x="162750" y="938566"/>
            <a:ext cx="8818500" cy="5224230"/>
          </a:xfrm>
          <a:prstGeom prst="rect">
            <a:avLst/>
          </a:prstGeom>
        </p:spPr>
        <p:txBody>
          <a:bodyPr spcFirstLastPara="1" wrap="square" lIns="91425" tIns="91425" rIns="91425" bIns="91425" anchor="t" anchorCtr="0">
            <a:noAutofit/>
          </a:bodyPr>
          <a:lstStyle/>
          <a:p>
            <a:pPr lvl="0"/>
            <a:r>
              <a:rPr lang="en-GB" dirty="0"/>
              <a:t>It might seem that the agent’s goal is to find a </a:t>
            </a:r>
            <a:r>
              <a:rPr lang="en-GB" b="1" dirty="0"/>
              <a:t>plan</a:t>
            </a:r>
            <a:r>
              <a:rPr lang="en-GB" dirty="0"/>
              <a:t>: a sequence of actions that leads from the initial state to the desired outcome, maximizing the return. </a:t>
            </a:r>
          </a:p>
          <a:p>
            <a:pPr lvl="0"/>
            <a:r>
              <a:rPr lang="en-GB" dirty="0"/>
              <a:t>In a </a:t>
            </a:r>
            <a:r>
              <a:rPr lang="en-GB" b="1" dirty="0"/>
              <a:t>deterministic environment </a:t>
            </a:r>
            <a:r>
              <a:rPr lang="en-GB" dirty="0"/>
              <a:t>(every action has a predictable consequence), such a sequence may be sufficient</a:t>
            </a:r>
          </a:p>
          <a:p>
            <a:pPr lvl="0"/>
            <a:r>
              <a:rPr lang="en-GB" dirty="0"/>
              <a:t>But what happens is a </a:t>
            </a:r>
            <a:r>
              <a:rPr lang="en-GB" b="1" dirty="0"/>
              <a:t>stochastic environment</a:t>
            </a:r>
            <a:r>
              <a:rPr lang="en-GB" dirty="0"/>
              <a:t>? An action may not produce the intended outcome, and the agent may reach a state not anticipated by the plan. </a:t>
            </a:r>
          </a:p>
          <a:p>
            <a:pPr lvl="0"/>
            <a:r>
              <a:rPr lang="en-GB" dirty="0"/>
              <a:t>A fixed sequence of actions no longer tells the agent what to do</a:t>
            </a:r>
          </a:p>
          <a:p>
            <a:pPr lvl="0"/>
            <a:endParaRPr lang="en-GB" dirty="0"/>
          </a:p>
          <a:p>
            <a:pPr lvl="0"/>
            <a:endParaRPr lang="en-GB" dirty="0"/>
          </a:p>
          <a:p>
            <a:pPr lvl="0"/>
            <a:endParaRPr lang="en-GB" dirty="0"/>
          </a:p>
          <a:p>
            <a:pPr lvl="0"/>
            <a:endParaRPr lang="en-GB" dirty="0"/>
          </a:p>
          <a:p>
            <a:pPr lvl="0"/>
            <a:endParaRPr lang="en-GB" dirty="0"/>
          </a:p>
          <a:p>
            <a:pPr lvl="0"/>
            <a:endParaRPr lang="en-GB" dirty="0"/>
          </a:p>
          <a:p>
            <a:pPr lvl="0"/>
            <a:endParaRPr lang="en-GB" dirty="0"/>
          </a:p>
          <a:p>
            <a:pPr lvl="0"/>
            <a:r>
              <a:rPr lang="en-GB" dirty="0"/>
              <a:t>We need a </a:t>
            </a:r>
            <a:r>
              <a:rPr lang="en-GB" b="1" dirty="0"/>
              <a:t>policy</a:t>
            </a:r>
            <a:r>
              <a:rPr lang="en-GB" dirty="0"/>
              <a:t>: a </a:t>
            </a:r>
            <a:r>
              <a:rPr lang="en-GB" b="1" dirty="0"/>
              <a:t>decision rule that specifies what the agent should do in every state it may encounter</a:t>
            </a:r>
            <a:endParaRPr lang="en-GB" dirty="0"/>
          </a:p>
          <a:p>
            <a:pPr lvl="0"/>
            <a:endParaRPr lang="en-GB" dirty="0"/>
          </a:p>
          <a:p>
            <a:pPr lvl="0"/>
            <a:endParaRPr lang="en-GB" dirty="0"/>
          </a:p>
          <a:p>
            <a:pPr lvl="1"/>
            <a:endParaRPr lang="en-GB" dirty="0"/>
          </a:p>
        </p:txBody>
      </p:sp>
      <p:pic>
        <p:nvPicPr>
          <p:cNvPr id="4" name="Immagine 3">
            <a:extLst>
              <a:ext uri="{FF2B5EF4-FFF2-40B4-BE49-F238E27FC236}">
                <a16:creationId xmlns:a16="http://schemas.microsoft.com/office/drawing/2014/main" id="{A2B05813-6ACA-2238-637D-6439CF7B3FF5}"/>
              </a:ext>
            </a:extLst>
          </p:cNvPr>
          <p:cNvPicPr>
            <a:picLocks noChangeAspect="1"/>
          </p:cNvPicPr>
          <p:nvPr/>
        </p:nvPicPr>
        <p:blipFill>
          <a:blip r:embed="rId3"/>
          <a:stretch>
            <a:fillRect/>
          </a:stretch>
        </p:blipFill>
        <p:spPr>
          <a:xfrm>
            <a:off x="630621" y="3136849"/>
            <a:ext cx="7772400" cy="2091336"/>
          </a:xfrm>
          <a:prstGeom prst="rect">
            <a:avLst/>
          </a:prstGeom>
        </p:spPr>
      </p:pic>
      <p:pic>
        <p:nvPicPr>
          <p:cNvPr id="6" name="Immagine 5">
            <a:extLst>
              <a:ext uri="{FF2B5EF4-FFF2-40B4-BE49-F238E27FC236}">
                <a16:creationId xmlns:a16="http://schemas.microsoft.com/office/drawing/2014/main" id="{FFC8BF58-1957-0757-2CF2-2A634C31690E}"/>
              </a:ext>
            </a:extLst>
          </p:cNvPr>
          <p:cNvPicPr>
            <a:picLocks noChangeAspect="1"/>
          </p:cNvPicPr>
          <p:nvPr/>
        </p:nvPicPr>
        <p:blipFill>
          <a:blip r:embed="rId4"/>
          <a:stretch>
            <a:fillRect/>
          </a:stretch>
        </p:blipFill>
        <p:spPr>
          <a:xfrm>
            <a:off x="696310" y="5870616"/>
            <a:ext cx="2895600" cy="431800"/>
          </a:xfrm>
          <a:prstGeom prst="rect">
            <a:avLst/>
          </a:prstGeom>
        </p:spPr>
      </p:pic>
    </p:spTree>
    <p:extLst>
      <p:ext uri="{BB962C8B-B14F-4D97-AF65-F5344CB8AC3E}">
        <p14:creationId xmlns:p14="http://schemas.microsoft.com/office/powerpoint/2010/main" val="16022657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Example: the frozen lake (1)</a:t>
            </a:r>
            <a:endParaRPr sz="4000" dirty="0"/>
          </a:p>
        </p:txBody>
      </p:sp>
      <p:sp>
        <p:nvSpPr>
          <p:cNvPr id="84" name="Google Shape;84;p14"/>
          <p:cNvSpPr txBox="1">
            <a:spLocks noGrp="1"/>
          </p:cNvSpPr>
          <p:nvPr>
            <p:ph type="body" idx="1"/>
          </p:nvPr>
        </p:nvSpPr>
        <p:spPr>
          <a:xfrm>
            <a:off x="162750" y="1043733"/>
            <a:ext cx="8818500" cy="5100000"/>
          </a:xfrm>
          <a:prstGeom prst="rect">
            <a:avLst/>
          </a:prstGeom>
        </p:spPr>
        <p:txBody>
          <a:bodyPr spcFirstLastPara="1" wrap="square" lIns="91425" tIns="91425" rIns="91425" bIns="91425" anchor="t" anchorCtr="0">
            <a:noAutofit/>
          </a:bodyPr>
          <a:lstStyle/>
          <a:p>
            <a:pPr lvl="0"/>
            <a:r>
              <a:rPr lang="en-GB" dirty="0"/>
              <a:t>A simple </a:t>
            </a:r>
            <a:r>
              <a:rPr lang="en-GB" b="1" dirty="0"/>
              <a:t>grid-world environment </a:t>
            </a:r>
          </a:p>
          <a:p>
            <a:pPr lvl="1"/>
            <a:r>
              <a:rPr lang="en-GB" dirty="0"/>
              <a:t>discrete state and action spaces </a:t>
            </a:r>
          </a:p>
          <a:p>
            <a:pPr lvl="1"/>
            <a:r>
              <a:rPr lang="en-GB" dirty="0"/>
              <a:t>the task is to go from a start to a goal location, avoiding falling into holes</a:t>
            </a:r>
          </a:p>
          <a:p>
            <a:pPr lvl="1"/>
            <a:r>
              <a:rPr lang="en-GB" dirty="0"/>
              <a:t>the challenge is that the surface is </a:t>
            </a:r>
            <a:r>
              <a:rPr lang="en-GB" b="1" dirty="0"/>
              <a:t>slippery</a:t>
            </a:r>
            <a:r>
              <a:rPr lang="en-GB" dirty="0"/>
              <a:t>: the agent moves only a third of the time as intended, the other two-thirds are split evenly in orthogonal directions</a:t>
            </a:r>
          </a:p>
        </p:txBody>
      </p:sp>
      <p:pic>
        <p:nvPicPr>
          <p:cNvPr id="4" name="Immagine 3" descr="Immagine che contiene diagramma, testo, linea, Piano&#10;&#10;Descrizione generata automaticamente">
            <a:extLst>
              <a:ext uri="{FF2B5EF4-FFF2-40B4-BE49-F238E27FC236}">
                <a16:creationId xmlns:a16="http://schemas.microsoft.com/office/drawing/2014/main" id="{C70E5542-A89B-F292-826B-CEC9449D5A34}"/>
              </a:ext>
            </a:extLst>
          </p:cNvPr>
          <p:cNvPicPr>
            <a:picLocks noChangeAspect="1"/>
          </p:cNvPicPr>
          <p:nvPr/>
        </p:nvPicPr>
        <p:blipFill>
          <a:blip r:embed="rId3"/>
          <a:stretch>
            <a:fillRect/>
          </a:stretch>
        </p:blipFill>
        <p:spPr>
          <a:xfrm>
            <a:off x="162750" y="2814319"/>
            <a:ext cx="8571955" cy="3571648"/>
          </a:xfrm>
          <a:prstGeom prst="rect">
            <a:avLst/>
          </a:prstGeom>
        </p:spPr>
      </p:pic>
      <p:pic>
        <p:nvPicPr>
          <p:cNvPr id="2" name="Immagine 1" descr="Immagine che contiene Carattere, Elementi grafici, logo, cerchio&#10;&#10;Descrizione generata automaticamente">
            <a:extLst>
              <a:ext uri="{FF2B5EF4-FFF2-40B4-BE49-F238E27FC236}">
                <a16:creationId xmlns:a16="http://schemas.microsoft.com/office/drawing/2014/main" id="{956D1750-AF73-2EE1-808A-1B03FEECB59B}"/>
              </a:ext>
            </a:extLst>
          </p:cNvPr>
          <p:cNvPicPr>
            <a:picLocks noChangeAspect="1"/>
          </p:cNvPicPr>
          <p:nvPr/>
        </p:nvPicPr>
        <p:blipFill>
          <a:blip r:embed="rId4"/>
          <a:stretch>
            <a:fillRect/>
          </a:stretch>
        </p:blipFill>
        <p:spPr>
          <a:xfrm>
            <a:off x="8573992" y="137435"/>
            <a:ext cx="407258" cy="495579"/>
          </a:xfrm>
          <a:prstGeom prst="rect">
            <a:avLst/>
          </a:prstGeom>
        </p:spPr>
      </p:pic>
    </p:spTree>
    <p:extLst>
      <p:ext uri="{BB962C8B-B14F-4D97-AF65-F5344CB8AC3E}">
        <p14:creationId xmlns:p14="http://schemas.microsoft.com/office/powerpoint/2010/main" val="635836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Example: the frozen lake (2)</a:t>
            </a:r>
            <a:endParaRPr sz="4000" dirty="0"/>
          </a:p>
        </p:txBody>
      </p:sp>
      <p:sp>
        <p:nvSpPr>
          <p:cNvPr id="84" name="Google Shape;84;p14"/>
          <p:cNvSpPr txBox="1">
            <a:spLocks noGrp="1"/>
          </p:cNvSpPr>
          <p:nvPr>
            <p:ph type="body" idx="1"/>
          </p:nvPr>
        </p:nvSpPr>
        <p:spPr>
          <a:xfrm>
            <a:off x="162750" y="1336766"/>
            <a:ext cx="8818500" cy="5226593"/>
          </a:xfrm>
          <a:prstGeom prst="rect">
            <a:avLst/>
          </a:prstGeom>
        </p:spPr>
        <p:txBody>
          <a:bodyPr spcFirstLastPara="1" wrap="square" lIns="91425" tIns="91425" rIns="91425" bIns="91425" anchor="t" anchorCtr="0">
            <a:noAutofit/>
          </a:bodyPr>
          <a:lstStyle/>
          <a:p>
            <a:pPr lvl="0"/>
            <a:r>
              <a:rPr lang="en-GB" dirty="0"/>
              <a:t>The </a:t>
            </a:r>
            <a:r>
              <a:rPr lang="en-GB" b="1" dirty="0"/>
              <a:t>state</a:t>
            </a:r>
            <a:r>
              <a:rPr lang="en-GB" dirty="0"/>
              <a:t> is composed of a </a:t>
            </a:r>
            <a:r>
              <a:rPr lang="en-GB" b="1" dirty="0"/>
              <a:t>single variable</a:t>
            </a:r>
            <a:r>
              <a:rPr lang="en-GB" dirty="0"/>
              <a:t>: the id of the cell where the agent is at any given time</a:t>
            </a:r>
          </a:p>
          <a:p>
            <a:pPr lvl="1"/>
            <a:r>
              <a:rPr lang="en-GB" dirty="0"/>
              <a:t>the </a:t>
            </a:r>
            <a:r>
              <a:rPr lang="en-GB" b="1" dirty="0"/>
              <a:t>size of the state space </a:t>
            </a:r>
            <a:r>
              <a:rPr lang="en-GB" dirty="0"/>
              <a:t>is 16 (the ids are set from 0 to 15, left to right, top to bottom)</a:t>
            </a:r>
          </a:p>
          <a:p>
            <a:r>
              <a:rPr lang="en-GB" dirty="0"/>
              <a:t>There’s only one </a:t>
            </a:r>
            <a:r>
              <a:rPr lang="en-GB" b="1" dirty="0"/>
              <a:t>starting state </a:t>
            </a:r>
            <a:r>
              <a:rPr lang="en-GB" dirty="0"/>
              <a:t>(which is state 0) </a:t>
            </a:r>
          </a:p>
          <a:p>
            <a:endParaRPr lang="en-GB" dirty="0"/>
          </a:p>
          <a:p>
            <a:r>
              <a:rPr lang="en-GB" dirty="0"/>
              <a:t>Five </a:t>
            </a:r>
            <a:r>
              <a:rPr lang="en-GB" b="1" dirty="0"/>
              <a:t>terminal states</a:t>
            </a:r>
          </a:p>
          <a:p>
            <a:pPr lvl="0"/>
            <a:endParaRPr lang="en-GB" dirty="0"/>
          </a:p>
          <a:p>
            <a:pPr lvl="0"/>
            <a:r>
              <a:rPr lang="en-GB" dirty="0"/>
              <a:t>There are four available actions in all states</a:t>
            </a:r>
          </a:p>
          <a:p>
            <a:pPr lvl="1"/>
            <a:r>
              <a:rPr lang="en-GB" dirty="0"/>
              <a:t>Up, Down, Right, or Left</a:t>
            </a:r>
          </a:p>
          <a:p>
            <a:pPr lvl="0"/>
            <a:endParaRPr lang="en-GB" dirty="0"/>
          </a:p>
          <a:p>
            <a:pPr lvl="0"/>
            <a:r>
              <a:rPr lang="en-GB" dirty="0"/>
              <a:t>The environment is </a:t>
            </a:r>
            <a:r>
              <a:rPr lang="en-GB" b="1" dirty="0"/>
              <a:t>stochastic</a:t>
            </a:r>
            <a:endParaRPr lang="en-GB" dirty="0"/>
          </a:p>
          <a:p>
            <a:pPr lvl="1"/>
            <a:r>
              <a:rPr lang="en-GB" dirty="0"/>
              <a:t>the probability of the next state 𝑠′ given the current state 𝑠 and action 𝑎 is less than 1</a:t>
            </a:r>
          </a:p>
          <a:p>
            <a:pPr lvl="1"/>
            <a:r>
              <a:rPr lang="en-GB" dirty="0"/>
              <a:t>there are more than one possible next state</a:t>
            </a:r>
          </a:p>
          <a:p>
            <a:endParaRPr lang="en-GB" dirty="0"/>
          </a:p>
          <a:p>
            <a:r>
              <a:rPr lang="en-GB" dirty="0"/>
              <a:t>The reward function is +1 for landing in state 15, 0 otherwise</a:t>
            </a:r>
            <a:br>
              <a:rPr lang="en-GB" b="1" dirty="0"/>
            </a:br>
            <a:endParaRPr lang="en-GB" dirty="0"/>
          </a:p>
          <a:p>
            <a:pPr lvl="1"/>
            <a:endParaRPr lang="en-GB" dirty="0"/>
          </a:p>
          <a:p>
            <a:pPr lvl="1"/>
            <a:endParaRPr lang="en-GB" dirty="0"/>
          </a:p>
        </p:txBody>
      </p:sp>
    </p:spTree>
    <p:extLst>
      <p:ext uri="{BB962C8B-B14F-4D97-AF65-F5344CB8AC3E}">
        <p14:creationId xmlns:p14="http://schemas.microsoft.com/office/powerpoint/2010/main" val="22888030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Example: the frozen lake (3)</a:t>
            </a:r>
            <a:endParaRPr sz="4000" dirty="0"/>
          </a:p>
        </p:txBody>
      </p:sp>
      <p:pic>
        <p:nvPicPr>
          <p:cNvPr id="3" name="Immagine 2" descr="Immagine che contiene diagramma, mappa, linea, Piano&#10;&#10;Descrizione generata automaticamente">
            <a:extLst>
              <a:ext uri="{FF2B5EF4-FFF2-40B4-BE49-F238E27FC236}">
                <a16:creationId xmlns:a16="http://schemas.microsoft.com/office/drawing/2014/main" id="{F6ECA377-1820-8DE8-5CFC-AE5B4483DE85}"/>
              </a:ext>
            </a:extLst>
          </p:cNvPr>
          <p:cNvPicPr>
            <a:picLocks noChangeAspect="1"/>
          </p:cNvPicPr>
          <p:nvPr/>
        </p:nvPicPr>
        <p:blipFill>
          <a:blip r:embed="rId3"/>
          <a:stretch>
            <a:fillRect/>
          </a:stretch>
        </p:blipFill>
        <p:spPr>
          <a:xfrm>
            <a:off x="581660" y="1043733"/>
            <a:ext cx="7980680" cy="5544252"/>
          </a:xfrm>
          <a:prstGeom prst="rect">
            <a:avLst/>
          </a:prstGeom>
        </p:spPr>
      </p:pic>
    </p:spTree>
    <p:extLst>
      <p:ext uri="{BB962C8B-B14F-4D97-AF65-F5344CB8AC3E}">
        <p14:creationId xmlns:p14="http://schemas.microsoft.com/office/powerpoint/2010/main" val="663506827"/>
      </p:ext>
    </p:extLst>
  </p:cSld>
  <p:clrMapOvr>
    <a:masterClrMapping/>
  </p:clrMapOvr>
</p:sld>
</file>

<file path=ppt/theme/theme1.xml><?xml version="1.0" encoding="utf-8"?>
<a:theme xmlns:a="http://schemas.openxmlformats.org/drawingml/2006/main" name="Luxe">
  <a:themeElements>
    <a:clrScheme name="Luxe">
      <a:dk1>
        <a:srgbClr val="000000"/>
      </a:dk1>
      <a:lt1>
        <a:srgbClr val="FFFFFF"/>
      </a:lt1>
      <a:dk2>
        <a:srgbClr val="B7B7B7"/>
      </a:dk2>
      <a:lt2>
        <a:srgbClr val="CCA677"/>
      </a:lt2>
      <a:accent1>
        <a:srgbClr val="5D4037"/>
      </a:accent1>
      <a:accent2>
        <a:srgbClr val="455A64"/>
      </a:accent2>
      <a:accent3>
        <a:srgbClr val="607D8B"/>
      </a:accent3>
      <a:accent4>
        <a:srgbClr val="78909C"/>
      </a:accent4>
      <a:accent5>
        <a:srgbClr val="57BB8A"/>
      </a:accent5>
      <a:accent6>
        <a:srgbClr val="DCE755"/>
      </a:accent6>
      <a:hlink>
        <a:srgbClr val="57BB8A"/>
      </a:hlink>
      <a:folHlink>
        <a:srgbClr val="57BB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B8FA822B18A0634FB7342CF29752587A" ma:contentTypeVersion="13" ma:contentTypeDescription="Creare un nuovo documento." ma:contentTypeScope="" ma:versionID="5c5a1a1f66437ceed8e2102d49525b77">
  <xsd:schema xmlns:xsd="http://www.w3.org/2001/XMLSchema" xmlns:xs="http://www.w3.org/2001/XMLSchema" xmlns:p="http://schemas.microsoft.com/office/2006/metadata/properties" xmlns:ns2="3bd0d43f-5e5b-43cd-b6fc-691bd77672c6" xmlns:ns3="e9b5433c-2372-4cb7-8bab-09518096b29b" targetNamespace="http://schemas.microsoft.com/office/2006/metadata/properties" ma:root="true" ma:fieldsID="79bbaae61552c66980d55f32a6cab4b6" ns2:_="" ns3:_="">
    <xsd:import namespace="3bd0d43f-5e5b-43cd-b6fc-691bd77672c6"/>
    <xsd:import namespace="e9b5433c-2372-4cb7-8bab-09518096b29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bd0d43f-5e5b-43cd-b6fc-691bd77672c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Tag immagine" ma:readOnly="false" ma:fieldId="{5cf76f15-5ced-4ddc-b409-7134ff3c332f}" ma:taxonomyMulti="true" ma:sspId="b3f316dc-fb4b-4146-8b22-f4ef2efe4b04"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BillingMetadata" ma:index="2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9b5433c-2372-4cb7-8bab-09518096b29b"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ac4bbe8c-9a55-4d5f-b385-d948ddfe6c4d}" ma:internalName="TaxCatchAll" ma:showField="CatchAllData" ma:web="e9b5433c-2372-4cb7-8bab-09518096b29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9b5433c-2372-4cb7-8bab-09518096b29b" xsi:nil="true"/>
    <lcf76f155ced4ddcb4097134ff3c332f xmlns="3bd0d43f-5e5b-43cd-b6fc-691bd77672c6">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748164A7-BB00-4FFA-B805-7975D77B921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bd0d43f-5e5b-43cd-b6fc-691bd77672c6"/>
    <ds:schemaRef ds:uri="e9b5433c-2372-4cb7-8bab-09518096b29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A30388A-CCF7-4970-A513-DBB915DFEE8F}">
  <ds:schemaRefs>
    <ds:schemaRef ds:uri="http://schemas.microsoft.com/sharepoint/v3/contenttype/forms"/>
  </ds:schemaRefs>
</ds:datastoreItem>
</file>

<file path=customXml/itemProps3.xml><?xml version="1.0" encoding="utf-8"?>
<ds:datastoreItem xmlns:ds="http://schemas.openxmlformats.org/officeDocument/2006/customXml" ds:itemID="{5CCE7217-A2D6-456E-853C-D4A15542B293}">
  <ds:schemaRefs>
    <ds:schemaRef ds:uri="http://purl.org/dc/terms/"/>
    <ds:schemaRef ds:uri="http://schemas.microsoft.com/office/2006/documentManagement/types"/>
    <ds:schemaRef ds:uri="http://schemas.microsoft.com/office/infopath/2007/PartnerControls"/>
    <ds:schemaRef ds:uri="http://purl.org/dc/dcmitype/"/>
    <ds:schemaRef ds:uri="http://purl.org/dc/elements/1.1/"/>
    <ds:schemaRef ds:uri="http://schemas.openxmlformats.org/package/2006/metadata/core-properties"/>
    <ds:schemaRef ds:uri="e9b5433c-2372-4cb7-8bab-09518096b29b"/>
    <ds:schemaRef ds:uri="3bd0d43f-5e5b-43cd-b6fc-691bd77672c6"/>
    <ds:schemaRef ds:uri="http://schemas.microsoft.com/office/2006/metadata/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11827</TotalTime>
  <Words>1970</Words>
  <Application>Microsoft Macintosh PowerPoint</Application>
  <PresentationFormat>Presentazione su schermo (4:3)</PresentationFormat>
  <Paragraphs>315</Paragraphs>
  <Slides>27</Slides>
  <Notes>27</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27</vt:i4>
      </vt:variant>
    </vt:vector>
  </HeadingPairs>
  <TitlesOfParts>
    <vt:vector size="31" baseType="lpstr">
      <vt:lpstr>Economica</vt:lpstr>
      <vt:lpstr>Open Sans</vt:lpstr>
      <vt:lpstr>Arial</vt:lpstr>
      <vt:lpstr>Luxe</vt:lpstr>
      <vt:lpstr>The Reinforcement Learning Problem</vt:lpstr>
      <vt:lpstr>Objectives</vt:lpstr>
      <vt:lpstr>Problem definition</vt:lpstr>
      <vt:lpstr>Agent and Environment</vt:lpstr>
      <vt:lpstr>Boundary</vt:lpstr>
      <vt:lpstr>State and Observations</vt:lpstr>
      <vt:lpstr>Actions and Rewards (1)</vt:lpstr>
      <vt:lpstr>Actions and Rewards (2)</vt:lpstr>
      <vt:lpstr>Steps and Episodes</vt:lpstr>
      <vt:lpstr>Experience</vt:lpstr>
      <vt:lpstr>Challenges: delayed consequences</vt:lpstr>
      <vt:lpstr>Challenges: exploration vs exploitation</vt:lpstr>
      <vt:lpstr>Challenges: sampled and weak feedback</vt:lpstr>
      <vt:lpstr>Markov Decision Process</vt:lpstr>
      <vt:lpstr>Markov Property</vt:lpstr>
      <vt:lpstr>Stationarity</vt:lpstr>
      <vt:lpstr>Environment dynamics</vt:lpstr>
      <vt:lpstr>The Transition function</vt:lpstr>
      <vt:lpstr>Reward hypothesis</vt:lpstr>
      <vt:lpstr>The Reward function</vt:lpstr>
      <vt:lpstr>The Return</vt:lpstr>
      <vt:lpstr>The Discount</vt:lpstr>
      <vt:lpstr>MDP framework</vt:lpstr>
      <vt:lpstr>Plan and Policy</vt:lpstr>
      <vt:lpstr>Example: the frozen lake (1)</vt:lpstr>
      <vt:lpstr>Example: the frozen lake (2)</vt:lpstr>
      <vt:lpstr>Example: the frozen lake (3)</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Digital Abstraction</dc:title>
  <dc:subject/>
  <dc:creator/>
  <cp:keywords/>
  <dc:description/>
  <cp:lastModifiedBy>Riccardo Berta</cp:lastModifiedBy>
  <cp:revision>29</cp:revision>
  <dcterms:modified xsi:type="dcterms:W3CDTF">2026-09-07T08:12:51Z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0x010100B8FA822B18A0634FB7342CF29752587A</vt:lpwstr>
  </property>
</Properties>
</file>