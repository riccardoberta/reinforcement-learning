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notesSlides/notesSlide16.xml" ContentType="application/vnd.openxmlformats-officedocument.presentationml.notesSlide+xml"/>
  <Override PartName="/ppt/ink/ink2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3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4.xml" ContentType="application/inkml+xml"/>
  <Override PartName="/ppt/notesSlides/notesSlide22.xml" ContentType="application/vnd.openxmlformats-officedocument.presentationml.notesSlide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7"/>
  </p:notesMasterIdLst>
  <p:sldIdLst>
    <p:sldId id="256" r:id="rId5"/>
    <p:sldId id="264" r:id="rId6"/>
    <p:sldId id="265" r:id="rId7"/>
    <p:sldId id="294" r:id="rId8"/>
    <p:sldId id="266" r:id="rId9"/>
    <p:sldId id="295" r:id="rId10"/>
    <p:sldId id="303" r:id="rId11"/>
    <p:sldId id="296" r:id="rId12"/>
    <p:sldId id="304" r:id="rId13"/>
    <p:sldId id="297" r:id="rId14"/>
    <p:sldId id="298" r:id="rId15"/>
    <p:sldId id="299" r:id="rId16"/>
    <p:sldId id="300" r:id="rId17"/>
    <p:sldId id="301" r:id="rId18"/>
    <p:sldId id="302" r:id="rId19"/>
    <p:sldId id="307" r:id="rId20"/>
    <p:sldId id="305" r:id="rId21"/>
    <p:sldId id="308" r:id="rId22"/>
    <p:sldId id="310" r:id="rId23"/>
    <p:sldId id="311" r:id="rId24"/>
    <p:sldId id="312" r:id="rId25"/>
    <p:sldId id="313" r:id="rId26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28"/>
      <p:bold r:id="rId29"/>
      <p:italic r:id="rId30"/>
      <p:boldItalic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49BFC1-9B8B-C642-B37E-572727A84BC8}" v="1" dt="2025-11-13T13:39:14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2"/>
    <p:restoredTop sz="91960"/>
  </p:normalViewPr>
  <p:slideViewPr>
    <p:cSldViewPr snapToGrid="0" snapToObjects="1">
      <p:cViewPr varScale="1">
        <p:scale>
          <a:sx n="128" d="100"/>
          <a:sy n="128" d="100"/>
        </p:scale>
        <p:origin x="27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FDDBFC5A-5EA9-5330-BEB8-433D7E3B4C4E}"/>
    <pc:docChg chg="custSel modSld">
      <pc:chgData name="Riccardo Berta" userId="c8694f89-bba4-4576-b0a8-456619ca5a8c" providerId="ADAL" clId="{FDDBFC5A-5EA9-5330-BEB8-433D7E3B4C4E}" dt="2025-11-13T13:39:14.654" v="30"/>
      <pc:docMkLst>
        <pc:docMk/>
      </pc:docMkLst>
      <pc:sldChg chg="modSp mod">
        <pc:chgData name="Riccardo Berta" userId="c8694f89-bba4-4576-b0a8-456619ca5a8c" providerId="ADAL" clId="{FDDBFC5A-5EA9-5330-BEB8-433D7E3B4C4E}" dt="2025-11-12T06:23:25.194" v="28" actId="20577"/>
        <pc:sldMkLst>
          <pc:docMk/>
          <pc:sldMk cId="2056707301" sldId="265"/>
        </pc:sldMkLst>
        <pc:spChg chg="mod">
          <ac:chgData name="Riccardo Berta" userId="c8694f89-bba4-4576-b0a8-456619ca5a8c" providerId="ADAL" clId="{FDDBFC5A-5EA9-5330-BEB8-433D7E3B4C4E}" dt="2025-11-12T06:23:25.194" v="28" actId="20577"/>
          <ac:spMkLst>
            <pc:docMk/>
            <pc:sldMk cId="2056707301" sldId="265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FDDBFC5A-5EA9-5330-BEB8-433D7E3B4C4E}" dt="2025-11-12T06:27:26.845" v="29" actId="113"/>
        <pc:sldMkLst>
          <pc:docMk/>
          <pc:sldMk cId="1146853789" sldId="266"/>
        </pc:sldMkLst>
        <pc:spChg chg="mod">
          <ac:chgData name="Riccardo Berta" userId="c8694f89-bba4-4576-b0a8-456619ca5a8c" providerId="ADAL" clId="{FDDBFC5A-5EA9-5330-BEB8-433D7E3B4C4E}" dt="2025-11-12T06:27:26.845" v="29" actId="113"/>
          <ac:spMkLst>
            <pc:docMk/>
            <pc:sldMk cId="1146853789" sldId="266"/>
            <ac:spMk id="84" creationId="{00000000-0000-0000-0000-000000000000}"/>
          </ac:spMkLst>
        </pc:spChg>
      </pc:sldChg>
      <pc:sldChg chg="addSp">
        <pc:chgData name="Riccardo Berta" userId="c8694f89-bba4-4576-b0a8-456619ca5a8c" providerId="ADAL" clId="{FDDBFC5A-5EA9-5330-BEB8-433D7E3B4C4E}" dt="2025-11-13T13:39:14.654" v="30"/>
        <pc:sldMkLst>
          <pc:docMk/>
          <pc:sldMk cId="3972952492" sldId="302"/>
        </pc:sldMkLst>
        <pc:inkChg chg="add">
          <ac:chgData name="Riccardo Berta" userId="c8694f89-bba4-4576-b0a8-456619ca5a8c" providerId="ADAL" clId="{FDDBFC5A-5EA9-5330-BEB8-433D7E3B4C4E}" dt="2025-11-13T13:39:14.654" v="30"/>
          <ac:inkMkLst>
            <pc:docMk/>
            <pc:sldMk cId="3972952492" sldId="302"/>
            <ac:inkMk id="2" creationId="{469D7F50-31F5-2206-20CE-1C71E1C27DD2}"/>
          </ac:inkMkLst>
        </pc:inkChg>
      </pc:sldChg>
      <pc:sldChg chg="addSp">
        <pc:chgData name="Riccardo Berta" userId="c8694f89-bba4-4576-b0a8-456619ca5a8c" providerId="ADAL" clId="{FDDBFC5A-5EA9-5330-BEB8-433D7E3B4C4E}" dt="2025-11-13T13:39:14.654" v="30"/>
        <pc:sldMkLst>
          <pc:docMk/>
          <pc:sldMk cId="1108945511" sldId="307"/>
        </pc:sldMkLst>
        <pc:inkChg chg="add">
          <ac:chgData name="Riccardo Berta" userId="c8694f89-bba4-4576-b0a8-456619ca5a8c" providerId="ADAL" clId="{FDDBFC5A-5EA9-5330-BEB8-433D7E3B4C4E}" dt="2025-11-13T13:39:14.654" v="30"/>
          <ac:inkMkLst>
            <pc:docMk/>
            <pc:sldMk cId="1108945511" sldId="307"/>
            <ac:inkMk id="2" creationId="{50AED266-D916-D3D1-77AD-BAAB885DDA80}"/>
          </ac:inkMkLst>
        </pc:inkChg>
      </pc:sldChg>
      <pc:sldChg chg="addSp">
        <pc:chgData name="Riccardo Berta" userId="c8694f89-bba4-4576-b0a8-456619ca5a8c" providerId="ADAL" clId="{FDDBFC5A-5EA9-5330-BEB8-433D7E3B4C4E}" dt="2025-11-13T13:39:14.654" v="30"/>
        <pc:sldMkLst>
          <pc:docMk/>
          <pc:sldMk cId="1480357076" sldId="310"/>
        </pc:sldMkLst>
        <pc:inkChg chg="add">
          <ac:chgData name="Riccardo Berta" userId="c8694f89-bba4-4576-b0a8-456619ca5a8c" providerId="ADAL" clId="{FDDBFC5A-5EA9-5330-BEB8-433D7E3B4C4E}" dt="2025-11-13T13:39:14.654" v="30"/>
          <ac:inkMkLst>
            <pc:docMk/>
            <pc:sldMk cId="1480357076" sldId="310"/>
            <ac:inkMk id="2" creationId="{E065D0C2-3BD0-D536-D6BF-D68171211B91}"/>
          </ac:inkMkLst>
        </pc:inkChg>
      </pc:sldChg>
      <pc:sldChg chg="addSp">
        <pc:chgData name="Riccardo Berta" userId="c8694f89-bba4-4576-b0a8-456619ca5a8c" providerId="ADAL" clId="{FDDBFC5A-5EA9-5330-BEB8-433D7E3B4C4E}" dt="2025-11-13T13:39:14.654" v="30"/>
        <pc:sldMkLst>
          <pc:docMk/>
          <pc:sldMk cId="3125434564" sldId="312"/>
        </pc:sldMkLst>
        <pc:inkChg chg="add">
          <ac:chgData name="Riccardo Berta" userId="c8694f89-bba4-4576-b0a8-456619ca5a8c" providerId="ADAL" clId="{FDDBFC5A-5EA9-5330-BEB8-433D7E3B4C4E}" dt="2025-11-13T13:39:14.654" v="30"/>
          <ac:inkMkLst>
            <pc:docMk/>
            <pc:sldMk cId="3125434564" sldId="312"/>
            <ac:inkMk id="2" creationId="{6A0C9D4F-7FD4-E04E-10FE-909740073335}"/>
          </ac:inkMkLst>
        </pc:inkChg>
      </pc:sldChg>
      <pc:sldChg chg="addSp">
        <pc:chgData name="Riccardo Berta" userId="c8694f89-bba4-4576-b0a8-456619ca5a8c" providerId="ADAL" clId="{FDDBFC5A-5EA9-5330-BEB8-433D7E3B4C4E}" dt="2025-11-13T13:39:14.654" v="30"/>
        <pc:sldMkLst>
          <pc:docMk/>
          <pc:sldMk cId="3615810704" sldId="313"/>
        </pc:sldMkLst>
        <pc:inkChg chg="add">
          <ac:chgData name="Riccardo Berta" userId="c8694f89-bba4-4576-b0a8-456619ca5a8c" providerId="ADAL" clId="{FDDBFC5A-5EA9-5330-BEB8-433D7E3B4C4E}" dt="2025-11-13T13:39:14.654" v="30"/>
          <ac:inkMkLst>
            <pc:docMk/>
            <pc:sldMk cId="3615810704" sldId="313"/>
            <ac:inkMk id="2" creationId="{A6FE1D5F-B0A7-D2C3-09A6-146D620EF394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3:28:47.4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3649 13085 24575,'17'0'0,"14"2"0,-8 0 0,4 1-1093,5 2 1,5 2 0,-2-1 457,5 0 0,1 1 635,-1 1 0,2-1 0,0 1-1093,-5-2 1,0-1 0,1 0 994,-2 1 1,2-1-1,1 1 1,1 0-566,5 0 1,1 1 0,1-1 0,1 1 662,-7-1 0,1-1 0,1 1 0,0 0 0,0-1-638,3 1 1,0-1 0,1 0 0,0 0 0,1 0 637,-6 0 0,0-1 0,2 0 0,-1 1 0,1-1 0,0 0-223,-4 0 1,0 0 0,1-1 0,0 1 0,1-1 0,-1 0 0,-1 1 222,8 0 0,-1 0 0,0 0 0,0 0 0,0 0 0,-1 0-109,0 0 1,-1-1-1,1 1 1,-1 0-1,0-1 1,0 1 108,-1-1 0,-1 0 0,1 1 0,-1-1 0,0 0 0,0 0-22,-2 0 1,-1-1-1,1 1 1,-1 0 0,0 0-1,1 0 22,0 0 0,1 0 0,-1 0 0,1 0 0,-1 0 0,-1 0 35,6 0 1,-1 0 0,-1 1 0,0-1-1,0 0-35,-3 0 0,0 0 0,-1-1 0,0 1 0,-1-1 156,7 1 0,0 0 0,-2 0 0,0-1-156,-5 1 0,-1 0 0,0-1 0,0 1 346,9 0 0,-1 0 1,0 1-347,-3-1 0,0 1 0,-1-1 535,-4 0 0,-1 0 1,1 0-536,-1 0 0,-1 0 0,0 0 0,-2-1 0,-2 1 0,0 0 1210,10 3 0,-1-1-1210,-3-1 0,-1 0 0,-4-1 0,-1 1 0,0-1 0,0 1 0,2-1 0,0 1 0,-2-1 0,-1 1 0,2-1 0,1-1 0,0 0 0,1-1 0,0 0 0,1-1 0,-1 0 0,-1 1 1260,-4-1 1,-1 0-1261,-2 0 0,-1 0 0,20 0 2917,-7 0-2917,-10 0 2725,-8 0-2725,-7 0 1539,-5 0-1539,-2 0 815,-1 0-815,-1 0 0,-1 0 0,-1-1 0,0-4 0,-3-11 0,0 8 0,0-6 0</inkml:trace>
  <inkml:trace contextRef="#ctx0" brushRef="#br0" timeOffset="1884">4019 15235 24575,'14'0'0,"10"0"0,18 0 0,-13 0 0,3 0-1639,6 0 1,3 0 1183,-10 0 0,2 0 1,0 0-210,3 0 0,1 0 0,0 0 664,1 0 0,1 0 0,1 0-435,0 0 0,1 0 0,1 0 435,-1 0 0,1 0 0,0 0 0,-1 0 0,0 0 0,1 0 0,0 0 0,1 0 0,0 0 0,0 0 0,1 0 0,0 0-915,2 0 0,0 0 1,0 0 914,-9 0 0,0 0 0,1 0 0,-1 0 0,1 0 0,-1 0 0,1 0 0,0 0 0,0 0 0,1 0 0,0 0 0,0 0 0,-2 0 0,0 0 0,1 0 0,-1 0 0,0 0 0,0 0 0,0 0 0,-1 0-56,7 0 1,-2 0 0,0 0 55,-5 0 0,-1 0 0,-1 0 355,11 0 0,-2 0-355,-6 0 0,-2 0-961,-2 0 1,-2 0 960,16 1 2359,-13 1-2359,-14 1 1689,-5 0-1689,-3-1 1227,-4-1-1227,-2 0 3276,-1-1 0,0 0-3044,1 1-232,5 2 0,9 0 0,12 2 0,16 2-1136,-17-5 1,4 1 1135,8 1 0,3 0-957,-10-2 1,1 0 0,0 0 956,-1-1 0,1 0 0,-1 0 0,-1 1 0,0-1 0,-1-1-650,13 1 1,-3-2 649,-8 1 0,-1 0-141,-4 0 0,-1 0 141,11 0 1717,-13 0-1717,-9 0 2894,-6 0-2894,-7 0 1699,0 0-1699,-2 1 102,-1 1 1,-1-1 0,-1 1 0</inkml:trace>
  <inkml:trace contextRef="#ctx0" brushRef="#br0" timeOffset="13409">9466 7971 24575,'0'31'0,"0"0"0,2 12 0,1-1-1541,3 4 1541,-1-21 0,0-1 0,7 22 0,-5-20 0,-1 0 0,1-1 0,-1-1 0,5 18 500,-2-4-500,-2-10 255,-2-7-255,-1-3 0,2-4 0,-1 4 786,-2 0-786,-2 2 0,-1-3 0,0-3 0,0-1 0,0-1 0,0-2 0,0-1 0,0-1 0,0-1 0,0 0 0,0-1 0,0 1 0,0 0 0,0 4 0,0 6 0,0 4 0,0 8 0,0 6 0,0 1 0,0 0 0,0-3 0,0-5 0,0-3 0,0-5 0,0-6 0,0-4 0,0-4 0,0-1 0,0-1 0,1 0 0,0-1 0,1-1 0,1-1 0,0 0 0,1-1 0,0 0 0,1 0 0,-1 0 0,0 0 0,1 0 0,1-1 0,1-1 0,7 1 0,4 0 0,4 1 0,7 0 0,2 0 0,11 0-601,-18 0 1,2 0 600,5 0 0,1 0 0,5 0 0,1 0-1006,2 0 0,1 0 1006,3 0 0,-1 0 0,-3 0 0,0 0 0,-2 0 0,-1 0 0,3 0 0,0 0 0,1 0 0,-1 0 0,5 0 0,0 2 0,1 0 0,1 1-1143,-2 0 0,0 2 1143,-12-2 0,0-1 0,0 1 0,1 0 0,1 0 0,0 0 0,0-1 0,-1 0 0,1 0 0,0 0 0,0 0 0,-1 0 0,13 1 0,-1 0 0,-3-1 0,1 0 0,-12 0 0,1 0 0,1 0 0,-1 0 0,0 0 0,0 0 0,2 0 0,1 1 0,-1-1 0,0 0 0,1 0 0,-1 0 0,-1 0 0,0-1 0,0 1-826,3-1 1,0 0 0,2 1 825,0-1 0,2 0 0,1 0 0,0 1 0,2 0 0,1 1 0,-4-2 0,3 0 0,-3-1 0,2 1-480,-1 0 1,2 1 0,-1-1 0,-2 0 479,-2 0 0,-2 0 0,0-1 0,4 1 0,1 0 0,-1 0-252,0 0 0,-1 0 1,0 0 251,-1 0 0,1 0 0,-1 0 0,0 0 0,0 0 0,-1 0-7,-3-1 1,-1 2 0,0-1 6,0 0 0,0 1 0,0 0 0,-1 0 0,0 0 0,-1 0 370,12 1 0,-1 0-370,5 0 0,-1-1 0,-4 0 0,0-1 0,-5 0 0,-1 0 887,1 0 1,-2 0-888,-4 1 0,-1-1 0,-1 0 0,1 1 966,-1 0 1,0 0-967,-1-1 0,-1 0 0,-3 1 0,0-1 2199,19 1-2199,-4-2 0,-5 0 0,-3 0 1877,1 0-1877,-4 0 0,-4 0 0,-7 0 1356,-4 0-1356,-3 0 774,-2 0-774,-1 0 12,-1 0-12,-1 0 0,-1 0 0,0 0 0,5 0 0,15 0 0,-6 0 0,13 0 0,-16 0 0,1 0 0,-1 0 0,-1 0 0,-4 0 0,-2 0 0,-2 0 0,-1 0 0,-1-1 0,-2-1 0,0-2 0,-2 0 0,1-1 0,-1 0 0,1 1 0,0-1 0,-1 0 0,0 1 0,1 0 0,-1 0 0,0 0 0,0-1 0,1-2 0,10-17 0,8-11 0,-6 13 0,0 0 0,1-1 0,-1 2 0,7-11 0,-3 2 0,-2 4 0,-3 1 0,-3 4 0,-2 4 0,-1 5 0,-3 3 0,-1 2 0,-2 2 0,-1-1 0,0 0 0,0-2 0,0 0 0,-1 0 0,-1-1 0,-2-4 0,1 4 0,-1-3 0,2 6 0,-1 0 0,1 1 0,0 0 0,0 1 0,1 1 0,-2 0 0,0-1 0,1-2 0,-2 0 0,1-2 0,-2-1 0,0 0 0,0 0 0,0 1 0,0 1 0,1 1 0,1 1 0,1 1 0,1 1 0,-2-2 0,-5-5 0,-2-6 0,-4-5 0,-3-7 0,-1-1 0,-1-4 0,-1 0 0,3 3 0,2 5 0,5 5 0,2 6 0,2 5 0,3 2 0,1 1 0,1 1 0,1 1 0,0 0 0,0-2 0,-1-7 0,-2 2 0,-2-6 0,-2 2 0,0-3 0,-1-3 0,-1-3 0,0 0 0,0 1 0,0-2 0,0 2 0,0 0 0,2 1 0,0 3 0,1 3 0,1 3 0,1 3 0,0 1 0,2 2 0,-1 1 0,1 2 0,-1 2 0,0 1 0,-1 1 0,0 0 0,-1 0 0,-3 0 0,-2 0 0,-5 0 0,-9 0 0,-10 0 0,-9 0-502,18 0 1,-1 0 501,-2 0 0,0 0 0,-2 0 0,0 0 0,-4 0 0,0 0-796,-1 0 0,-1 0 796,-1 0 0,-1 0 0,-4 0 0,1 0 0,1 0 0,0 0 0,5 0 0,-2 0 0,-1-2 0,-3-1 0,4 1 0,3-1 0,1 1 0,-3-2 0,-3 0 0,4 0 0,7 0 0,2-1 0,-6 0 0,-1-1 0,-1-1 0,0 0 0,-2-2 0,0 0 0,-4 1 0,-1 0 0,3 1 0,-1 0 0,-1 2 0,-1-1-989,0 1 0,-1-1 989,-1-2 0,0 0 0,11 2 0,0-1 0,-1 1-1003,0-2 1,-1 0 0,-2 1 1002,-9-1 0,-3 2 0,1 0-592,10 2 0,1 1 0,-1-1 0,0 1 592,0 1 0,-1 0 0,0 1 0,0-1 0,-2 2 0,1-1 0,-1 1 0,2 0 0,-6 0 0,2 0 0,-2 0-325,-2 0 1,0 0 0,1-1 324,6 1 0,2-1 0,1 1-92,3-1 1,0 0-1,1 0 92,-3 1 0,0-1 0,0 0 0,2 0 0,0-1 0,-1 1 0,-1-1 0,-1 0 0,2 0 0,1 1 0,1-1 0,0-1 490,-10 0 1,1-1-491,-1 1 0,1 0 0,1 2 0,0-1 0,2 0 0,-1 0 1043,5 1 0,0 0-1043,2-1 0,-1 1 0,-1-1 0,1-1 0,1 2 0,1-1 0,-1 1 0,2-1 1055,2 0 1,1 0-1056,-19 0 2280,8-1-2280,8 1 1930,2 2-1930,-1 0 1315,0-1-1315,-8 1 0,-4 0-208,-6 0 208,21 1 0,0 0 0,1 1 0,1 0 0,-2 1 0,-1 1 0,-4 2 0,-2 2-759,-4 2 1,0-1 758,2 1 0,1 0 0,2-1 0,1-1-180,-15 4 180,10-2 0,3 0 0,4 0 0,12-4 641,0 1-641,11-2 1555,-1 0-1555,0 0 202,-4 1-202,-2 2 0,-8 4 0,-5 4 0,-1 0 0,-1 2 0,6-3 0,2-1 0,5-2 0,4-5 0,4 0 0,4-5 0,1 1 0</inkml:trace>
  <inkml:trace contextRef="#ctx0" brushRef="#br0" timeOffset="19084">20139 8881 24575,'29'0'0,"12"0"0,-9 0 0,3 0-1639,10 0 1,2 0 879,-11 0 0,2 0 1,0 0 60,2 0 1,0 0 0,1 0 697,0 0 0,1 0 0,-1 0 0,2 0 0,-1 0 0,-1 0 0,-3 0 0,-2 0 0,0 0 87,12 0 1,-1 0-88,-6 0 0,-2 0 0,-6 0 0,0 0-242,-1 0 1,0 0 241,-5 0 0,-2 0 0,19 0 1922,-3 0-1922,-2 0 0,-1 0 0,8 4 0,-13-2 0,6 5 3064,-17-4-3064,-2-1 1905,-4 0-1905,-3-1 749,-3-1-749,-2 0 313,-2 0-313,0 0 0,-1 0 0,0 0 0,-2 1 0,0 0 0,0 0 0,0 0 0,1-1 0,0 1 0,1 0 0,2 1 0,2 2 0,2 0 0,0 0 0,-2 0 0,1-1 0,-2-2 0,-1 1 0,0 0 0,-3-1 0,-1 0 0,-1-1 0</inkml:trace>
  <inkml:trace contextRef="#ctx0" brushRef="#br0" timeOffset="49634">11393 10875 24575,'33'0'0,"9"0"0,-13 0 0,2 0-1639,5 0 1,3 0 1293,5 0 1,1 0-627,2 0 0,1 0 971,-13 0 0,1 0 0,-1 0 0,1 0 0,0 0 0,-1 0 0,3 1 0,-1 0 0,1 0-1093,3 1 1,-1 0 0,1 0 864,-4 1 0,0 0 0,-1 0 228,2 0 0,-1 1 0,0 0-652,1-1 0,0 0 1,1 0 651,2 0 0,1 0 0,2 0 0,-8-1 0,0 0 0,2-1 0,-1 1-337,2 0 1,1 0 0,0 0 0,0 0 336,1 0 0,0 0 0,0 0 0,0-1 0,1 1 0,-1-1 0,1 0 0,-1 0 0,-3 0 0,-1 0 0,0 0 0,0 0-87,9 0 1,-1 0 0,-1 0 86,-4 1 0,-1-1 0,-1 0 748,-4 0 0,-1 0 0,0 1-748,15 0 0,-2 0 646,-7 0 1,-1-1-647,-5 0 0,-2 1 1624,-6 0 1,0-1-1625,14 2 2788,-10-1-2788,-3 1 0,2-1 0,11 2 582,-14-1 0,0-1-582,7 0 0,0 1 0,0 0 0,1-1 0,-2 1 0,1 0 0,0-1 0,-2 1 0,-3-1 0,-1 0 416,8 1 0,-2 0-416,8 1 168,4 0-168,-23-3 0,-5 0 0,1 1 1132,5 1-1132,11 1 0,9 2-127,-17-3 1,-1 0 126,2-1 0,0 1 0,-1 0 0,0 0 0,0 0 0,-1-1-100,23 2 100,-9 2 0,-5-2 0,-10 1 0,-7-2 0,-4-2 0,-6 2 807,-1-2-807,-2 1 104,-2-1-104,0-4 0,-2-1 0,-3-5 0,-9-18 0,4 17 0,-4-11 0,10 23 0,0 2 0,0 0 0,0 1 0,1 0 0,1 0 0,0 0 0,-1-1 0,-2-2 0,6-1 0,20-1 0,2 0 0,5 0-1639,14 0 1,5 0 1580,-8 0 0,3 0 0,3 0-762,-2 0 1,3 0 0,1 0 0,0 0 413,-9 0 0,0 1 1,0-1-1,1 1 0,0 0 406,1 0 0,0 0 0,1 0 0,-1 0 0,1 1 0,0 0 0,-1 0 0,1 0 0,0 0 0,-2 1-767,5 0 1,-2 1 0,1-1 0,-1 1 766,3 0 0,-1-1 0,0 1 0,-1 0-466,-3-1 0,-1 1 0,0-1 0,-1 1 466,8 0 0,0 1 0,-1-1 5,-2 0 1,-1 1 0,-2-1-6,-2-1 0,-2 1 0,0-2 599,-1 1 0,-1-1 0,0-1-599,-3 1 0,0-2 0,1 1 0,11 1 0,2 0 0,-2-1 0,-9 0 0,-2 0 0,1 1 376,12 0 0,1 2 1,-1-1-377,-12 0 0,-1 0 0,1-1-46,10 2 0,3 0 1,0 0 45,-11-1 0,1 0 0,0 1 0,0-1 0,0 0 0,0 0 0,0 1 0,0-1-122,10 1 0,0 1 1,0-1 121,-1 0 0,0 1 0,1-1 0,-6 0 0,2-1 0,0 1 0,1-1-306,1 1 0,2-1 0,-1 0 0,0 0 306,-2 0 0,0-1 0,-1 1 0,-1-1 0,-4-1 0,0 1 0,-2-1 0,-1 0 89,4 0 1,-2-1 0,0 1-90,-4-1 0,0 0 0,0 0 0,7 0 0,0 0 0,0 0 0,-4 0 0,1 0 0,-2 0 0,13 0 0,-2 0 889,-6 0 0,-3 0-889,-9 0 0,-2 0 0,-2 0 0,1 0 1188,-1 1 0,0 0-1188,20 3 3276,-16 2-2513,1 1 1843,-6-1-2606,-6 1 0,-3-2 1223,-5 0-1223,9 0 178,9 0-178,6-1 0,6-1 0,-5-2 0,9-1-615,-18 0 1,2 0 614,3 0 0,3 0 0,6 0 0,1 0-882,-1 0 1,1 0 881,0 0 0,1 0 0,-4 0 0,-1 0-324,-5 0 1,-2 0 323,-2 0 0,-2 0 0,1 0 0,-2 0 0,18 0 0,-5 0 1075,-7 0-1075,-12 0 1807,-2 0-1807,-6 0 757,-2 1-757,-2 0 0,-3 2 0,0 0 0,-2-2 0,-1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3:29:51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8200 3397 24575,'36'0'0,"8"0"0,-17 0 0,2 0-975,2 0 0,0 0 975,-1 0 0,-1 0 0,0 0 0,0 0 0,1 0 0,0 0 0,1 0 0,0 0 0,0 0 0,0 0 0,-2 0 0,-1 0 0,-3 0 0,-1 0 495,20 0-495,-3 0 0,-6 0 0,-5 0 0,-8 0 353,-4 0-353,-1 0 0,-2 0 0,5 0 994,1 0-994,-2 0 108,0 0-108,-5 0 0,-1 0 0,-3 0 0,-1-1 0,-2 0 0,-2-1 0,0 1 0,-1 1 0,1 0 0,-1-1 0,-2-1 0,-1-1 0,-1-1 0,0 0 0,0-1 0,0-1 0,0-2 0,0-1 0,-3-1 0,-2-1 0,-3 0 0,-3-2 0,-1-1 0,0 1 0,1-1 0,0 3 0,2 1 0,0 0 0,3 2 0,0 1 0,3 1 0,0 2 0,0 0 0,1 0 0,1 0 0,0 0 0,-1 1 0,-1 2 0,0 2 0,1 1 0,1 1 0,1 3 0,0 0 0,2 2 0,3 0 0,1 2 0,1 1 0,2 0 0,1 0 0,0 0 0,-1 0 0,0-1 0,-1-1 0,0-2 0,-1 1 0,0-1 0,0 0 0,-2-1 0,0-1 0,-2 0 0,1 0 0,-1 0 0,1-1 0,0 1 0,-1 0 0,0-1 0,0 1 0,0-1 0,-2 0 0,1 0 0,-1-1 0,0 0 0,1 0 0,-1 1 0,-1 0 0,0 1 0,0-1 0,0 1 0,0-1 0,0 1 0,0 0 0,0-1 0,0 1 0,0 0 0,0-1 0,0 1 0,-1 0 0,-1-1 0,0 1 0,-2-2 0,1 1 0,-2 1 0,2-2 0,-2 3 0,2-2 0,-1 0 0,0 1 0,1-1 0,-1-1 0,0 1 0,0 0 0,0 0 0,0 0 0,2-1 0,-1 0 0,1-1 0,0 1 0,1 1 0,1 0 0,-1-1 0,-5-7 0,4 4 0,-3-6 0</inkml:trace>
  <inkml:trace contextRef="#ctx0" brushRef="#br0" timeOffset="3308">12377 2299 24575,'0'24'0,"0"4"0,0 7 0,0 4 0,0 2 0,0 1 0,0-2 0,0-3 0,0-4 0,0-2 0,0-3 0,0-1 0,0-3 0,0-2 0,0-2 0,0-3 0,-2-2 0,-1-3 0,0-2 0,0-3 0,3-1 0,0-1 0,0 0 0,0 0 0,0 0 0,0-1 0,0 1 0,0 0 0,0 0 0,0-1 0,0 1 0,0-1 0,0 1 0,0 0 0,0-1 0,-1-1 0,-2-3 0,-2-2 0,-1-6 0,-2-3 0,-1-2 0,-2-2 0,2-1 0,1-1 0,0 1 0,2 0 0,1 3 0,1 2 0,1-1 0,0 2 0,1 2 0,1 2 0,-2 3 0,2 0 0,0 0 0,-1 1 0,1-1 0,-1 0 0,0 3 0,0 1 0,3 4 0,3 6 0,0-3 0,3 5 0,-2-5 0,0 0 0,0 1 0,0-1 0,0-1 0,-1 0 0,0-1 0,0 1 0,-1 0 0,0-1 0,0-1 0,0 0 0,-1 0 0,0-2 0,1 1 0,-1-2 0,0 1 0,1 0 0,0 1 0,-1 0 0,2 1 0,-1-1 0,-1 1 0,1-2 0,-1 0 0,0 0 0,1-1 0,0 0 0,1-1 0,1 0 0,-1-2 0,-1-1 0,-1-2 0,-1 0 0,0-1 0,0 1 0,1-1 0,0 0 0,-1 0 0,0-1 0,1 0 0,0 0 0,-1 1 0,2 2 0,-2 1 0,2 0 0,-1 0 0,0-1 0,1 1 0,0 0 0,0 0 0,1-1 0,-1 1 0,0 1 0,0 0 0,1 1 0,-1-1 0,-1-6 0,-1 4 0,-1-4 0</inkml:trace>
  <inkml:trace contextRef="#ctx0" brushRef="#br0" timeOffset="10533">11163 4271 24575,'16'0'0,"2"0"0,8 0 0,12 0 0,-15 0 0,2 0-814,5 0 0,1 0 814,3 0 0,0 0 0,3 0 0,0 0 0,-1 0 0,0 0 0,-1 0 0,0 0 0,0 0 0,-1 0 0,0 0 0,1 0 0,2 0 0,0 0 0,-3 0 0,-2 0 0,0 0 0,-2 0 0,-1 0 0,-1 0-86,-2 0 0,-1 0 86,2 0 0,-1 2 0,-1-1 0,0 0 0,21 3 0,-22-2 0,0 0 0,4 0 0,1-1-555,3 0 1,1 0 554,0-1 0,0 0 0,0 0 0,0 0 0,-5 0 0,0 0-117,-3 0 0,-1 0 117,21 0 1111,-7 0-1111,-14 0 559,-3 0-559,-12 0 1200,3 0-1200,7 0 273,5 0-273,12 0 0,-12 1 0,2 0-676,6 0 0,1 0 676,3 1 0,-1-1 0,2 0 0,-2 1 0,-1-2 0,-1 0 0,-5 0 0,0 0-31,-3 0 0,-1 0 31,13 1 0,-13-1 0,-6 0 0,-4 0 0,3 0 1348,8 1-1348,12 4 0,-12-2 0,2 1-673,7 1 0,0 0 673,1 0 0,0 0 0,-1-1 0,-1 1-174,-4 0 1,-2-1 173,15 3 0,-7-2 0,-8-2 0,-8-1 0,-5 0 0,-4-1 1387,-3-1-1387,-1 1 372,4 0-372,2 2 0,5 0 0,2 0 0,7 2 0,2-1 0,5 2 0,3-2 0,-6-1 0,-2-1 0,-7-2 0,-6 0 0,-3 0 0,-4 0 0,-1 0 0,-1 0 0,-1 0 0,4 0 0,3 0 0,4 0 0,9 0 0,9 0 0,6 0 0,4 0 0,-4 0 0,-5 0 0,-6 0 0,-7 0 0,-6 0 0,-6 0 0,-1 0 0,-4 1 0,-3-1 0,-1 1 0</inkml:trace>
  <inkml:trace contextRef="#ctx0" brushRef="#br0" timeOffset="24067">12210 4719 24575,'0'19'0,"0"1"0,0 1 0,0 1 0,0-1 0,0-3 0,0-2 0,0-2 0,0 0 0,0-2 0,0 2 0,0-3 0,0 1 0,0-1 0,0 0 0,0 1 0,0-2 0,0-1 0,0 0 0,0-3 0,0 0 0,0-1 0,0-1 0,0 0 0,0 0 0,0 0 0,0 0 0,0 0 0,0 1 0,0-1 0,1-1 0,1 0 0,1-1 0,1-1 0,0-1 0,0 0 0,1 0 0,-1 0 0,1 1 0,-1 1 0,2-1 0,4 1 0,6 0 0,3 1 0,3 1 0,1 0 0,0 1 0,2 0 0,-1-1 0,-5 0 0,-4-1 0,-4-1 0,-1-1 0,-3 0 0,-2-1 0,0 0 0,0 0 0,-1 0 0,3 0 0,5 0 0,3 0 0,3 0 0,0 1 0,-2 0 0,-3 1 0,-1-1 0,-2 1 0,-3-1 0,0 0 0,-2 0 0,-1-1 0,-1-3 0,-2 0 0,-1-3 0,0 0 0,0-2 0,0-1 0,0-1 0,-1-3 0,-3-1 0,-1-1 0,-2-2 0,0-1 0,0 1 0,1-1 0,0 2 0,2 2 0,0 0 0,1 4 0,1 0 0,0 2 0,1 1 0,1 0 0,0 2 0,0 0 0,-1 1 0,1-1 0,0 0 0,0 1 0,0 0 0,0 0 0,0 0 0,0 0 0,0 0 0,0 0 0,0 0 0,0-1 0,0 0 0,0 1 0,0-1 0,0 0 0,0 1 0,0-1 0,0 0 0,0 1 0,0 0 0,0 0 0,0 0 0,1 1 0,0-1 0,0 1 0,0 0 0,-1-1 0,-2 2 0,-1 1 0,-1 1 0,0 0 0,-1 0 0,1-1 0,-1 1 0,-2 0 0,-2 0 0,-1 0 0,-1 0 0,2 0 0,-1 0 0,2 0 0,1 0 0,1 0 0,2 0 0,-1 0 0,0 0 0,-1 0 0,0 0 0,0 0 0,0 0 0,-1 0 0,-1 0 0,-2 0 0,0 0 0,0 0 0,1 0 0,3 0 0,0 0 0,1 0 0,1 0 0,-1 0 0,0 0 0,1 0 0,-1 0 0,0 0 0,-1 0 0,0 0 0,-1 0 0,1 0 0,2 0 0,0 0 0,0 0 0,0 0 0,1-1 0,1-1 0,0-1 0,0 1 0,-1 1 0,-1 1 0,0 0 0,0 0 0,-1 0 0,1 0 0,0 0 0,0 0 0,2 0 0,0 0 0</inkml:trace>
  <inkml:trace contextRef="#ctx0" brushRef="#br0" timeOffset="29283">10050 2654 24575,'5'0'0,"0"0"0,-1-1 0,-1-1 0,0-2 0,-2-1 0,1 1 0,-1-1 0,1 0 0,-1-1 0,-1 0 0,0-1 0,0 1 0,2 0 0,-1 1 0,0-1 0,1 0 0,-1-1 0,1 1 0,-1-1 0,0 3 0,0 0 0,1 1 0,-1-1 0,-1 0 0,-1 0 0,-1 1 0,-1 1 0,-1 0 0,1 0 0,0 0 0,0 0 0,0 1 0,-1-1 0,1 1 0,-2 1 0,1 0 0,-1 0 0,-1 0 0,-2 0 0,1 0 0,-9 0 0,9 1 0,-7 1 0,6 2 0,1 0 0,0 0 0,2 0 0,0-1 0,2 1 0,0 1 0,1-1 0,1 1 0,1-1 0,0 1 0,0 0 0,0-1 0,-1 1 0,1 0 0,0 0 0,0-1 0,0 1 0,0-1 0,0 1 0,0 0 0,0 0 0,0 1 0,0 0 0,1-1 0,0 0 0,1-1 0,1 1 0,0 0 0,0 0 0,-1-1 0,1 1 0,0 0 0,1-1 0,-1-1 0,1 0 0,-1-1 0,1 1 0,0 0 0,1-1 0,-1 0 0,-1 0 0,0-1 0,1 1 0,1-1 0,-1 1 0,-2-1 0,0-1 0</inkml:trace>
  <inkml:trace contextRef="#ctx0" brushRef="#br0" timeOffset="30233">10554 2639 24575,'0'8'0,"0"0"0,0-1 0,0 0 0,0-1 0,0 0 0,0-2 0,0 1 0,0-1 0,0-1 0,0-1 0</inkml:trace>
  <inkml:trace contextRef="#ctx0" brushRef="#br0" timeOffset="32550">11159 2619 24575,'8'0'0,"-2"0"0,-1 0 0,-1 0 0,1 0 0,0 0 0,-1 1 0,1 2 0,-1 0 0,1 2 0,-2-1 0,1 1 0,-2 1 0,-1 0 0,0 2 0,-1-2 0,0 0 0,0-2 0,0 1 0,0-1 0,0 1 0,0 0 0,0-1 0,0 1 0,0 0 0,0 0 0,0-1 0,-3-1 0,0 0 0,-1-1 0,1 1 0,0-2 0,-1 1 0,-1-1 0,0 1 0,1-1 0,-1-1 0,0 0 0,1 1 0,-1 1 0,0 1 0,1-1 0,0 1 0,0 0 0,0 1 0,1 0 0,0-1 0,2 1 0,-1-1 0,2 1 0,0 1 0,1-1 0,1-1 0,3-1 0,-1-1 0,2-1 0,-2 0 0,1 0 0,-1 0 0,1 0 0,-1 0 0,1 0 0,0 0 0,0 0 0,-1 0 0,1 0 0,-1 0 0,1 0 0,-1 0 0,1 0 0,-1 0 0,0 0 0,0 0 0,0 0 0,0 0 0,0 0 0,0 0 0,1 0 0,-1 0 0,0 0 0,1 0 0,-1 0 0,1 0 0,-1 0 0,0 0 0,1 0 0,-3 0 0,-1 0 0</inkml:trace>
  <inkml:trace contextRef="#ctx0" brushRef="#br0" timeOffset="34508">11748 2632 24575,'-1'7'0,"-1"0"0,0-2 0,-2-1 0,1 1 0,-1-1 0,1-1 0,0-1 0,1 1 0,2-1 0,5-1 0,6 0 0,8 1 0,3 1 0,0 3 0,0 0 0,-2 1 0,-3 0 0,-2 0 0,-3 0 0,-5 0 0,-1-3 0,-2-1 0,-1 0 0,0 0 0,-2 1 0,0 0 0,-1 0 0,0 1 0,0-1 0,0 1 0,0-1 0,0 1 0,0 0 0,0-1 0,0 1 0,0 0 0,-1-1 0,-1 1 0,0-1 0,-1 1 0,-1 0 0,-1-2 0,-4 0 0,3-2 0,-5-1 0,2 0 0,-4 0 0,-2 0 0,-2 1 0,0 0 0,1 1 0,0-1 0,3 0 0,1-1 0,2 0 0,2 0 0,0 0 0,1 0 0,0 0 0,2 0 0,1 0 0,0-1 0,1-5 0,-1-3 0,2 2 0,0 0 0</inkml:trace>
  <inkml:trace contextRef="#ctx0" brushRef="#br0" timeOffset="35742">12472 1984 24575,'0'7'0,"0"1"0,0 1 0,-1 0 0,0 0 0,0-1 0,0-2 0,1-1 0,-1 0 0,1 0 0,0-1 0,1 1 0,1-2 0,2-1 0,1-1 0,1 0 0,0 1 0,4 0 0,1 2 0,3-1 0,1 1 0,-2-1 0,1 0 0,-2-1 0,-2 1 0,0 0 0,-2-1 0,-1 0 0,0 0 0,-2-1 0,-1-1 0,1 0 0,-1 0 0,0 0 0,0 0 0,0 0 0,-2 0 0,-1 0 0</inkml:trace>
  <inkml:trace contextRef="#ctx0" brushRef="#br0" timeOffset="37100">12555 1955 24575,'0'13'0,"0"1"0,0 4 0,0 3 0,0-1 0,0-1 0,0-3 0,0-4 0,0-3 0,0-3 0,0 1 0,0-1 0,0 1 0,0-1 0,0-1 0,0-1 0,0 1 0,0 0 0,0-1 0,0 1 0,0-1 0,0 0 0,0 0 0,0 0 0,0 1 0,0-1 0,0 1 0,1 0 0,0-1 0,0 0 0,1 0 0,-1-1 0,1 0 0,-1 1 0,-1 0 0,0 1 0,1-2 0,0 1 0,0-1 0,0 1 0,-1 0 0,0 0 0,1-1 0,-1-2 0,1 0 0</inkml:trace>
  <inkml:trace contextRef="#ctx0" brushRef="#br0" timeOffset="38583">12894 2718 24575,'8'0'0,"0"0"0,0 0 0,-2 0 0,0 0 0,-2 0 0,0 0 0,0 0 0,1 0 0,-1 0 0,1 0 0,-1 0 0,1 0 0,0 0 0,-1 0 0,0 0 0,1 0 0,-2 0 0,1 0 0,-2 0 0,0 0 0</inkml:trace>
  <inkml:trace contextRef="#ctx0" brushRef="#br0" timeOffset="40525">12931 2718 24575,'0'8'0,"0"1"0,0-1 0,0 0 0,1-3 0,1-3 0,1 0 0,1-2 0,0 0 0,0 1 0,-1 0 0,0 0 0,0 0 0,1-1 0,0 1 0,0 0 0,1 0 0,2 1 0,2-1 0,1 1 0,-1-1 0,-1-1 0,-1 0 0,0 0 0,-3 0 0,1 0 0,-1 1 0,2 0 0,2 0 0,2 0 0,0 0 0,-1 0 0,-1 0 0,0 0 0,-1 0 0,0 0 0,-3 1 0,-1 1 0,-1 2 0,0-1 0,-1 0 0,0 0 0,-1 0 0,0 0 0,0 0 0,0 0 0,0 0 0,0 0 0,-1 0 0,-1-2 0,-2-1 0,-1-1 0,-2 0 0,1 0 0,-2 0 0,2 0 0,-2 0 0,0 0 0,0 0 0,-1 0 0,0 0 0,2 0 0,-1-1 0,2-1 0,1 0 0,0 0 0,3 0 0,-2 1 0,-1-1 0,2 0 0,-1 0 0,2-1 0,-1 1 0,0-1 0,-1 0 0,0-2 0,-2-4 0,3 4 0,1-1 0</inkml:trace>
  <inkml:trace contextRef="#ctx0" brushRef="#br0" timeOffset="42158">13642 2758 24575,'-10'-2'0,"-1"0"0,0 2 0,-2 0 0,0 0 0,-3 0 0,1 0 0,1 2 0,0 2 0,2 1 0,-2 4 0,2 2 0,-1 2 0,2 1 0,3-3 0,0-1 0,1 2 0,1 0 0,1 1 0,-1-1 0,3-4 0,-2 0 0,1 0 0,1 4 0,0 1 0,3-1 0,0-2 0,0-4 0,0 0 0,0-2 0,0 2 0,0-2 0,0 1 0,2 0 0,4 0 0,3 0 0,3 1 0,1-1 0,-2 1 0,1-1 0,-2-1 0,-2-1 0,-1-2 0,-2 1 0,0-2 0,0 0 0,0 0 0,-1 0 0,1 0 0,-1 0 0,-1-1 0,0-1 0,-1-1 0,0-2 0,1-1 0,1-1 0,1-2 0,0 0 0,0-2 0,1 0 0,-1-1 0,1 1 0,0 0 0,-1 1 0,-1 1 0,-1 3 0,-1 0 0,-2 2 0,-4 0 0,-4 1 0,-3 0 0,-2 2 0,2-2 0,0 2 0,-4-1 0,4 1 0,-2 1 0,5 0 0,-1 0 0,2 0 0,0 0 0,3 1 0,1 1 0,2 1 0,1-1 0,-1 0 0</inkml:trace>
  <inkml:trace contextRef="#ctx0" brushRef="#br0" timeOffset="43475">14112 2753 24575,'14'0'0,"4"2"0,2 1 0,2 2 0,-1 3 0,-3-1 0,-5-1 0,-1-2 0,-7-2 0,-1 1 0,-3 0 0,0 1 0,-1 0 0,0 1 0,0-1 0,0 0 0,0 2 0,0 1 0,0-1 0,-1 0 0,-1-1 0,0 0 0,0 0 0,0-1 0,0 1 0,0-2 0,0 1 0,-1-3 0,0 1 0,1 0 0,0 0 0,0 1 0,-1 0 0,1 2 0,-1-1 0,1 1 0,-2-1 0,2 1 0,0 0 0,1-1 0,1 1 0,0 0 0,0-1 0,0 1 0,0-1 0,-1 0 0,0 0 0,0-2 0,0 0 0</inkml:trace>
  <inkml:trace contextRef="#ctx0" brushRef="#br0" timeOffset="45000">14187 2903 24575,'7'0'0,"-1"0"0,2 0 0,0 0 0,-2 0 0,-1 0 0,-1 0 0,-2 0 0,0 0 0</inkml:trace>
  <inkml:trace contextRef="#ctx0" brushRef="#br0" timeOffset="47292">14869 2735 24575,'0'-12'0,"0"0"0,0-5 0,0-1 0,0 2 0,-1 0 0,-5 6 0,-3 0 0,-4 2 0,1 3 0,1 1 0,1 2 0,-3 1 0,4 1 0,-3 0 0,5 0 0,1 1 0,0 3 0,0 3 0,-2 7 0,-1 6 0,0 3 0,-1 4 0,3-2 0,1-2 0,1-4 0,1-3 0,2-3 0,1-4 0,1-2 0,-1-2 0,1-1 0,0 1 0,0 0 0,1-1 0,3 1 0,5 0 0,2 1 0,2-1 0,-2 0 0,-1 0 0,-1 0 0,1 0 0,-1-1 0,-2-1 0,-2-1 0,0-2 0,1 2 0,2-1 0,1 2 0,1-1 0,2 1 0,-1 0 0,-1-1 0,-2 1 0,-2-1 0,-1 1 0,0-2 0,0 0 0,-1 0 0,-2 1 0,-1 1 0,-1 0 0,0 1 0,0 1 0,0-1 0,-2 1 0,-3 0 0,-3 0 0,-2 0 0,-1 1 0,1-1 0,0 1 0,-1-1 0,-1 1 0,-4-1 0,1-1 0,2-1 0,2-1 0,3-1 0,2 0 0,0 0 0,1 0 0,1 0 0,-2-1 0,-1 0 0,-3 0 0,-1 0 0,0 0 0,0 0 0,1 0 0,2 0 0,1 0 0,2 0 0,0 0 0,3-3 0,0-1 0,2-4 0,1-2 0,2-3 0,2-2 0,1 0 0,0 0 0,4-2 0,-4 7 0,3-2 0,-5 6 0,1-1 0,0-1 0,1-1 0,2-2 0,2-2 0,0 0 0,0 0 0,-1 2 0,-2 2 0,0 2 0,-2 2 0,0 1 0,-2 1 0,1 0 0,-2 1 0,0-1 0,0 1 0,0 0 0,1 0 0,-1 0 0,1 0 0,0-1 0,1 0 0,-2 0 0,0 2 0</inkml:trace>
  <inkml:trace contextRef="#ctx0" brushRef="#br0" timeOffset="80976">6751 8485 24575,'21'0'0,"3"0"0,12 0 0,9 0-1519,-2 2 1519,-16-1 0,1 0 0,1 1 0,2 0 0,14 2 0,1 1 0,-10-3 0,-1 1-493,9 2 1,-2 0 492,-16-2 0,-1-1 0,3 0 0,1 2 0,-1-1 0,1 0 0,0 0 0,0 0 86,-2 0 1,0 0-87,19 2 0,-6-1 0,-8 1 0,-8-2 0,-5 0 713,-7-1-713,-3 0 1152,-2-2-1152,0 0 466,4 0-466,10 0 0,16 0 0,-11 0 0,1 0-850,6 0 0,2 0 850,5 0 0,0 0 0,-3 0 0,0 0 0,-1 0 0,-1 0 0,-2 0 0,0 0 0,-1 0 0,-1 0-1639,3 0 1,-1 0 166,-5 0 0,0 0 1472,18 0-75,-10 0 75,-4 0 0,3 0 0,-1 0 1130,-2 0-1130,-2 0 3276,-2 0 0,-2 0-2962,0 0-314,-2 0 0,3 2 0,9 0 0,1 1 0,2 1 0,-2-2 0,-8 0 0,-1-2 0,-7 0 0,-5 0 0,-4 0 0,-4 0 0,-2 0 0,-1 0 0,-3 0 0,0 0 0</inkml:trace>
  <inkml:trace contextRef="#ctx0" brushRef="#br0" timeOffset="83392">16718 8473 24575,'17'0'0,"10"0"0,15 0 0,-17 0 0,1 0-1151,20 0 1151,-19 0 0,1 0 0,-3 0 0,1 0 0,4 0 0,2 0 0,0 0 0,0 0 0,-3 0 0,-1 0 0,1 0 0,1 0 0,-5 0 0,1 0 0,3 0 0,0 0 0,-1 0 0,0 0 0,0 0 0,0 0 0,-1 0 0,0 0 0,-1 0 0,1 0 0,1 0 0,0 0 0,0 0 0,0 0 0,-1 0 0,-1 0 0,-2 0 0,0 0 0,19 0 357,-7 0-357,-4 0 195,-2 0-195,-2 0 0,5 0 0,0 0 584,0 0-584,-2 0 15,-4 0-15,-4 0 0,-5 0 0,-3 0 0,-6 0 0,1 0 0,-5 0 0,2 0 0,-3 0 0,0 0 0,4 0 0,4 0 0,5 0 0,7 0 0,2 0 0,4 0 0,3 0 0,-3 0 0,-2 0 0,-5 0 0,-5 0 0,-4 0 0,-4 0 0,-4 0 0,-1 0 0,-1 0 0,-1 0 0,-2 0 0</inkml:trace>
  <inkml:trace contextRef="#ctx0" brushRef="#br0" timeOffset="89426">8095 9906 24575,'5'-6'0,"1"-1"0,2 0 0,1 0 0,-3 1 0,-1 0 0,-2 1 0,3 0 0,1 0 0,3 0 0,-1-1 0,0 0 0,-1 0 0,-1 1 0,0 1 0,-2 0 0,0 1 0,0 1 0,0 0 0,-1 0 0,-1-1 0,-1 0 0,0 0 0,2 0 0,-2 0 0,0 0 0,0 1 0,-1 2 0,0 1 0,0 4 0,-1 1 0,0 1 0,0 2 0,0 0 0,0 2 0,0 0 0,0 1 0,0 2 0,0-1 0,0 1 0,0-3 0,0 1 0,0-1 0,0 1 0,0-1 0,0-1 0,0 0 0,0-2 0,1 0 0,1 0 0,0-2 0,1 1 0,-1 0 0,0-1 0,0 0 0,-1-2 0,-1 0 0,1 0 0,1 0 0,-1 1 0,-1 0 0,0-1 0,0 1 0,0 0 0,1 0 0,0-1 0,0 1 0,0-3 0,-1 0 0</inkml:trace>
  <inkml:trace contextRef="#ctx0" brushRef="#br0" timeOffset="111884">8134 9396 24575,'0'0'0</inkml:trace>
  <inkml:trace contextRef="#ctx0" brushRef="#br0" timeOffset="113442">8212 9231 24575,'6'-3'0,"2"2"0,4 1 0,3-2 0,3-1 0,-1-2 0,-2 0 0,-2 2 0,-4 2 0,-2 0 0,-1-1 0,-2 1 0,0 1 0,1 0 0,0-1 0,-1 2 0,-2-1 0,-1 1 0</inkml:trace>
  <inkml:trace contextRef="#ctx0" brushRef="#br0" timeOffset="116017">8146 9221 24575,'0'8'0,"0"-2"0,0 0 0,0-1 0,0 0 0,1-1 0,1 1 0,1 0 0,-1-1 0,0 0 0,-1 0 0,0 0 0,2 0 0,-2 1 0,1 0 0,0-1 0,0 1 0,0 0 0,0-1 0,1-1 0,-2 1 0,1-1 0,0 2 0,-1-1 0,1 0 0,-1-1 0,1 1 0,0-1 0,0 1 0,1-2 0,0-1 0,0-2 0,0 0 0,-1-1 0,-1-1 0,1 0 0,0-2 0,3 2 0,4 1 0,3 1 0,2 1 0,-3-1 0,-2-1 0,-1 1 0,-2 0 0,0 1 0,-2 0 0,0 0 0,0 1 0,-2 1 0,0 1 0,0 2 0,0 0 0,1 0 0,-1-1 0,0 1 0,1 0 0,-2-1 0,1 1 0,-2 0 0,0-1 0,0 0 0,0 0 0,0 0 0,0 0 0,0 0 0,0 0 0,0 0 0,-1 0 0,0 0 0,-1 0 0,0-1 0,0-1 0,-1 1 0,1-1 0,0 0 0,-1 1 0,1-1 0,-1 0 0,1 1 0,0-1 0,-2 0 0,1 0 0,-2 0 0,0-1 0,2 0 0,-2 0 0,2 0 0,-1 0 0,-1-1 0,1 0 0,-1 0 0,0 0 0,1 0 0,-1 0 0,0 0 0,1 1 0,1 0 0,0 0 0,-1 0 0,1 0 0,1-1 0,1 1 0</inkml:trace>
  <inkml:trace contextRef="#ctx0" brushRef="#br0" timeOffset="134034">17704 9834 24575,'3'-5'0,"1"1"0,1-1 0,-1 2 0,1-1 0,-3 2 0,1-1 0,-1 0 0,0 0 0,1 0 0,-1 1 0,1-1 0,1 1 0,0 1 0,-1-1 0,-2 3 0,-4 3 0,0 0 0,-1 2 0,1-2 0,0 1 0,-1-2 0,1 0 0,0-1 0,0-1 0,0 0 0,0-2 0,0 0 0,3-2 0,2 0 0,2 0 0,0 1 0,0-1 0,-1-1 0,1 1 0,-1 0 0,2 0 0,-1 0 0,0 0 0,-1 0 0,1 2 0,-2-1 0,1 1 0,1-1 0,-1 1 0,1 1 0,0 0 0,-1 1 0,-1 1 0,-1 1 0,0 2 0,0-1 0,0 1 0,2 0 0,-2-1 0,0 2 0,1 0 0,-1 1 0,0 0 0,0-1 0,-1 1 0,0-1 0,1 2 0,-1 0 0,0 0 0,0 0 0,0-2 0,0 1 0,0-1 0,0 1 0,0-1 0,0 0 0,0-1 0,0 0 0,0 0 0,0-1 0,0 1 0,0 0 0,0 0 0,1-1 0,0 1 0,0 0 0,0-1 0,-1 1 0,0-1 0,0 1 0,0-1 0,0 0 0,0 0 0,1-1 0,0 0 0,1-1 0</inkml:trace>
  <inkml:trace contextRef="#ctx0" brushRef="#br0" timeOffset="141826">13042 7598 24575,'0'0'0</inkml:trace>
  <inkml:trace contextRef="#ctx0" brushRef="#br0" timeOffset="153493">8033 10582 24575,'0'37'0,"0"7"0,0-14 0,0 0-1223,0 0 0,0 0 1223,0 5 0,0 1-663,0 1 0,0 0 663,0 0 0,0 1 0,0-1 0,0 0 0,0-3 0,0 0 0,0 2 0,0 0 0,1 3 0,0 0 0,1 1 0,0 0 0,0-2 0,1-2 0,0-1 0,-1 0 0,0 9 0,-1 0 0,0-15 0,0-1 367,-1 8 0,0-3-367,0-6 0,0-3 0,0-5 1145,0-4-1145,0-4 1732,0 0-1732,0-1 161,0 1-161,0-1 0,0-1 0,0-2 0,0-2 0,0 0 0,0 0 0,0-1 0,0 1 0,0 0 0,0-1 0,0 0 0,1 0 0,0 0 0,1-1 0,1 0 0,-1 0 0,1-1 0,-1 1 0,1 0 0,-1-1 0,-2 0 0,-1-1 0,-3-1 0,-2-2 0,-2-2 0,-1-1 0,-1-2 0,0 0 0,2 1 0,0 0 0,2 1 0,-1 0 0,1 0 0,1 2 0,1-1 0,0 1 0,1 0 0,1 0 0,0 1 0,0 0 0,0-1 0,-1 0 0,1-2 0,-1 1 0,1 0 0,-2 0 0,2 1 0,1 0 0,-1 0 0,0 0 0,1 0 0,0-1 0,1 0 0,-1 1 0,1 2 0,3 4 0,-1 1 0,6 3 0,-2 0 0,2-1 0,1 2 0,0-2 0,-1 1 0,1 1 0,-2-2 0,1 0 0,0 0 0,0 0 0,0 1 0,-1-1 0,-1 0 0,-1-1 0,0-1 0,0 0 0,0-1 0,0-2 0,-1 0 0,1-1 0,-1 0 0,1 0 0,-2-1 0,0-2 0,0-3 0,-1-2 0,1 1 0,-1-2 0,1 1 0,-2 1 0,0 1 0,1 1 0,-1 0 0,0 0 0,0 1 0,-1-1 0,1 0 0,1 0 0,-1 0 0,0 1 0,-1-2 0,0-1 0,0-12 0,0-7 0,0-2 0,0 2 0,0-19 0</inkml:trace>
  <inkml:trace contextRef="#ctx0" brushRef="#br0" timeOffset="155343">17968 10774 24575,'0'34'0,"0"-9"0,0 3 0,0 8 0,0 3-1093,0-8 1,0 2 0,0 0 377,0 2 0,0 1 1,0-1 714,0 2 0,0 0 0,0-1 0,0 2 0,0 0 0,0 0 0,0-4 0,0 0 0,0-1-17,0 10 0,0-2 17,0-3 0,0-1 0,0-6 0,0-1 244,0 0 0,0 0-244,0 0 0,0-1 0,0-3 0,0 0 0,0 10 0,0-3 0,0 7 0,0-13 0,0-2 0,0-3 2578,-2 0-2578,-1-3 1479,0-4-1479,1-3 910,1-3-910,1-2 0,0-1 0,0-1 0,-1 0 0,1-1 0,0 1 0,0-3 0,0-1 0,0-2 0</inkml:trace>
  <inkml:trace contextRef="#ctx0" brushRef="#br0" timeOffset="157426">17927 12204 24575,'0'-15'0,"0"0"0,-2-6 0,-2-2 0,-3 1 0,-4-3 0,2 0 0,1 0 0,-2-2 0,2 3 0,0 4 0,2 3 0,3 5 0,0 4 0,2 0 0,1 2 0,0 3 0,0 3 0,0 5 0,0 0 0,0 2 0,0-2 0,0-1 0,0 1 0,1 1 0,1 0 0,1 2 0,3 5 0,-3-5 0,1 5 0,-1-6 0,-1 0 0,0-1 0,-1-1 0,1 0 0,0 0 0,-1 0 0,1 0 0,1-1 0,1-1 0,0 0 0,0-1 0,1 0 0,0 0 0,-1 0 0,1-1 0,0 1 0,-1-1 0,0-1 0,0 1 0,0 1 0,0-2 0,0 1 0,0-1 0,0 0 0,1 0 0,-1 0 0,0 0 0,1 0 0,-1 0 0,0-1 0,-1-3 0,-1 0 0,0-1 0,-1 1 0,0-5 0,1-7 0,-1 7 0,0-4 0</inkml:trace>
  <inkml:trace contextRef="#ctx0" brushRef="#br0" timeOffset="159693">18277 13186 24575,'5'-3'0,"0"0"0,0 1 0,-1-1 0,1-1 0,0-1 0,-2 1 0,1 0 0,-2 1 0,1-2 0,0-1 0,6-5 0,-3 3 0,5-4 0,-6 5 0,2 0 0,-2 1 0,0 2 0,-1 0 0,-1 0 0,0 0 0,-2 1 0,1 1 0,0 1 0,-1 2 0,0 3 0,-1 0 0,0 3 0,0-1 0,0 2 0,0-1 0,0 1 0,0 0 0,0 0 0,0 1 0,0 0 0,0 0 0,0 0 0,0 0 0,0 0 0,0 1 0,0 0 0,0 1 0,0-2 0,0 1 0,0 0 0,0 0 0,0-1 0,0 1 0,0-2 0,0-2 0,1 1 0,1-3 0,-1 1 0,0-1 0,0 0 0,0 0 0,0 0 0,1 0 0,-1-1 0,0 0 0,0 0 0,-1 2 0,1-1 0,0-2 0,-1 0 0</inkml:trace>
  <inkml:trace contextRef="#ctx0" brushRef="#br0" timeOffset="167826">17681 13347 24575,'0'0'0</inkml:trace>
  <inkml:trace contextRef="#ctx0" brushRef="#br0" timeOffset="171277">17863 13090 24575,'-8'0'0,"0"0"0,1 0 0,0 0 0,1 0 0,1 0 0,1 0 0,0 0 0,0 0 0,0 0 0,0 0 0,-1 0 0,1 0 0,-1 0 0,1 0 0,0 0 0,0 0 0,0 0 0,0 0 0,0 0 0,-1 0 0,1 0 0,0 1 0,2 1 0,1 1 0,2 1 0,0 0 0,1-1 0,0 0 0,0 0 0,0 0 0,0 1 0,1 0 0,-1 0 0,0-1 0,-1 0 0,1-1 0,-1 1 0,0 0 0,-1 0 0,0 1 0,1-1 0,-1-2 0</inkml:trace>
  <inkml:trace contextRef="#ctx0" brushRef="#br0" timeOffset="174852">17773 13153 24575,'0'5'0,"0"0"0,0-1 0,0-1 0,1 0 0,1-1 0,0 0 0,0 0 0,1-1 0,0 1 0,-1-1 0,-1 2 0,-1 1 0,0 0 0,0 1 0,0-1 0,2-2 0,1 0 0,-1 0 0,0 1 0,0-1 0,1-1 0,1 0 0,-2 1 0,-1 1 0,-1 1 0,1-1 0,1 0 0,1-1 0,0 0 0,0 0 0,0 0 0,0 1 0,1 0 0,0 0 0,-1 0 0,0-1 0,-1 0 0,1 0 0,1 1 0,0 1 0,0-1 0,0 0 0,0 0 0,1 1 0,0 0 0,-1-1 0,1 0 0,0-1 0,0 0 0,-2 1 0,0 0 0,-3-1 0,-2 0 0,-1 0 0,-1-1 0,0 0 0,1 0 0,-1-1 0,0 0 0,0 0 0,-1 0 0,1 0 0,-1 0 0,1-1 0,1 0 0,-1 0 0,1-1 0,-2 0 0,0 1 0,1 0 0,-1 1 0,2-1 0,-1-1 0,0 1 0,-1 0 0,-2 1 0,-6 0 0,7 0 0,-3 0 0</inkml:trace>
  <inkml:trace contextRef="#ctx0" brushRef="#br0" timeOffset="178902">8735 13208 24575,'7'0'0,"0"0"0,0 0 0,-1-1 0,-1 0 0,0 0 0,0 0 0,-1-1 0,-1-1 0,1-1 0,1-1 0,4 0 0,2-1 0,4-2 0,0-1 0,-2 1 0,-2 1 0,-3 1 0,-1 2 0,-1 2 0,-1-1 0,-1 0 0,1 0 0,1-1 0,-2 0 0,2-1 0,-2 2 0,0 0 0,-1-1 0,1 1 0,-1 0 0,-1-1 0,0 1 0,0 2 0,-3 5 0,1 1 0,-3 5 0,0-1 0,0 4 0,2 1 0,-2 3 0,1 0 0,-1 1 0,0-3 0,1 1 0,-1 0 0,1-2 0,0-2 0,0-3 0,0 0 0,1-3 0,-1 0 0,2-1 0,0 0 0,0-1 0,-1 0 0,0-1 0,0 0 0,0 0 0,1 1 0,0 0 0,0 0 0,0 1 0,0-3 0,0 0 0</inkml:trace>
  <inkml:trace contextRef="#ctx0" brushRef="#br0" timeOffset="180510">8212 13310 24575,'0'0'0</inkml:trace>
  <inkml:trace contextRef="#ctx0" brushRef="#br0" timeOffset="183602">8305 13187 24575,'-7'-2'0,"-1"-2"0,-1 1 0,1 0 0,-1-2 0,1 2 0,1-1 0,0 1 0,2 2 0,1 0 0,2 3 0,1 1 0,1 0 0,0 1 0,0 1 0,-1-1 0,1 1 0,0 1 0,0 0 0,0 2 0,0 0 0,0-2 0,0 1 0,0-3 0,0 1 0,0 0 0,0 0 0,0-1 0,0 1 0,0-1 0,0 1 0,0 1 0,0-1 0,0 1 0,0-2 0,0-1 0,0-2 0,2-2 0,1-1 0,1 0 0,1 1 0,2-2 0,3 0 0,0-1 0,1 0 0,-2 1 0,-3 1 0,1 1 0,-2 1 0,-1 0 0,1 0 0,-1 2 0,-1 1 0,-1 1 0,1 0 0,-1 1 0,0-1 0,1 1 0,-1 0 0,-1-1 0,0 0 0,-1 1 0,0-2 0,0 1 0,0 0 0,0 0 0,0 0 0,0 0 0,0 1 0,0-1 0,0 0 0,0 1 0,0-1 0,-1 1 0,0-1 0,-1-1 0,-1 0 0,0 0 0,-1 0 0,0 0 0,0 0 0,-1-1 0,1 0 0,-1 0 0,1 0 0,1 1 0,-1-1 0,1 0 0,2-1 0,-1-1 0</inkml:trace>
  <inkml:trace contextRef="#ctx0" brushRef="#br0" timeOffset="186093">8041 12693 24575,'0'0'0</inkml:trace>
  <inkml:trace contextRef="#ctx0" brushRef="#br0" timeOffset="188043">8135 12583 24575,'7'0'0,"0"0"0,-1 0 0,-1 0 0,0 0 0,0 0 0,-1 0 0,1 0 0,-2 1 0,0 1 0,-1 1 0,0 1 0,0 0 0,-1 0 0,0 1 0,0-1 0,0 1 0,1-1 0,-1 1 0,-1-1 0,0 1 0,0 0 0,0 0 0,0-1 0,0 1 0,0 0 0,0-1 0,0 1 0,0-1 0,0 1 0,0-1 0,0 2 0,0-1 0,0 1 0,0-2 0,0 0 0,0 1 0,0-1 0,0 2 0,0 1 0,-1 0 0,0 2 0,-2-1 0,0 2 0,-1-2 0,0 0 0,0 0 0,1-1 0,0-1 0,-1-1 0,2 0 0,1 0 0,-1 0 0,1-1 0,0 1 0,0-1 0,0 0 0,3-2 0,2-1 0,0-2 0,1-2 0,-1 0 0,1-1 0,0 1 0,-2-1 0,1 2 0,-1-1 0,2 0 0,0 3 0,2-2 0,-2 2 0,1 0 0,0 0 0,-1 0 0,1 0 0,-2 0 0,0-1 0,-1-5 0,-2 4 0,-1-3 0</inkml:trace>
  <inkml:trace contextRef="#ctx0" brushRef="#br0" timeOffset="190152">8339 12573 24575,'11'0'0,"4"0"0,4 0 0,1 0 0,0 0 0,-2 0 0,-3 0 0,-2 0 0,-3 0 0,-3 0 0,-1 0 0,-4 0 0,-9 0 0,-3 0 0,-12 0 0,-2 0 0,-3 0 0,-1 0 0,3 0 0,2 0 0,6 0 0,1 0 0,5 0 0,3 0 0,2 0 0,3 1 0,1 1 0,1 1 0,1 1 0,0 1 0,0-1 0,0 2 0,0 2 0,0 1 0,-1 4 0,1 2 0,2 3 0,1 4 0,1 0 0,1 0 0,0 0 0,-2-5 0,2-2 0,-3 1 0,1-8 0,-1 3 0,-1-8 0,1 2 0,-1-1 0,0 1 0,1 0 0,-1 0 0,1-1 0,1-2 0,1-1 0,-1-3 0,1-3 0,-2-2 0,1 0 0,-1-1 0,0 2 0,1 0 0,1 3 0,2 0 0,0 0 0,1 2 0,0-1 0,0 2 0,-1 0 0,-1 0 0,0-1 0,-1 1 0,0 1 0,-2 2 0,-1 0 0,-1 2 0,0-1 0,0 1 0,0 0 0,0-1 0,0 1 0,0-3 0,0 0 0</inkml:trace>
  <inkml:trace contextRef="#ctx0" brushRef="#br0" timeOffset="191235">12264 13961 24575,'0'0'0</inkml:trace>
  <inkml:trace contextRef="#ctx0" brushRef="#br0" timeOffset="191610">12350 13961 24575,'0'0'0</inkml:trace>
  <inkml:trace contextRef="#ctx0" brushRef="#br0" timeOffset="192035">12360 13961 24575,'0'0'0</inkml:trace>
  <inkml:trace contextRef="#ctx0" brushRef="#br0" timeOffset="192526">12499 13975 24575,'0'0'0</inkml:trace>
  <inkml:trace contextRef="#ctx0" brushRef="#br0" timeOffset="194510">13969 15009 24575,'13'-3'0,"10"1"0,14 2 0,5 0-950,1 0 950,1 0 0,-2 0 0,-17 0 0,-1 0 0,24 0 0,-23 0 0,-1 0 0,23 0 0,-7 0 0,0 0 0,-5 0 311,-3 0-311,-2 0 158,-5 0-158,-4 0 0,-1 0 0,-3 0 481,-2 0-481,-4 0 0,-2 0 0,-2 0 0,-1 0 0,-1 0 0,-1 0 0,0 0 0,-1 1 0,-1 1 0,-1-1 0,-1 1 0</inkml:trace>
  <inkml:trace contextRef="#ctx0" brushRef="#br0" timeOffset="204710">14182 15971 24575,'0'34'0,"0"-1"0,0 5 0,0 2 0,0-7 0,0 2 0,0 1-1093,0 3 1,0 2 0,0 0-1,0-1 1,0 0 0,0 0 994,0-3 0,0-1 0,0 0 98,0 11 0,0-2 107,0-6 0,0-2-107,0-3 0,0 0 0,0 1 0,0 0 544,0-5 0,0-2-544,0 15 0,0-12 0,0-9 3276,0-6-3181,0-1 1630,0-1-1725,0 1 450,0 2-450,0 1 0,0-1 0,0-1 0,0-2 0,0-4 0,0-2 0,0-2 0,0-1 0,0 3 0,0 2 0,0 4 0,0 1 0,0 0 0,0 8 0,0-8 0,0 5 0,0-9 0,0-2 0,0-1 0,0-1 0,0-2 0,0 1 0,0-2 0,1 1 0,2 1 0,3 3 0,6 4 0,7 6 0,8 6 0,-8-11 0,1 0-724,5 3 1,2 0 723,4 1 0,1-1 0,4 1 0,2-1-1108,2 1 1,1-1 1107,0-2 0,2 0 0,-13-6 0,0 0 0,1 0-879,2 0 0,1 0 0,1-1 879,3 0 0,2 1 0,-1-2-848,1 1 1,0-1 0,0 0 847,3 0 0,1-1 0,0 0-666,2-1 1,1 0-1,0 0 666,-10-2 0,0 0 0,0 0 0,2 1-382,3-1 1,0 1-1,1-1 1,0 1 381,0-1 0,0 1 0,-1 0 0,1-1 0,-1 1 0,0-1 0,0 0 0,-1-1-153,-1 1 0,0-1 0,-1 0 0,0 0 153,-1-1 0,-1 1 0,-1-1 0,1 0 2,8-1 0,1 1 1,-2-1-3,-1 0 0,-2 0 0,0 1 0,-3-1 0,0 1 0,-1 0 324,-2 0 0,-1-1 0,0 2-324,0-1 0,-1 1 0,0 0 0,1 0 0,-1 1 0,0 0 0,2-1 0,-1 0 0,2 0 274,2 1 1,2 0-1,0 0-274,2 1 0,2-1 0,0 0-13,3 0 1,0-1 0,2 1 12,-12-1 0,2 1 0,-1-1 0,0 1 0,1-1 0,-1 0 0,1-1 0,-1 1 0,0-1 0,1 0 0,-1 0 0,0 0 0,2 0 0,-1 0 0,1-1 0,0 1 0,-1-1 0,1 0 0,-1 0 0,1 0-172,0 0 0,1 0 1,0 0-1,0 0 172,-1 0 0,1 0 0,0 0 0,-1 0 0,0 0 0,0 0 0,0 0 0,2 0 0,2 0 0,2 0 0,1 0 0,-1 0 0,-3 0 0,-1 0 0,-4 0 0,1 0 0,2 0 0,0 0 0,4 0 0,0 0 0,-2 0 0,-3 0 0,8 0 0,-4 0 0,0 0 0,-6 0 0,-1 0 0,1 0 0,0 0 0,-1 0 0,0 0 0,0 0 0,0 0-134,-1 0 1,1 0 0,-1 0 0,0 0 133,7 0 0,-2 0 0,0 0 173,-3 0 1,-1 0-1,-1 0-173,-3 0 0,-1 0 0,0 0 792,10 0 1,-1 0-793,-1 0 0,-3 0 0,-6 0 0,-2 0 3196,17 0-3196,-16 0 3017,-9 0-3017,-7 0 2476,-5 0-2476,1 0 1637,4 0-1637,5 0 0,11 0 0,10 0 0,1 0 0,4 0 0,-5 0 0,-6 0 0,-2 0 0,-8 0 0,-8 0 0,-4 0 0,-5 0 0,2 0 0,-2-1 0,0-2 0,-5-2 0,-1-2 0,-1-1 0,0 0 0,0-1 0,0-1 0,0-1 0,0-3 0,0 1 0,0-2 0,0-2 0,-1-1 0,-3-3 0,-4-24 0,2 18 0,1 3 0,1 0 0,1-6 0,1 5 0,1-2-1315,-1-10 0,0-2 1315,-1 6 0,1-2 0,-2-2-820,1 4 1,-2-3 0,1 0 0,-2-1 489,-1-6 1,-1-1 0,-1-1-1,-1-2-326,0 4 1,-2-3-1,0 0 1,-1-1 0,-1 0 495,3 8 1,-1 0 0,0-1 0,-1-1 0,1 1 0,-1-1 0,-1 2-261,1-1 1,-1 0-1,0 0 1,0 1 0,0-1-1,-1 0 1,1 1 419,0 0 0,-1 1 0,1-1 0,-1 0 0,0 1 0,1 0 0,-1 0-230,-1-3 0,0 0 0,0 0 0,0 1 0,1 0 1,-1 2 229,0-1 0,0 0 0,0 1 0,1 1 0,-1 0 52,-2-7 1,0 0-1,1 2 1,0 0-53,2 7 0,0 2 0,0 0 0,2 1 515,-3-2 1,2 2-1,0 0-515,-5-11 0,0 2 1424,6 11 0,1 2-1424,-3-11 3276,6 14-2018,5 10 2018,2 6-2623,1 2 1612,1 2-2265,0 1 599,-2 1-599,-1 2 0,-3 2 0,-4 3 0,-6 4 0,-12 3 0,-15 4-1639,5-5 1,-4 0 1557,4-2 0,-1 0 0,-3 0-739,3 0 1,-1 0 0,-2 0 0,-1 0 434,4-1 0,-1 0 1,-2 0-1,-1 0 1,-2 1 384,2-1 0,-4 0 0,-1 1 0,-1 0 0,0 0 0,1-1 0,4 0-547,2 0 1,3-1 0,1 0 0,0 1 0,-1-1 0,-2 0 457,-3 1 1,-3-1 0,-1 1-1,0 0 1,1-1 0,2 0-1,2 0-432,0 1 0,2-1 0,2 0 0,0-1 0,-2 1 521,-2 0 0,-1-1 0,0 1 0,0-1 0,-1 0 0,-1 1 0,0-1 0,0 0 0,-1 1 0,2-1 0,1-1 0,1 1 0,1-1 0,-1 0 0,1 0-93,2 0 1,0 0 0,1-1 0,0 0 0,1 1 92,-3-1 0,1 1 0,1-1 0,0 0 187,3-1 1,0 1 0,0-1 0,1 0-188,-9 0 0,1-1 0,-1 1 0,-2-2 0,0 1 0,-1-1 0,1 0 0,-1 0 0,2 0 0,6 1 0,1-1 0,0 1 512,0 1 0,-1 1 0,2 0-512,-11 2 0,1 2 0,12-2 0,0 1 0,0 0 0,-1 0 0,0 0 0,0 0 0,4 0 0,-1 1 0,2 0 1169,-16 4 0,1 0-1169,3 0 0,0 1 0,0 1 0,0 1 0,3-2 0,0 0 0,-2 1 0,1 1 0,0 0 0,-1 1 0,1-1 0,-1 2-361,6-2 1,-1 2 0,0 0 360,3-1 0,0 0 0,0 1 0,0-1 0,1 1 0,0-1 241,0 1 1,1 1 0,1-1-242,-9 4 0,0 0 0,9-5 0,0 1 0,-1 0-1,-1 0 1,1 0 0,-1-1 0,0 0 0,0 0 0,0-1 0,1 0 0,0-1 0,1-1 39,-12 4 1,1 0-40,0-1 0,0 1 0,0-3 0,-1-1 0,5 0 0,0-2 0,-1 1 0,0-2 1638,6-3 0,2 0-1408,2-1 0,1 0 582,0-1 1,1 0-813,-18 2 0,8-1 2484,10-3-2484,5 0 1947,6-2-1947,6 0 1167,2 0-1167,1 0 376,3 0-376,0 0 0,0-1 0,2 0 0,1 0 0,1-1 0</inkml:trace>
  <inkml:trace contextRef="#ctx0" brushRef="#br0" timeOffset="205877">15518 14317 24575,'0'14'0,"0"2"0,0 7 0,0 3 0,0 3 0,0-3 0,0-5 0,0-5 0,0-6 0,0-1 0,0-2 0,0-1 0,0 0 0,0 0 0,0 4 0,0 2 0,0-1 0,0 1 0,0 1 0,0-5 0,0 3 0,0-4 0,0-1 0,0 1 0,0-2 0,0 0 0,0 0 0,0 0 0,0 0 0,0-1 0,0 1 0,0-1 0,0 0 0,1 1 0,0-1 0,0 0 0,1 1 0,-1-1 0,1-1 0,0 0 0,-1-2 0,0 0 0</inkml:trace>
  <inkml:trace contextRef="#ctx0" brushRef="#br0" timeOffset="206768">15425 14572 24575,'20'0'0,"4"0"0,2 0 0,3 0 0,-5 0 0,-6 0 0,-4 0 0,-4 0 0,-4 0 0,0 0 0,-1 0 0,-3 0 0,0 0 0</inkml:trace>
  <inkml:trace contextRef="#ctx0" brushRef="#br0" timeOffset="208752">15751 14298 24575,'9'0'0,"-1"-2"0,2-3 0,2-1 0,-1-2 0,0-1 0,-1-1 0,0 2 0,0 0 0,-2 1 0,0 1 0,-2 1 0,1 1 0,-1 2 0,-3 2 0,-1 5 0,-1 6 0,-2 5 0,-2 2 0,-1 2 0,-1 2 0,2 0 0,1 1 0,0-1 0,2-1 0,0 4 0,0 5 0,0 2 0,0 1 0,0-2 0,0 8 0,0-15 0,0 7 0,0-18 0,0 1 0,0-3 0,0-1 0,0-1 0,0-2 0,0 0 0,0-2 0,0 0 0,0 0 0,0-1 0,0 1 0,0-1 0,0 1 0,-1 0 0,-1-2 0,-2-1 0,0-1 0,-2-1 0,-1 0 0,-2 0 0,0 0 0,0-1 0,0-1 0,0-1 0,2-2 0,1 1 0,2-1 0,1 0 0,1 0 0,-1 1 0,1 0 0,-2 1 0,1 2 0,-2 1 0,1 0 0,3 0 0,5 0 0,2 0 0,5 0 0,-2 0 0,-1 0 0,1 0 0,-1 0 0,0-3 0,-1 0 0,1 0 0,0 0 0,-2 1 0,0 1 0,-2-1 0,0 1 0,0-1 0,0 0 0,1 0 0,0 1 0,0 1 0,-1-1 0,1 1 0,-2-3 0,-1 3 0,-1-3 0</inkml:trace>
  <inkml:trace contextRef="#ctx0" brushRef="#br0" timeOffset="225560">4700 15771 24575,'0'35'0,"-4"11"0,1-16 0,-1 2-1639,-1 6 1,-1 1 1336,1 2 0,0 1 302,0 3 0,1 1 0,0-2 0,1 0 0,-1-2 0,-1 0 0,1-3 0,-1 0 0,2-3 0,0-1-158,-2-1 0,1 0 158,1-2 0,1 0 0,-1-2 0,0 0 203,1-2 1,0 0-204,2-2 0,0-1 0,0 20 0,0-4 0,0-7 0,0-3 0,0-1 1849,0 2-1849,0 3 0,0 0 0,0 4 0,0 0 0,0 0 0,0 3 0,0-5 0,0 0 1283,0-6-1283,0-4 658,0-6-658,0-5 0,0-4 0,0-3 0,0-3 0,0 1 0,0-3 0,0 1 0,0-1 0,0 2 0,0 2 0,0 5 0,0-2 0,0 2 0,0-6 0,0 0 0,0-2 0,0 0 0,0 0 0,1-1 0,1-1 0,1-1 0,2-2 0,-1 0 0,1-1 0,1-1 0,3 1 0,5 0 0,5 1 0,4 0 0,6 0 0,4 0 0,10 0-463,-18 0 0,0 0 463,2 0 0,1 0 0,2 0 0,1 0 0,1 0 0,2 0-924,3 0 0,1 0 924,3 0 0,1 0 0,4 0 0,-1 0 0,-2 0 0,-1 0 0,-1 0 0,1 0 0,-3 0 0,-1 0 0,-3 0 0,-1 0-581,2 0 1,0 0 580,-4 0 0,0 0 0,-1 0 0,0 0-368,-3 0 0,0 0 368,2 0 0,0 0 0,1 0 0,2 0-229,1 0 1,0 0 228,3 0 0,0 0 0,-2 0 0,0 0 0,2 0 0,0 0 0,9 0 0,0 0 0,-10 0 0,1 0-103,10 0 0,-1 0 103,-8 0 0,0 0-1639,2 0 1,2 0 1295,-6 0 0,2 0 0,4 0 343,-4 0 0,4 0 0,2 0 0,-1 0 0,-3 0-561,-2 0 0,-2 0 0,0 0 0,3 0 561,4 0 0,4 0 0,1 0 0,-1 0 0,-5 0 0,3 0 0,-4 0 0,1 0 0,-5 0 0,0 1 0,2 0 0,-1-1 0,2 2 0,0-1 0,1 1 0,0 0 0,0 0 0,1 0 0,0 1 0,-1 0 0,1 0 0,-1 1 0,0 0 0,0 1 0,0 0 0,0 0 0,0 0 0,0 0 0,-2 1 0,1-1 0,-1 0 0,0 1 0,-1 0 0,0 0 0,-1-1 0,1 1-280,-2 0 0,1 0 0,-1 0 0,-1 0 280,10 1 0,-1 1 0,-1 0-141,-2-1 0,-1 1 0,-1-1 141,-2 0 0,-1 0 0,0 0 758,-4-1 1,1-1 0,-1 1-759,14 2 0,-1 0 0,-1 1 0,0-1 0,-2-1 0,-1 0 0,1-1 0,-1 1 0,-4-2 0,-2-1 0,-1 1 0,-1-1 1071,0 1 1,-1-1-1072,1 1 0,0-1 0,4 1 0,0 1 674,2-1 1,1 0-675,1 0 0,0 1 0,2-1 0,-1 1 198,4-1 0,0 1-198,-13-2 0,-1 0 0,1 0 0,2 0 0,1 0 0,0 0 0,-3 0 0,1-1 0,-1 1 0,14 1 0,0-1 281,-6 0 0,-1-2-281,-8 0 0,-1-1 411,-2-1 0,-2 0-411,12 2 1600,-9 0-1600,-11-1 2446,-6 1-2446,-4-2 1573,-4 0-1573,-1 0 260,0 0-260,1 0 0,6 0 0,7 0 0,13 0 0,8 0 0,3 0 0,-2 0 0,-7 0 0,-5 1 0,-7 0 0,-3 0 0,-6 1 0,-3-2 0,-3-1 0,-3-1 0,-1-1 0,-2 0 0,-1-2 0,0 1 0,0-2 0,2-20 0,9-17-544,-1 16 1,1-1 543,0-1 0,2 0 0,1 6 0,0 1-178,9-17 178,-1 4 0,-3 9 0,2-3-1093,0 4 1,2-2 0,1 0 1081,3-2 0,0-1 1,0 0 10,0 1 0,0 1 0,-1 2-279,4-4 0,-3 5 279,5-5 825,-6 8-825,0-1 150,-3 4-150,-3 1 3276,-8 9-3157,-1 2 599,-6 5-718,-2 0 44,0-2-44,-2 0 0,0 0 0,1-1 0,19-30 0,-3 5 0,3-2-963,2-6 1,1 0 962,1-1 0,-3 1 0,-6 13 0,-2 2 0,6-12 0,-2 2 0,-2 6 0,-3 0 0,-5 7 0,-1 5 0,-1 3 1925,0 6-1925,-1 2 0,-4-6 0,-4-10 0,-2-7 0,-1-5 0,1 4 0,1 4 0,0 4 0,1 4 0,2 4 0,0 3 0,1 2 0,0 1 0,-3-2 0,-2-2 0,-1-3 0,-4-4 0,0-1 0,-3-3 0,0-4 0,0-3 0,1 3 0,2 2 0,3 6 0,2 3 0,1 3 0,1 3 0,1 2 0,1 3 0,1 0 0,-2-1 0,-3-3 0,-4-6 0,-8-8 0,-3-5 0,-4-4 0,-2-4-650,0-2 650,13 17 0,0 0 0,-12-17 0,6 8 0,5 9 0,4 4 0,5 5 0,1 4 0,3 1 650,-1 2-650,1 1 0,0 0 0,0-1 0,0 1 0,-1 1 0,0 0 0,-4 1 0,-3 0 0,-4-1 0,-1-1 0,0-1 0,-2-1 0,0 0 0,-2 0 0,-1 1 0,-6-1 0,-2-1 0,-3-1 0,-3 0 0,0 1 0,-4-1 0,-3-1 0,0 1-428,-1 0 428,0-1 0,-1 2 0,3 0 0,1-1 0,-6 1 0,0-1 0,19 4 0,-1 0-452,-1 0 0,0 0 452,-2 0 0,1 0 0,0 0 0,1 1 0,1-1 0,1 0 0,0 1 0,1-1-261,-21-2 261,0 0 0,-1 1 0,18 2 0,-5 1 0,15 0 403,-2 0-403,-7 0 911,-6 0-911,-3 0 0,-1 1 279,6 2-279,2 0 0,5 2 0,5-2 0,4 1 0,-2-1 0,-1-1 0,-1-1 0,0 0 0,-3-1 0,-10 0 0,-5 0 0,-7 0-421,21 0 0,0 0 421,-1 0 0,0 0 0,-3 0 0,0 0 0,2 0 0,1 0 0,1 0 0,0 0 0,-23 0 0,6 0 0,-2 0 0,-3-2 0,22 0 0,-1 0 0,-3-1 0,-1-2 0,-1 0 0,-1 0 0,1-2 0,0 0 0,-1 0 0,-1 1-678,-1-1 0,0 1 678,-1-1 0,0 1 0,-2 1 0,-2 0 0,1-1 0,-1 1-1022,-3-1 0,-1 1 1022,-2 0 0,-1 1 0,0 0 0,0 1 0,12 2 0,1 0 0,-1 0 0,1 0 0,1 0 0,-1 0 0,-1 0 0,-1 0 0,1 0-726,-1 0 0,-1 0 0,0 0 726,2 0 0,-1 0 0,1 0 0,-2 1 0,0 0 0,1 0 0,0 0 0,1 0 0,0 0 0,-15 0 0,1 0-540,0 0 1,1 0 539,3 0 0,2 0-1,6 0 1,0 0 0,-1 0 0,1 0 0,6 0 0,-2 1 0,-9 3 0,-2 0 0,7-2 0,-1 1 0,-6 1 0,0 0 0,7-2 0,1-2 0,-2 1 0,0-1 0,3 0 0,2 0 0,-2 1 0,0-1 0,5 0 0,0 0 534,-1 0 1,0 0-535,2 0 0,0 0 0,1 0 0,1 0 0,-23 0 1951,6 0-1951,4 0 0,2 0 0,2 0 0,0 0 0,-7 0 0,-6 2 0,23-1 0,0 1 513,-7 2 0,-1-1-513,0 2 0,1 0 0,0-1 0,0 1 0,-2 0 0,-1 0 0,-2 1 0,-1 1 0,1 0 0,-1-1 0,-2 1 0,0 0-1639,3 0 1,1-1 879,9-2 1,1-1 758,-1 0 0,0-1 320,-19 0-320,2-2 0,0 0 0,6 0 177,5 0-177,3 0 783,3 0-783,-2 0 3276,3 0 0,2 0-2860,-2 0-416,3 0 0,-1 0 0,1-2 0,1 1 0,3-1 0,1 0 0,-1 2 0,0 0 0,-8-2 0,-4 0 0,-1-1 0,1 0 0,6 1 0,-4 1 0,10-1 0,-5 2 0,10 0 0,-1 0 0,1 0 0,1 0 0,1 0 0,2 0 0,2 0 0,0 0 0,1 0 0,-4 0 0,-1 0 0,-3 0 0,-4 0 0,-3 2 0,-3 1 0,-1 2 0,3 1 0,-1 0 0,5-2 0,4-1 0,4-1 0,4-1 0,3-1 0,1 0 0</inkml:trace>
  <inkml:trace contextRef="#ctx0" brushRef="#br0" timeOffset="255727">16551 8112 24575,'0'10'0,"0"-2"0,0-3 0,0-1 0,0 0 0,0 0 0,0 0 0,0 1 0,0-1 0,0 1 0,0 0 0,0 0 0,0-1 0,0 1 0,0 0 0,0-1 0,0 2 0,0 1 0,0 1 0,0 0 0,0 0 0,0 1 0,0 2 0,0 3 0,0-1 0,0-2 0,0-1 0,0-1 0,0-3 0,0 2 0,0-4 0,0 0 0,0 1 0,0-1 0,0 1 0,0 0 0,0 0 0,0-1 0,0 0 0,0 0 0,0 0 0,0 0 0,1 0 0,1-1 0,0 0 0,1-1 0,0 0 0,1 0 0,0 0 0,1-1 0,-1-1 0,-2 0 0,0 0 0</inkml:trace>
  <inkml:trace contextRef="#ctx0" brushRef="#br0" timeOffset="259836">16529 8105 24575,'21'0'0,"6"0"0,13 0 0,-15 0 0,2 0-1312,4 0 0,1 0 1312,4 0 0,0 0-859,3 0 0,0 0 859,5 0 0,-1 0 0,-2 0 0,0 0 0,5 0 0,0 0-599,-1 0 1,0 0 598,2 0 0,0 0 0,-14 0 0,0 0 0,0 0 0,13 0 0,0 0 0,2 0 0,-1 0 0,-6 0 0,0 0 0,3 0 0,1 0 0,-2 0 0,-1 0 0,3 0 0,-1 0-597,-1 0 0,-1 0 597,-7 0 0,0 0 0,-3 0 0,-1 0 226,-4 0 1,-1 0-227,2 0 0,-1 0 709,4 0 1,-2 0-710,6 1 2288,3 1-2288,-25 1 1555,0 0-1555,-4-1 715,-1-2-715,-2 1 303,-1-1-303,3 0 0,3 0 0,4 0 0,3 0 0,0 0 0,-2 0 0,-3 0 0,-1 0 0,-2 0 0,-2 0 0,-1 0 0,-2 0 0,5 0 0,4 0 0,6 0 0,6 1 0,1 3 0,3 1 0,-2 2 0,-5 0 0,-5-1 0,-5-1 0,-3-2 0,-2-2 0,-2-1 0,-2 0 0,0 1 0,-2 1 0,-1 1 0,-1 1 0,0 0 0,0 0 0,0 0 0,0 0 0,0 1 0,-1-1 0,-1 2 0,0 3 0,-3 5 0,0 6 0,-3 4 0,-1 0 0,1 2 0,-1-1 0,0 0 0,2 0 0,0-4 0,2-4 0,1-3 0,1-5 0,0-1 0,2-3 0,-1 0 0,1 0 0,0 0 0,-1-1 0,0 2 0,-1 1 0,1-1 0,-1 0 0,2-1 0,-1 0 0,0-1 0,1 1 0,0 0 0,0-1 0,-1 0 0,-1-2 0,-1-1 0,0-1 0,0 0 0,-1 0 0,0 0 0,-2 0 0,0 0 0,-2 0 0,-1-1 0,-1-2 0,-4-3 0,-13-4 0,-7-2 0,-5 1 0,1 1 0,7 0 0,2 0 0,2 1 0,3-1 0,5 1 0,4 2 0,5 0 0,3 2 0,2 1 0,2 1 0,0 1 0,0 0 0,2-3 0,1 3 0,1-2 0</inkml:trace>
  <inkml:trace contextRef="#ctx0" brushRef="#br0" timeOffset="262977">8270 16007 24575,'-16'0'0,"-1"0"0,0 0 0,0 0 0,1 0 0,-3 0 0,-1 0 0,0 0 0,1 0 0,7 0 0,3 0 0,0 0 0,1 0 0,-2 2 0,-2 1 0,-1 4 0,1 3 0,1 0 0,2 1 0,0-3 0,2-1 0,1-1 0,4 0 0,1-1 0,1-1 0,0 0 0,0 0 0,0 0 0,0 3 0,0 3 0,0 6 0,0 9 0,0 6 0,0 6 0,0 7-497,0 1 497,0-2 0,0-3 0,0-8 0,0-8 0,-1-5 0,-1-7 0,0-3 0,1-3 497,1-1-497,0-1 0,1 0 0,2-1 0,3 0 0,6 1 0,5 0 0,8 3 0,4 0 0,3 0 0,0 1 0,-1-2 0,-3 0 0,-4-2 0,-5-2 0,-6-1 0,-4-1 0,-2 1 0,-3-1 0,1 0 0,1-2 0,1 0 0,2-3 0,2-3 0,0-1 0,-2 0 0,0 2 0,-2 0 0,-1 0 0,1 0 0,-2 0 0,0 2 0,-1 0 0,-1 0 0,-1 1 0,-1 0 0,1 1 0,0-2 0,2-3 0,3-3 0,3-2 0,1-2 0,0-1 0,0 3 0,-2-1 0,-2 4 0,-1 1 0,-1 1 0,0 1 0,-1 1 0,-2 1 0,-1-1 0,-1-2 0,0 1 0,2-6 0,0-2 0,3-7 0,1-3 0,1 0 0,-2 2 0,0 4 0,-1 2 0,-1 3 0,0 2 0,-1 3 0,-1 2 0,-1 2 0,1 0 0,-1 1 0,-2 0 0,0 2 0,-1 1 0,-2 0 0,1-1 0,-3-2 0,-1-3 0,-4-2 0,-4-4 0,-3-5 0,-4-4 0,-2-3 0,-3-2 0,1 2 0,0 3 0,12 10 0,4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3:35:54.5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11857 17427 24575,'0'-25'0,"0"-13"0,0 8 0,0-4-1093,0 0 1,-1-2 0,-1-3 272,0 4 1,-1-2 0,0-2 0,-1 0-1,-1-6 1,0-2 0,-1-1 0,0-1 485,1 7 0,0-1 0,-1 0 0,1-1 0,-1 0 67,0 4 0,0 0 1,0 0-1,0-1 1,0 0-1,0-1 267,0-3 0,0 0 0,0-1 0,0-1 0,0 0 0,0 0-350,0 2 1,0 0 0,1 0 0,-1-1 0,0 0 0,0-1 0,1 0 349,-1 4 0,1-1 0,0 0 0,0 0 0,0-1 0,0 0 0,0 0 0,0 0-79,1 3 1,0 0-1,1 0 1,-1 0-1,0 0 1,1-1-1,-1 0 1,1 1-1,0-1 79,-1-2 0,1 0 0,0 0 0,-1 0 0,1 0 0,0-1 0,0 0 0,1 1 0,-1-1-15,1 0 0,-1-1 1,1 0-1,0 0 1,0 0-1,0 0 0,0 0 1,1 0-1,-1-1 15,0 5 0,1 0 0,0 0 0,-1-1 0,1 1 0,0 0 0,0-1 0,0 1 0,0-1 0,0 1 0,0-1 0,1 1 0,-1-1 0,0 0 0,1 0 0,-1 1 0,1-1 0,-1 1 0,1-1 0,0 1 0,-1-5 0,1 1 0,0-1 0,0 1 0,0 0 0,0-1 0,0 1 0,0 0 0,0 0 0,0 1 0,0 0 0,0 0 0,0 0 0,0 0 0,0 1 0,0-1 0,0 0 0,0 1 0,0 0 0,0 1 0,0-1 0,0 1 0,0-1 0,0 1 0,0 0 0,0 0 0,0 0 0,1-4 0,0 0 0,-1 0 0,1 1 0,0 0 0,1-1 0,-1 1 0,1 0 0,0 1 0,1 0 0,-1 1 0,1-1 0,0 0 0,1 2 0,-1-1 0,1 2 0,0-2 0,1 1 0,0 1 0,0 0 0,0 1 0,1 0 0,0 2 0,0-2 0,1 0 0,1 2 0,-1 0 0,1 1 0,0 2 244,2-9 1,1 1 0,-1 3 0,0 3-245,-1 4 0,1 2 0,-2 4 1256,1-4 1,-1 6-1257,-2 8 3276,-6 25-2793,1-2 2793,-1 2-931,0-1 931,0 0-3040,0 0-236,-2-25 0,-3-10 0,-2-4 0,-1-6-1093,0 6 1,-1-1 0,-1-3 811,1 4 1,-1-2 0,0-1-1,0-2-375,1 4 1,-1-2-1,1 0 1,-1-2 0,1 0 255,-1-4 1,0-1-1,0-1 1,1-1-1,-1-1-147,2 5 1,1-1 0,-1 0 0,1-1 0,-1 0 0,1-1 502,0 3 1,1 0 0,0-1 0,-1-1 0,1 1 0,0-1 0,0-1-257,1 5 1,0-1 0,0-1 0,1 1 0,-1-1-1,1 0 1,-1 0 0,1 0 299,-1-3 0,1 1 0,0-1 0,0 0 0,0 0 0,0 0 0,0-1 0,0 0-80,1 4 0,-1-1 1,1 0-1,0 0 0,0-1 1,0 0-1,0 1 1,0-1-1,0 0 80,1-2 0,-1 0 0,1 0 0,0 0 0,0 0 0,0-1 0,0 1 0,0-1 0,0 1-2,1 3 0,-1 0 0,1 0 0,-1-1 0,1 1 0,0 0 0,-1-1 0,1 1 0,0 0 0,0 0 2,0-5 0,0 1 0,0-1 0,0 1 0,1-1 0,-1 1 0,0 0 0,1 0 0,-1 0 0,1 1 0,0 0 0,0 1 0,-1-1 0,1 0 0,0 1 0,0 1 0,0-1 0,0 2 0,0-1 0,0 1 0,0 0 0,0 1 0,0 1 0,0-1 0,0 1 0,0 1 0,0-9 0,0 1 0,0 1 0,-1 0 0,1 1 0,0 0 0,0-3 0,0 1 0,0 0 0,0 2 0,0 0 49,0 6 0,0 1 1,0 0-1,0 1 1,0-1-50,1 0 0,-1 0 0,1 0 0,-1 1 0,1 1 192,1-6 0,-1 2 0,1 0 1,0 1-193,1-8 0,0 1 0,1 2 562,-1 8 1,1 1-1,0 2-562,2-10 0,-1 3 0,0 5 0,0 2 0,-1 6 0,-1 0 0,1 1 0,-1 1 2692,1-20-2692,-1 6 0,2 0 0,0 1 0,0 2 0,0 2 2566,1 4-2566,1 2 1498,0 3-1498,-1 3 3276,0 2 0,-1 3-2903,0 2-373,-1 0 0,1-2 0,0 1 0,-1-1 0,1-2 0,2 0 0,-1-1 0,0 0 0,-2 3 0,0 1 0,0 2 0,0 0 0,-1 0 0,1-4 0,-2 5 0,2-4 0,-2 2 0,2-3 0,0-5 0,1-3 0,1-5 0,2-5 0,0-4-693,0-3 693,-2 20 0,-1 0 0,0-1 0,1 0 0,1 0 0,-1 1 0,7-20-172,-2 6 172,-2 4 0,-1 5 0,-1 3 0,-1 2 0,-1 1 171,0-2 1,-3 12 0,1 2-1</inkml:trace>
  <inkml:trace contextRef="#ctx0" brushRef="#br0" timeOffset="2600">11520 9854 24575,'0'8'0,"0"3"0,0 2 0,0 4 0,0 2 0,0-3 0,0-2 0,0-3 0,0-4 0,0-1 0,0-1 0,1-1 0,3-2 0,-1-3 0,3-3 0,-2-2 0,-1 0 0,1 0 0,0 0 0,-1-1 0,1 1 0,0 0 0,-1 0 0,0 1 0,0 0 0,-2 1 0,1-2 0,0-1 0,0 1 0,-1-2 0,-1 1 0,0-1 0,0 0 0,0 0 0,0-1 0,0 1 0,0-2 0,0 3 0,0 0 0,0 0 0,0 1 0,0 1 0,-1 0 0,-1 2 0,-1 1 0,-1 2 0,0 0 0,-1 1 0,1 1 0,-1 2 0,1 4 0,0 1 0,0 1 0,1-1 0,-1 1 0,1 0 0,1-1 0,-1 1 0,2-2 0,0-1 0,1 1 0,0 0 0,0 2 0,0-2 0,0 1 0,0-2 0,0 1 0,0 0 0,0-1 0,0-1 0,0-1 0,0 1 0,0-2 0,0 1 0,1-1 0,0-1 0,3-2 0,-1-2 0,0-1 0,-1-3 0,0-2 0,1 0 0,-1-3 0,2 2 0,-2 0 0,2 0 0,-2 1 0,0 0 0,1-1 0,-2 1 0,1-1 0,0 0 0,0 0 0,-1 0 0,-1 1 0,0-1 0,0 2 0,0-1 0,0 1 0,0 1 0,0 0 0,-1 0 0,-1 1 0,-1 2 0,-2 1 0,1 1 0,-1 0 0,1 0 0,-1 0 0,1 0 0,0 0 0,0 1 0,2 2 0,1-2 0,1 2 0</inkml:trace>
  <inkml:trace contextRef="#ctx0" brushRef="#br0" timeOffset="4250">11452 9574 24575,'16'0'0,"-5"0"0,-3 0 0,-4 0 0,1 0 0,0 0 0,-1 0 0,0-2 0,-1-2 0,-1 0 0,-2-3 0,0-1 0,0-1 0,0-2 0,0-1 0,0 1 0,0-1 0,0 1 0,0 0 0,0 2 0,0-1 0,-1 2 0,-1 2 0,0 1 0,0 1 0,0 1 0,-1 0 0,0 1 0,-2 2 0,1-1 0,-1 1 0,0 0 0,-1 0 0,0 1 0,0 1 0,-1 2 0,3 2 0,0 2 0,0 0 0,3-1 0,-1 0 0,2 1 0,0 2 0,0 0 0,0-1 0,0 0 0,0 1 0,0 1 0,0-2 0,0 1 0,0 0 0,0-3 0,1 2 0,1-3 0,1-1 0,0 0 0,2-1 0,-1-1 0,1 0 0,0-1 0,-1-1 0,1 0 0,0-1 0,-1 0 0,1 0 0,0 0 0,-1-1 0,-1-3 0,0-1 0,-2-1 0,0-2 0,-1 0 0,0-1 0,0-3 0,0 0 0,0-2 0,0 0 0,0 0 0,0 0 0,0 0 0,-2 2 0,0 1 0,-2 2 0,1 2 0,0 1 0,0 2 0,2 1 0,-1 1 0,2 0 0</inkml:trace>
  <inkml:trace contextRef="#ctx0" brushRef="#br0" timeOffset="18500">3301 4575 24575,'0'-15'0,"0"3"0,0-1 0,0 2 0,0 1 0,0 3 0,0-1 0,0 3 0,-1 0 0,-2 2 0,-1 2 0,-2 0 0,0 1 0,1 0 0,0 0 0,0 0 0,0 0 0,1 1 0,-1 1 0,1 3 0,0 2 0,1 2 0,2 0 0,-2-1 0,2-2 0,0 0 0,0-1 0,1 0 0,0-1 0,0 0 0,0 1 0,0-1 0,0 0 0,0 0 0,0 0 0,3 1 0,4 1 0,3-2 0,2 0 0,-1-3 0,-1 0 0,0-1 0,-2 0 0,-1 0 0,0-2 0,0-2 0,0-2 0,-1 0 0,-1 2 0,0-3 0,-2 1 0,0-1 0,-2 0 0,-1 0 0,0 1 0,0 0 0,0 1 0,0 1 0,0 1 0,-2-1 0,-1 2 0,-3 0 0,-2 2 0,-1-1 0,-1 1 0,1 0 0,0 0 0,2 0 0,1 1 0,1 1 0,0 1 0,1 1 0,0 1 0,2 0 0,0 0 0,1-1 0,1 1 0,0 0 0,-1-1 0,1 1 0,0-1 0,0 0 0,0 1 0,0-1 0,1 2 0,0-1 0,0 1 0,0-2 0,0 0 0,0 2 0,2 1 0,0 3 0,1 4 0,3 3 0,1 2 0,1 0 0,3 3 0,-1 0 0,3 2 0,0 1 0,0 0 0,1 2 0,1 2 0,2 2 0,2 1 0,3 0 0,0 3-502,3 0 502,1 0 0,0 2 0,-1 0 0,1 0 0,-3-3 0,0-3 0,-1-3 0,-1 2 0,4 1 0,-1-1 0,0-1 0,-2-1-78,0-1 78,0 1 0,1 1 0,-1-3 0,1 1 0,-1-1 0,1-1 0,-1 0 0,-1-4 0,-2-1 500,-1-1-500,-2-1 80,-2-2-80,-1-3 0,-3-5 0,-1-1 0,-2-2 0,-2-1 0,-3-3 0,-1-3 0,-1-3 0,-1-2 0,-1-2 0,-1 1 0,0 0 0,-2 0 0,2 1 0,-1 0 0,1 2 0,-1 1 0,1 1 0,0-1 0,0 1 0,1-3 0,-3-1 0,-1 0 0,0 2 0,-1 2 0,0 1 0,0 0 0,0-1 0,1 1 0,1-2 0,1 2 0,0-1 0,2 5 0,0 10 0,4 14 0,4 13 0,-1-16 0,1 2-660,3 1 0,1 1 660,4 4 0,2 2-1034,-2-5 1,1 0 0,1 2 1033,2 3 0,2 1 0,0 1-1093,3 5 1,0 0 0,1 1 1042,-5-9 1,0-1-1,1 1 1,-1 0 49,2 0 0,0 0 0,0 0 0,0 0 0,1 0 0,0-1 0,0 1 0,1-1 0,-1-1 0,0 0 0,1-1 0,0 0 0,7 8 0,0-1 0,-1 0-838,0-2 1,-1 0 0,1 0 837,-2-1 0,1-1 0,0 0-274,-2-1 1,1-2 0,-2 0 273,-3-3 0,-1-1 0,1 0 0,0 0 0,1 0 0,-1-1 418,7 7 0,0-1-418,-3-1 0,0-1 0,0 0 0,-1-1 1075,-5-6 1,-2-2-1076,2 2 0,-1 0 1315,-1-3 0,0 0-1315,-2-1 0,1 0 0,15 14 0,-3-5 0,-3-3 2433,-1-2-2433,-2-2 1629,3 2-1629,1-1 0,8 1-742,-11-7 1,2 1 741,0 2 0,1 2 0,1 0 0,3 2 0,-1 1 0,0-1 0,8 7 0,-3-1 247,-9-7 1,-7-5-248,-12-12 0,-11-6 0,0 0 0,2 10 0,0 12 0,9 21 0,-1-12 0,3 2 230,4 5 1,3 0-231,4 2 0,3 2-1093,-5-9 1,1 1 0,1 1 932,4 5 0,2 1 0,0 0-660,-4-5 1,1 0 0,0 0 0,1 1 660,3 1 1,0 2 0,1-1-1,0 0 159,0-1 0,0 0 0,1 0 0,0-1 0,-1-1 0,1 0 0,0-1 0,0-1-621,-2-1 1,1-1 0,0 0 0,-1-1 620,-1-1 0,0-1 0,0 0 0,-1-1 0,5 4 0,0-1 0,-1-1 0,-3-2 0,1 0 0,-1-1-87,-2-2 1,0 0 0,0 0 86,11 9 0,0 0 0,-11-10 0,1 0 0,-1 1 0,1-1 0,-1 0 0,1 2-35,3 3 1,2 1 0,0 1 34,-5-4 0,0 1 0,1 0 0,0 3-84,5 4 1,0 2 0,1 1-1,0 1 84,-7-8 0,1 2 0,-1-1 0,1 1 0,-2-1 0,4 5 0,0 1 0,-1-1 0,-1-1 296,3 5 0,-1-2 1,-1-3-297,4 3 0,0-4 116,-2-4 1,1-2-117,0-2 0,3-1 0,-5-3 0,3 0 0,1 2-117,-4-3 0,1 2 0,1-1 0,1 1 117,4 2 0,0 0 0,1 0 0,1 0-15,-4-3 0,0 0 0,1 0 1,0 1-1,0-2 15,0 1 0,1 0 0,0-1 0,0 1 0,0-1 0,-1 0 0,1-1 0,-1 0 0,1 1 0,0 0-361,5 2 0,0 0 0,1 0 0,0 1 0,1-1 361,-8-3 0,1 0 0,0-1 0,1 1 0,-1-1 0,0 0-267,1 1 1,1 0-1,0 0 1,-1-1-1,0 1 1,0-1 266,5 2 0,-1 0 0,-1-1 0,0 0 0,0 0-119,3 2 0,0-1 1,-1 0-1,-1 0 119,-3-1 0,-1 0 0,-1 0 0,0 0 96,-1-1 1,-1 1-1,0-1 1,1 1-97,1 1 0,1 0 0,0 1 0,0 0 0,0 0 0,-1 0 0,0 1 0,1 0 53,2 1 0,-1 1 0,1 1 1,1 0-54,-7-2 0,1-1 0,0 2 0,0 0 0,0 1 0,2 1 0,0 2 0,0 0 0,0 1 0,0 1 0,-5-2 0,0 0 0,-1 1 0,0 0 0,0 0 0,-1 1 126,4 3 0,0 1 1,-1 0-1,-1 0 1,-2-2-127,1 0 0,-2 0 0,-1-2 0,-2-2 405,1 0 0,-1-3 1,-1-4-406,1-5 0,1-3 0,5 0 0,2-1 0,7 6 0,3 0 247,-9-3 1,2 0 0,3 0-248,-3-1 0,2 0 0,1 0 0,1-1 95,3 1 0,1 1 0,0-2 1,2 1-96,-7-2 0,2 0 0,0 0 0,0 0 0,1 0-181,3 0 1,0-1 0,1 1-1,0-1 1,0 0 180,0 0 0,1 0 0,-1 0 0,1 0 0,-1 0-386,1-1 0,-1 0 1,1 1-1,-1-1 0,1 0 386,-8-1 0,0 0 0,0 0 0,0 0 0,0 1 0,0-1-116,1 1 0,0 0 0,0 0 0,0 1 0,-1-1 1,0 1 115,6 2 0,-1-1 0,0 1 0,0 0 0,0 1-35,-5-2 0,0 1 0,0 0 0,1 0 0,-1 0 0,-1 0 35,7 2 0,0 1 0,-1 0 0,0 0 0,-1 0 52,-2-1 1,-1 1 0,0-1-1,0 0 1,-1 0-53,-2-1 0,0 0 0,-1 0 0,0 0 0,-2 0 224,3 2 1,0 0-1,-2-1 1,-1 1-225,7 2 0,-2 0 0,0 1 514,-6-3 1,0 1 0,0-1-515,-2 0 0,0 0 0,-1-1 1388,8 3 0,-2-1-1388,-8-3 0,-1-1 3276,12 8-2672,-16-8 2626,-6-3-3230,7-1 0,15 5 350,-9-3 1,2 1-351,6 4 0,1 1 0,3 2 0,1 0 0,-14-6 0,0 0 0,3 0-820,1 2 1,3-1 0,2 2 0,1-1 555,-4-1 1,1-1-1,1 1 1,1 0-1,0 0-392,5 2 1,1-1-1,1 1 1,0 0 0,0-1 479,0 0 1,0 0-1,0 0 1,0-1-1,-1 0 176,-6-2 0,0-1 0,-1 1 0,1-1 0,-1 0 0,2 1 0,0 0 0,0 0 0,-1-1 0,0 1 0,6 1 0,-1-1 0,0 1 0,1 0 0,-7-2 0,1 0 0,0 1 0,-1 0 0,1-1-601,8 3 0,0 0 0,-1-1 0,0 1 601,-2-1 0,0 0 0,0 0 0,-1 0-204,0 0 1,0 0-1,-1-1 1,-2 1 203,-3-1 0,-1-1 0,-1 0 0,-1 0 433,7 2 0,-1 0 0,-2 0-433,-4-2 0,-2 1 0,0-1 1255,12 3 1,-2 0-1256,-8-2 0,-1-2 1638,-7-2 0,-1-1-1432,11 2 3070,-12-3-3045,-1-2-231,8 1 0,17 5-595,-4 1 1,6 2 594,-7-1 0,3 1 0,2 1-820,-6-3 1,2 1 0,1 1 0,0-1 778,2 0 0,0 1 1,1-1-1,-1 0 41,0-1 0,0 0 0,1-1 0,-1 1 0,1 0 0,-1-1 0,0 0 0,1 1 0,-8-3 0,1 0 0,0 0 0,0 0 0,0 1-656,2-1 1,1 0-1,0 1 1,0-1 0,-1 0 603,-2 0 1,0 0 0,-1 0 0,0 0-1,0 0 52,8 1 0,-1 0 0,0-1 0,-1 1-437,-5-1 0,-1 0 0,0 0 0,-2 0 437,10 2 0,-1 0 0,-2-1 177,-2 1 1,0-1-1,-3 0-177,-6-1 0,-2 0 0,-1 0 1031,11 2 0,-1 0-1031,-5-1 0,-2 0 0,-5-2 0,-1 1 0,1 0 0,0 0 3276,16 5-2650,-7 0-626,-5-2 3276,-8-2-3003,-7-3 2320,-5-1-2593,-4-2 1407,-2-1-1407,0-1 127,-2 0-127,0-1 0,-1 1 0,-2-1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3:36:30.7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19848 4204 24575,'12'0'0,"3"0"0,0 0 0,3 0 0,2 0 0,1 0 0,2 0 0,0 0 0,2 2 0,0 0 0,0 0 0,-1 0 0,1-1 0,-1 1 0,-2 0 0,-2 0 0,-3-2 0,1 0 0,-3 0 0,3 0 0,-4 0 0,4 0 0,2 0 0,2 0 0,1 0 0,-1 0 0,2 0 0,-2 0 0,-1 0 0,-3 0 0,-2 0 0,2 0 0,-2 0 0,2 0 0,-1 0 0,1 0 0,2 0 0,2 0 0,0 0 0,1 0 0,0 0 0,-1 0 0,0 0 0,-2 0 0,-5 0 0,0 0 0,-2 0 0,2 0 0,2 0 0,0 0 0,1 0 0,0 0 0,-1 0 0,-1 0 0,2 0 0,-3 0 0,-2 0 0,-1 0 0,-3 0 0,-1 0 0,0 0 0,0 0 0,1 0 0,1 0 0,1 0 0,1 0 0,-1 0 0,0 0 0,-1 0 0,-1 0 0,-1 0 0,-2 0 0,2 0 0,-4 0 0,2 0 0,-2 0 0,1 0 0,-1 0 0,1 0 0,-1 0 0,1 0 0,0 0 0,1 0 0,0 0 0,2 0 0,0 1 0,-2 0 0,1 0 0,-2 0 0,-1-1 0,1 0 0,0 0 0,-1 0 0,0 0 0,0 0 0,-1-1 0,1-1 0,-1-1 0,-1-1 0,-1-2 0,0 0 0,-1 0 0,0-2 0,0-5 0,0 2 0,0-6 0,0 2 0,0 0 0,0 0 0,0 1 0,0 1 0,0 2 0,0 1 0,0 2 0,0-1 0,0 1 0,0 0 0,0 0 0,-1 0 0,-1 0 0,0-1 0,-1 0 0,1-1 0,0 0 0,0 0 0,1 2 0,-1 0 0,0 1 0,1 0 0,-2 0 0,2 1 0,-1-1 0,1 0 0,1 0 0,0-1 0,0 1 0,0-1 0,0 1 0,0-1 0,0 1 0,0 1 0,0-1 0,0 2 0,0 0 0,0 0 0,0 1 0,0-1 0,0 0 0,0 1 0,0-1 0,0 1 0,0 0 0,0 0 0,0 0 0,0 0 0,0 0 0,0 0 0,0-1 0,0 1 0,0-2 0,0-1 0,0-2 0,0-2 0,0 1 0,0 0 0,0 2 0,0-1 0,0 1 0,0 0 0,0-1 0,0-1 0,0-1 0,0 1 0,0 1 0,0 1 0,0 1 0,0 0 0,0 2 0,0-1 0,0 1 0,0 0 0,-1 1 0,-1 1 0,-4 2 0,-1 1 0,-4 0 0,0 1 0,-4 0 0,-1 1 0,-1 1 0,-3-1 0,-2 0 0,-2-2 0,-5 0 0,-1 2 0,-5 0 0,-3 0 0,1-1 0,-1-1 0,-1 1 0,1 0 0,1 1 0,4 0 0,2 1 0,3-1 0,4 0 0,0 2 0,2-2 0,0 1 0,0 0 0,1 1 0,0-1 0,0 0 0,0 2 0,-1-2 0,-1 1 0,0 1 0,-1 0 0,2 1 0,2 1 0,0-1 0,3 0 0,-1 1 0,2-1 0,2 0 0,-1 0 0,1 0 0,-1 0 0,-1 0 0,2 0 0,-1-2 0,1 1 0,1-3 0,0 1 0,0 0 0,-1-1 0,1-1 0,0 0 0,2 0 0,-5 2 0,4-1 0,-5 1 0,6-1 0,-1 1 0,1 1 0,-1-1 0,-1 1 0,1 0 0,0 0 0,2-1 0,1-1 0,0 0 0,2 0 0,1-1 0,1-1 0,0 0 0,-1 0 0,-1 0 0,1 0 0,-2 0 0,1 0 0,1 0 0,-2 0 0,2 0 0,-1 0 0,0 0 0,1 0 0,-1 0 0,0 0 0,0 0 0,0 0 0,0 0 0,0 0 0,2 0 0,0 0 0,0 0 0,1 1 0,1 1 0,1 1 0,0 1 0,0 1 0,1-1 0,-2 2 0,0 2 0,-2 4 0,-3 14 0,1-5 0,-2 15 0,2-10 0,0 6 0,0 0 0,0 1 0,1-1 0,2-2 0,1-4 0,-1-2 0,2-3 0,0-1 0,1 0 0,-1-1 0,1-2 0,-1-1 0,1-2 0,0 2 0,1-4 0,0 0 0,0 0 0,0-2 0,0-1 0,0 0 0,0-1 0,0-1 0,0-1 0,0-2 0,0 0 0,0-2 0,0-1 0,0-7 0,1 2 0,0-4 0,1 4 0,0 0 0,1-1 0,0 0 0,0 0 0,1 0 0,1-2 0,0 0 0,0-1 0,0 0 0,-1 0 0,0 1 0,0 0 0,-1 2 0,0 0 0,0 0 0,-1 2 0,1-1 0,1 1 0,-1 0 0,-1-1 0,0-2 0,-2 3 0,1-1 0</inkml:trace>
  <inkml:trace contextRef="#ctx0" brushRef="#br0" timeOffset="4825">3888 4491 24575,'0'9'0,"0"2"0,0 8 0,0 3 0,0 3 0,0 2 0,-1-2 0,-1 2 0,-2-1 0,0-1 0,0 4 0,-1 4 0,2 8-957,-1 6 957,1-18 0,-1 1-904,-1 4 1,0 3 903,-2 3 0,1 1 0,-1-2 0,0 1 0,0 5 0,0 1 0,2-4 0,-1 0 0,1-2 0,0-1 0,0 2 0,0-1 0,0-4 0,0-1 0,-1 4 0,1-1 0,1 0 0,0 0 0,1-4 0,1-1 0,0-3 0,0-2-450,1 1 1,0 0 449,0 2 0,-1 0 0,1 0 0,-1 1 0,1-1 0,-1-1 0,1 1 0,-2 0 0,1-4 0,0 0-108,1-1 1,-1-1 107,-1 17 813,0-10-813,1-6 1776,0-8-1776,2-5 1027,0-4-1027,0-3 262,0-1-262,-1 3 0,1 3 0,0 10 0,0 6 0,0 7 0,0 4 0,0 1 0,0 2 0,0-3 0,2 0 0,2-5 0,4 7 0,-1-10 0,2 8 0,-2-9 0,0 4 0,2 2 0,3 1 0,1 0 0,0-2 0,0-3 0,-2-4 0,-1-4 0,-2-6 0,-2-5 0,0-3 0,-2-2 0,-1-2 0,1 3 0,1 4 0,3 12 0,5 13 0,-4-13 0,0 2-806,2 7 1,1 1 805,0 3 0,1 1-1091,2 4 1,0 0 1090,0 2 0,0-1 0,-1-3 0,1-3 0,-3-5 0,0-2 0,0-2 0,-1-2-337,0-2 1,0 0 336,1 1 0,0 1 0,1 1 0,0 0 0,-1-2 0,0 0 0,2 2 0,-1 0 0,1 1 0,0 1-559,0 1 0,-1 1 559,1 2 0,0 1 0,-2 0 0,0 0 0,-1-2 0,-1 1 0,0-1 0,-2 0 0,0-1 0,-1-1 0,0-1 0,-1 0 382,1 0 0,0-1-382,0-3 0,-1-2 0,5 20 2044,-1-8-2044,-2-3 745,-1-2-745,1-2 0,-1 7 0,0 0 0,-3 1 0,-2 2 0,-2-5 0,0-7 0,0-1 0,0 7 1383,0 11-1383,0-19 643,0 2-643,0-1 4,0 0-4,0 0 0,0 0 0,0 0 0,0-2 0,0 0 0,0-3 0,0-1 0,0-3 0,0-2 0,0-2 0,0-1 0,0 3 0,0 1 0,0 1 0,0 1 0,-2 3 0,-1 1 0,-3 3 0,-1 0 0,2-2 0,0 2 0,1-5 0,1-1 0,0-3 0,0-2 0,1 2 0,0-1 0,0-1 0,0-1 0,0 0 0,1-1 0,0-1 0,1-1 0,0-3 0,-1 0 0,0-2 0,0 0 0,0-5 0,0-3 0,1-5 0,0-4 0,0-3 0,-1-3 0,-1-2 0,1-1 0,-1 1 0,2 1 0,0 3 0,-1 1 0,1 0 0,0-2 0,0-4 0,3-4 0,7-6 0,7-7-698,-5 16 0,2-1 698,3-5 0,0 0 0,1 0 0,-1 0 0,0 1 0,0 0 0,-2 1 0,0 1 0,-1 2 0,-2 1 0,0 1 0,-1 1 0,7-13 0,-4 9 0,-5 4 0,0 3 0,-2-1 0,0-2 0,0-2 1396,0-6-1396,4-5 0,2-3 0,2-7-399,-7 22 0,0-1 399,1 0 0,0 0 0,1-1 0,0 0 0,0 1 0,-1 0 0,1 0 0,-2 0-12,7-17 12,-3 3 0,-1-2 0,0-1-767,0-6 767,-5 20 0,0 0 0,4-20 0,-6 22 0,1 0 0,3-20 0,0 1 0,-2 15 0,-1 1 0,2-5 766,0-7-766,-4 27 12,-1 1-12,0 1 799,-1-4-799,1-5 0,0-5 0,1-1 0,-1 0 0,2-5 0,0-8 0,1-3 0,-1-2 0,-2 6 0,1 8 0,-1 4 0,0 7 0,-1 4 0,0 3 0,0 3 0,0 2 0,0 1 0,0-7 0,-1-4 0,0-4 0,0-1 0,0 3 0,0 1 0,0 1 0,0 2 0,0 2 0,0 3 0,0 4 0,0 5 0,0 7 0,0 2 0,0 4 0,0-2 0,0 0 0,0 0 0,0 0 0,0 9 0,1-6 0,1 10 0,0-8 0,1 5 0,-1 0 0,1 1 0,-1 1 0,1-1 0,2 2 0,0 3 0,1 2 0,-1 3 0,1 4 0,1 3 0,-1 3 0,1 0-632,-1 3 632,1 1 0,1 0 0,-1-1 0,-1-3 0,0 0 0,-2-1 0,2 0 0,-2 0 0,1 3 0,0 1 0,-2-20 0,-1 1 0,0 1 0,1 1 0,-1-1 0,-1 0 0,1 2 0,-1 1 0,1-2 0,0 1-839,1 5 1,-1 2 838,-1 2 0,0 0 0,2 3 0,-1 0 0,-1 1 0,1 0 0,0-4 0,-1 0 0,0 2 0,1 0 0,-1-2 0,0 1 0,0 1 0,1 0 0,0-2 0,0-1 0,0-2 0,1 0 0,-1-1 0,0 0 0,2-1 0,-1 0 0,0 2 0,0-1-436,0-2 0,1 0 436,-2-3 0,1-1 0,-1-3 0,0-1-75,3 21 75,-2-6 0,1-4 548,-2-5-548,0-6 1641,0-1-1641,-1-9 244,1 0 1,-2-11 0,0-1-1</inkml:trace>
  <inkml:trace contextRef="#ctx0" brushRef="#br0" timeOffset="18933">19758 4698 24575,'32'0'0,"4"0"0,9 0-1048,-20 0 0,1 0 1048,3 0 0,1 0-1043,7 0 0,2 0 1043,5 0 0,2 0 0,-13 0 0,1 0 0,-1 0 0,13 0 0,0 0 0,-5 0 0,-1 0-81,-5 0 0,-2 0 81,-3 0 0,0 0 0,1 0 0,-1 0-323,-1 0 1,-2 0 322,1 0 0,-1 0 0,19 0 0,-9 0 860,-3 0-860,-5 0 2035,2 0-2035,-1 0 1276,-2 0-1276,-3 0 818,1 1-818,-2 1 0,1 0 0,-3-1 0,-3-1 0,-3 1 0,-2-1 0,-3 0 0,-3 0 0,-1 0 0,-2 0 0,-1 1 0,-2-1 0,-1 1 0</inkml:trace>
  <inkml:trace contextRef="#ctx0" brushRef="#br0" timeOffset="39092">19889 5173 24575,'18'0'0,"9"0"0,18-5-1639,-15 2 1,2-1 1554,5-2 1,1 1 83,6-2 0,1 1-789,-13 2 1,1 1 0,0 1 788,2-2 0,-1 2 0,1-1 0,2 1 0,1 0 0,-1 0 0,0 0 0,0 1 0,-2 0 0,12 0 0,-1 0-42,-6 1 1,-1 0 41,-3 0 0,-2 0 0,-3 0 0,0 0 0,2 0 0,0 0-335,-1 0 1,-2 0 334,-2 0 0,-1 0 0,0 0 0,-1 0 1160,22 0-1160,-6 0 0,-2 0 0,0 0 0,5 0 860,-20 0 1,1 0-861,2 0 0,0 0 0,0 0 0,0 0 556,-3 0 1,0 0-557,-1 0 0,1 0 0,22 0 0,-1 0 0,-5 0 861,-9 0-861,-9 0 227,-6 0-227,-5 0 976,-4 0-976,-2 0 503,-1 0-503,-1 0 0,0 0 0,-2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3:37:29.0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2704 4722 24575,'17'0'0,"11"0"0,5 0 0,-3 0 0,3 0-1093,3 0 1,5 0 0,-2 0 107,-2 0 0,-1 0 0,1 0-27,9 0 0,1 0 0,2 0 1012,-10 0 0,1 0 0,0 0 0,1 0-442,2 0 0,0 0 1,0 0-1,1 0 442,2 0 0,0 0 0,0 0 0,1 0 0,-9 0 0,1 0 0,0 0 0,0 0 0,1 0-603,0 0 0,1 0 1,0 0-1,0 0 0,0 0 603,1 0 0,1 0 0,-1 0 0,1 0 0,-1 0 0,0 0 0,0 0 0,0 0 0,0 0 0,-1 0-195,-1 0 1,0 1-1,0-1 1,0 1-1,-1 0 195,-1 0 0,1 1 0,-1 0 0,0 0 0,0 0-43,8 1 0,0 0 0,0 1 0,-1 0 43,-1 1 0,-1 0 0,0 0 0,0 0 0,-2 0 0,0 0 0,0 1 0,0-1 116,-2 0 1,-1 0 0,0 0-1,-1 0-116,11 2 0,-1 0 0,0-1 0,-1 0 0,0 0 0,-1 0 0,0-1 0,-1 1 0,0-1 0,-1 0 0,1-1 0,0 0 0,-1 1 0,0-1 0,1 0 0,0 1 0,1-1 0,-1 0 448,0 0 1,-1-1 0,0 0-449,-5 0 0,-1-1 0,-1 0-196,13 0 0,-4-1 196,-11-1 0,-3 0 0,-5 0 0,-2 0 2368,20 0-2368,-11 0 2433,-5 0-2433,-7 0 2189,-8 0-2189,-1 0 3276,2 0 0,6 0-3044,3 0-232,1 0 0,-1 0 0,-3 0 0,-2 0 0,-3 0 0,-4 0 0,-4 0 0,-2 0 0,0 0 0,-1 0 0,1 0 0,-3 0 0,0 0 0</inkml:trace>
  <inkml:trace contextRef="#ctx0" brushRef="#br0" timeOffset="1950">9549 4732 24575,'24'0'0,"19"0"0,-10 0 0,4 0-1639,7 0 1,3 0 1008,-13 0 0,2 0 1,0 0-93,2 0 1,0 0 0,1 0 721,1 0 0,1 0 0,0 0 0,2 0 0,0 0 0,-1 0 0,0 0 0,0 0 0,0 0 0,-1 0 0,-1 0 0,0 0 0,-1 0 0,0 0 0,-1 0-146,-2 0 0,0 0 0,-1 0 146,-1 0 0,0 0 0,-1 0-519,11 0 0,-2 0 519,-3 0 0,-2 0 0,-2 0 0,-1 0 0,-2 0 0,0 0 694,-1 1 1,-1 0-695,-4 0 0,-2 0 2685,16 3-2685,-9 0 2451,-8-2-2451,-7-1 1619,-7-1-1619,-3 0 662,-1 0-662,0 0 0,-2 1 0,0 0 0,0 0 0,1 0 0,-1-3 0,-1 2 0,-1-2 0</inkml:trace>
  <inkml:trace contextRef="#ctx0" brushRef="#br0" timeOffset="9201">2547 5921 24575,'17'0'0,"3"0"0,16 0 0,7-4-805,-18 2 0,1 0 805,0-1 0,0 0 0,17-3 0,0-1 0,2 0 0,1 2 0,0 1 0,-4 4 0,4 0 0,-20 0 0,0 0-665,6 0 1,1 0 664,4 0 0,1 0-641,2 0 1,0 0 640,5 0 0,0 0-822,-12 0 0,1 0 0,0 0 822,1 0 0,1 0 0,0 0 0,4 0 0,0 0 0,1 0-711,1 0 0,1 0 0,0 0 711,0 0 0,1 0 0,-1 0 0,3 0 0,1 0 0,-1 0 0,0 0 0,0 0 0,0 0 0,-2 0 0,1 0 0,-1 0 0,-1 0 0,-1 0 0,0 0-369,-3 0 1,0 0 0,-1 0 368,0 0 0,-2 0 0,1 0 0,0 0 0,0 0 0,-1 0 0,1 0 0,-1 0 0,1 0 0,0 0 0,1 0 0,0 0 0,2 0 0,-1 0 0,1 0-365,3 0 0,0 0 1,0 0 364,3 0 0,1 0 0,-1 0 0,-10 0 0,0 0 0,1 0 0,-1 0 0,2 0 0,-1 0 0,1 0 0,-1 0 0,-1 0 0,0 0 0,0 0 0,1 0 0,8 0 0,2 0 0,-1 0 0,-3 0 0,0 0 0,-3 0 0,2 0 0,-3 0 0,1 0 0,0 0 0,-3 0 132,12 0 0,-3 0-132,-12 0 0,1 0 0,-1 0 0,1 0 0,-1 0 0,0 0 0,1 0 0,0 0 0,0 0 0,0 0 0,0 0 0,0 0 0,0 1 0,0-1 0,1 1 132,0 1 0,0-1 1,1 1-133,1 0 0,1 0 0,0 1-75,2-1 1,0 1 0,1 0 74,1 0 0,0-1 0,0 0-15,2-1 0,-1 1 0,1-1 15,0 0 0,1 0 0,-1 0 0,1 0 0,0-1 0,0 0 0,-1 0 0,-1 0 0,0 0-78,-6 0 0,-1 0 0,1 0 78,-1 0 0,1 0 0,-2 0 0,11 0 0,-2 0 445,-4 0 0,-1 0-445,-3 1 0,-3 0 1041,-9 1 1,-2 0-1042,20 4 3234,-13 0-3234,-6-1 0,-6-1 0,-4 0 2765,-4 1-2765,-2 0 1556,-1-1-1556,0 1 331,-1 0-331,0 0 0,-1-1 0,-1 1 0,0 0 0,0-1 0,-1-2 0,-2-3 0,0-2 0,-1-4 0,0 4 0,0-2 0</inkml:trace>
  <inkml:trace contextRef="#ctx0" brushRef="#br0" timeOffset="20926">10665 6845 24575,'19'0'0,"8"0"0,21 0-1639,-18 0 1,1 0 1467,8 0 0,2 0 171,4-1 0,1 0-956,-11 0 0,1 0 0,0 0 956,4-1 0,0 0 0,1 1 0,1-1 0,0 0 0,0 0 0,1 0 0,1 1 0,-2 0 0,-4 0 0,-1 0 0,-1 0-108,-3 0 1,0 1-1,-1 0 108,12 0 0,-1 0 0,0 0 0,-1 0 0,-1 0 0,0 0-414,-4 0 1,-1 0 413,-5 0 0,-1 0 533,-5 0 1,-1 0-534,21 0 0,2 0 967,-21 0 0,0 2-967,4-1 0,0 0 0,3 0 0,3 1 0,0-1 0,1 0 0,-1 0 0,1 0 0,0-1 65,-1 1 1,3 1-1,-4-1-65,-3 2 0,-1 0 0,4 0 0,1 0 63,-1 1 0,-1-1-63,-4 0 0,-2-1 284,19 2-284,-13-1 987,-12-1-987,-8 0 1954,-5-1-1954,-3 0 1089,-2 0-1089,0 0 0,-1 1 0,-2-1 0,0-1 0,0 0 0</inkml:trace>
  <inkml:trace contextRef="#ctx0" brushRef="#br0" timeOffset="23151">2503 8144 24575,'23'0'0,"14"0"0,-8 0 0,2 0-1639,9 0 1,2 0 1119,-9 1 1,1-1-1,1-1-454,5 1 1,1-1 0,1 0 972,5 0 0,0 0 0,1-1-464,-9 1 1,0-1-1,0 0 1,0 1 463,1-1 0,0 0 0,-1 0 0,1 1 0,-2-1 0,-1 0 0,1 0 0,-1 0-584,1 1 0,-1-1 0,0 0 1,0 0 583,-1 1 0,0 0 0,-1 0 0,1 0 0,0 0 0,1 1 0,-1-1 0,0 0 0,11 1 0,1 0 0,-1 0 0,1-1 0,-1 1 0,0 0 0,1 0 0,0 0 0,-1 0 0,0 0 0,-1 0 0,0 0 0,1 0 0,1 0 0,-1 0 0,-1 0 0,-1 0 0,0 0-212,-1 0 1,0 0 0,-1 0 211,2 0 0,0 0 0,-1 0 259,-7 0 0,-1 0 1,-1 0-260,13 0 0,-1 0 947,-7 0 1,-1 0-948,-7 0 0,-2 0 1342,4 0 1,-2 1-1343,4 0 3127,-6 1-3127,-21 1 2243,-2-1-2243,-1 1 1530,-1-2-1530,-2-3 0,-1 1 0,-2-2 0</inkml:trace>
  <inkml:trace contextRef="#ctx0" brushRef="#br0" timeOffset="24826">6435 8189 24575,'21'0'0,"21"0"0,-3 0 0,7 0-1093,-7 0 1,4 0 0,2 0 272,-5-1 1,1 0 0,2 0 0,1 0 163,-4 0 1,1-1-1,1 0 1,1 0 0,0 1 255,-3-1 1,0 0 0,1 1 0,1-1 0,0 1 0,0-1 178,4 1 0,0-1 0,1 1 0,0-1 0,-1 1 0,0 0 221,-3 0 0,0 0 0,0 0 0,-1 1 0,-1-1 0,0 1-374,3 0 0,-1 0 0,-1 0 0,0 0 0,-1 0 374,5 0 0,-1 0 0,0 0 0,0 0 0,-2 0 0,-1 0 0,0 0 0,2 0-94,-5 0 0,1 0 0,0 0 0,0 0 0,1 0 94,1 0 0,0 0 0,1 0 0,-1 0 0,0 0 0,-1 0 0,-1 0 0,1 0 0,-2 0 0,1 0 171,6 0 0,1 0 0,-2 0 1,-1 0-172,-5 0 0,-1 0 0,0 0 0,-2 0 488,8 0 1,-1 0 0,-2 0-489,-6 0 0,-1 0 0,-2 0 929,9 0 1,-1 0-930,-4 0 0,-2 0 1638,-8 0 0,-3 1-987,10 1 2625,-11-1-2779,-9 2 2274,-5-2-2771,-2 2 349,-4 0 1,0-2 0,-2 1 0</inkml:trace>
  <inkml:trace contextRef="#ctx0" brushRef="#br0" timeOffset="33360">18706 8302 24575,'17'0'0,"17"0"0,-6 0 0,3 0-1639,9 0 1,3 0 1122,-10 0 1,2 0 0,0 0-355,3 0 0,0 0 1,2 0 869,3-1 0,1 1 0,2 1-618,-6 0 0,3 1 0,0 0 1,0 0 617,0 0 0,1 0 0,-1 1 0,1-1 0,2 0 0,-1 1 0,1-1 0,0 0 0,-1 1 0,0-1 0,0 0 0,-1-1-630,-5 0 0,0-1 1,-1 0-1,1 0 630,2 0 0,1 0 0,-1 0 0,1 0 0,-2 0 0,0 0 0,0 0 0,-1 0 0,-2 0 0,0 0 0,-1 0 0,-1 0 18,7 0 1,-2 0 0,-1 0-19,9 0 0,-2 0 598,-9 0 0,-3 0-598,-4 0 0,-2 0 1638,2 0 0,-3 0-1406,4 0 3044,-5 0-2546,-17 0 1555,-2 0-2285,-1 0 327,0 0 1,-4 0 0,1 0 0</inkml:trace>
  <inkml:trace contextRef="#ctx0" brushRef="#br0" timeOffset="34943">2637 9054 24575,'37'0'0,"-10"0"0,4 0 0,0 0 0,2 0 0,3 0-820,-1 0 1,2 0 0,2 0 0,1 0 163,-1 0 1,1 0-1,2 0 1,0 0 0,2 0 108,-4 0 1,2 0 0,0 0 0,1 0 0,1 0 0,0 0 91,-3 0 1,1 0-1,1 0 1,0 0 0,0 0-1,0 0 1,1 0 305,2 0 0,0 0 1,1 0-1,0 0 0,0 0 1,0 0-1,-1 0 149,-3 0 0,1 0 0,0 0 0,-1 0 0,0 0 0,0 0 0,0 0-305,-2 0 1,1 0 0,0 0 0,-1 0 0,0 0 0,0 0 0,0 0 304,5 0 0,-1 0 0,0 0 0,-1 0 0,1 0 0,-1 0-34,-2 0 0,-1 0 1,0 0-1,0 0 1,0 0-1,0 0 34,2 0 0,1 0 0,-1 0 0,1 0 0,-1 0 0,-1 0 42,5 0 1,-2 0 0,0 0 0,0 0 0,-1 0-43,-3 0 0,-1 0 0,0 0 0,-1 0 0,-2 0 252,4 0 1,-2 0-1,-1 0 1,-1 0-253,3 0 0,-1 0 0,-2 0 953,11 0 1,-3 0-954,-9 0 0,-3 0 1638,0 0 0,-2 0-1463,12 0-175,-13 0 0,-10 0 3276,-9 0-2054,-3 0 1987,-4 0-3209,0 0 0,-1 0 0,-1 0 0</inkml:trace>
  <inkml:trace contextRef="#ctx0" brushRef="#br0" timeOffset="39409">2562 10218 24575,'27'0'0,"-5"0"0,5 0 0,17 0 0,6 0-1093,-6 0 1,4 0 0,2 0 272,-6 0 1,3 0 0,0 0 0,2 0 163,-5 0 1,2 0-1,1 0 1,-1 0 0,1 0 81,-1 0 1,0 0-1,0 0 1,1 0-1,-1 0 343,1 0 1,0 0-1,1 0 1,-1 0-1,0 0 231,0 0 0,0 0 0,-1 0 0,0 0 0,0 0-439,-1 0 0,-2 0 0,1 0 0,0 0 0,0 0 439,3 0 0,-1 0 0,1 0 0,0 0 0,-1 0 0,-1 0 0,0 0 0,0 0 0,-1 0 0,1 0 0,-2 0 0,1 0 0,-1 0 0,1 0 0,-1 0-51,-1 0 1,1 0-1,-1 0 1,0 0-1,0 0 51,-2 0 0,1 0 0,0 0 0,-1 0 0,0 0 66,0 0 1,-1 0-1,0 0 1,0 0 0,-1 0-67,9 0 0,-1 0 0,0 0 0,-1 0 0,1 0 0,-1 0 0,0 0 0,-1 0 0,0 0 0,0 0 0,0 0 0,-1 0 0,0 0 0,-1 0 0,0 0 0,-1 0 280,-3 0 1,-2 0-1,0 0 1,-2 0-281,7 0 0,-2-1 0,-2 2 1040,8-1 1,-2 2-1041,-8 0 0,-2 1 0,-2 0 0,-1 1 0,11 3 3276,-15-1-2962,-10-2 2962,-6-2-3007,0 0 1,-6 0 0,-1-2 0</inkml:trace>
  <inkml:trace contextRef="#ctx0" brushRef="#br0" timeOffset="45951">2551 12813 24575,'29'0'0,"0"0"0,5 0 0,3 0 0,-5 0 0,2 0 0,1 0-1093,6 0 1,1 0 0,2 0 272,-7 0 1,1 0 0,0 0 0,2 0-1,3 0 1,2 0 0,0 0 0,1 0 548,-7 0 0,0 0 0,0 0 0,0 0 0,1 0 271,-1 0 0,0 0 0,-1 0 0,1 0 0,0 0 0,0 0 0,-1-1 0,1 1 0,-1 0 0,2 1 0,3 0 0,1 0 0,0 1 0,0 0 0,0 0-345,1 0 1,0 0 0,0 1 0,0 0 0,0 0 344,-5 0 0,0 1 0,0 1 0,0-1 0,0 1 0,0-1-419,2 1 1,-1 0 0,1 0 0,0 0 0,0 0 0,-1 0 418,-1 0 0,0-1 0,-1 0 0,1 1 0,0-1 0,1 0-119,1 1 0,0 0 0,1 0 0,0 0 0,0-1 0,0 1 119,2-1 0,-1 0 0,1 0 0,0-1 0,0 1 0,0-1-43,0 1 1,0 0 0,0 0 0,0-1-1,0 1 1,-1 0 42,-4-1 0,0 1 0,-1 0 0,1-1 0,-1 0 0,2 0 0,3 0 0,1-1 0,0 0 0,1 0 0,-1 0 0,-1-1 0,-2 1 0,-1 0 0,-1 0 0,1 0 0,-1-1 0,-1 1 42,5-1 1,-1 0-1,0 1 1,-1-1 0,1 0-43,1 0 0,1 0 0,-1 1 0,0-1 0,-1 0 0,2 1 0,-1-1 0,-1 1 0,2 0 0,-5-1 0,1 1 0,0-1 0,0 0 0,1 1 0,2-1 0,1 1 0,0-1 0,0 1 0,0-1 0,-1 1 0,0-1 0,0 1 0,0 0 0,-1-1 0,0 1 0,0 0 0,-1-1 0,0 1 0,-1-1 177,4 1 0,0-1 0,-2 0 0,0 0-177,-4 1 0,-1-1 0,0 0 0,-2 0 475,7-1 1,-3 0-1,0 1-475,-6-1 0,-1 0 0,-1 0 999,14 0 1,-1 0-1000,-9 0 0,-2 0 1638,-7 1 0,-1-1-814,10 2 2452,-12 0-2986,-11-1 2358,-3-1-2648,-4 0 1593,-2 1-1593,-1 0 131,-2-2-131,-1-2 0,0-6 0,-2-5 0,-2-7 0,-2 1 0,0 6 0,2 11 0,4 6 0,0 2 0,0 0 0,2-2 0,21 0 0,24-2-1374,-11-2 1,3 0 1373,-5-1 0,2 0 0,1-1-1093,4 0 1,2 0 0,2-1 912,-7 1 1,2-1 0,0 1 0,1-1-641,1 1 1,1 0 0,0 0 0,0 1 500,-3-1 1,0 1-1,-1-1 1,0 1 318,-2 0 0,0 1 0,-1-1 0,-1 1-430,5-1 1,-2 1-1,-1 0 430,-2 0 0,0 0 0,0 0 0,-2 0 0,1 1 0,-1-1 112,13 1 0,-1-1-112,2 1 0,-2 0 0,-4 0 0,-2 0 793,-1-1 1,-1 0-794,-3 0 0,-1 0 0,-1-1 0,-1 1 1638,-2 0 0,0 0-1141,-2 0 0,-1 1-497,0 0 0,-1 0 0,22 0 0,-2 0 0,-2 0 0,-3 0 2280,-3-1-2280,-6 1 2002,-7 0-2002,-6 0 1456,-5 0-1456,-3 1 762,-2 0-762,-2 2 0,-1-1 0,-2 0 0,0 0 0,-2 0 0,0-2 0</inkml:trace>
  <inkml:trace contextRef="#ctx0" brushRef="#br0" timeOffset="57493">2822 7134 24575,'-9'0'0,"-2"0"0,-1 0 0,-1 0 0,1 0 0,3 0 0,1 0 0,-1 0 0,-2 0 0,-1 1 0,-1 2 0,0 1 0,-5 5 0,5-2 0,-8 2 0,3 0 0,-9 7 0,-6 6 0,-2 5-716,14-9 1,0 1 715,-3 2 0,1 2 0,-1 0 0,-1 1 0,0 2 0,0-1 0,5-2 0,0-1-136,3-1 0,0-2 136,-10 15 0,6-9 0,6-6 0,6-7 0,4-3 1410,2-3-1410,2-1 293,-1 2-293,1 7 0,1 6 0,-2 8 0,-2 7 0,-1-1 0,1 4 0,1-4 0,2-3 0,-1 0 0,0-3 0,1 1 0,0-3 0,1-4 0,0-3 0,1-3 0,2-1 0,4-2 0,3 0 0,4-1 0,3 1 0,2-2 0,3 0 0,2-1 0,3-1 0,6 1 0,2 0 0,2-2 0,1 0 0,1 0 0,3 1-427,-17-6 0,1 0 427,-1 0 0,0 0 0,1-1 0,0 0 0,6-1 0,0 0 0,-6 0 0,-1 0 0,8-1 0,0 0 0,12 0-326,-1-3 326,-8-2 0,-5-4 0,-5-3 0,-5 0 0,-5 0 0,-4 0 840,-3 1-840,0 1 340,0 0-340,1 0 0,0-1 0,0-1 0,0 1 0,-2 0 0,1-1 0,-2 1 0,0-1 0,0 1 0,-1 0 0,-2 0 0,-1 0 0,-2-2 0,-1-1 0,0 2 0,0 1 0,0 1 0,0 0 0,0-1 0,0 0 0,0 0 0,0-4 0,0-4 0,0-13 0,0-11-566,0 17 0,0-2 566,0-3 0,0 1 0,0 0 0,0 0 0,0-2 0,0 1 0,0 0 0,0 1 0,0 1 0,0 0-92,0 3 1,0 1 91,0-16 0,0 11 0,0 7 0,0 6 0,0 5 1121,0 1-1121,-1-1 194,-5-8-194,-2-3 0,-3-5 0,-3-10 0,4 14 0,-3-10 0,4 16 0,1 1 0,0 5 0,1 4 0,4 4 0,0 3 0</inkml:trace>
  <inkml:trace contextRef="#ctx0" brushRef="#br0" timeOffset="62793">3328 3246 24575,'-9'0'0,"-9"0"0,-8 0 0,-9 0 0,-7 0-1457,-5 1 1457,17 3 0,0 1 0,-2 0 0,0 0 0,-2 2 0,1 1 0,-1 1 0,0 1 0,3-2 0,0 0 0,-1 1 0,0 1 0,-2 2 0,1 0-689,0 1 1,-1 2 688,-2 3 0,1 0 0,1 1 0,1 1 0,4-2 0,1 1-276,4-2 1,1 1 275,5-3 0,0 1 0,-2 3 0,1 1 0,-12 14 0,3-4 0,3 5 0,7-7 0,1 4 0,3-2 0,2 8 0,4-7 0,3-8 0,1 2 441,-1 22-441,4-22 0,1 0 0,-1 1 0,1 0 0,-1 0 0,1-2 0,0 22 0,3-1 0,4-4 0,12 1 0,-5-22 0,2-1 0,3 1 0,2-1-127,5 0 1,3-2 126,11 1 0,4-2-1093,-8-3 1,2-1 0,2 1 1063,-4-3 1,1 0-1,1 1 1,1-1-628,-3-1 1,0 0-1,2 0 1,0 0 0,0 0 406,3 0 1,1 0 0,1 0-1,0 0 1,1 0-238,-5-1 0,1 0 1,0 0-1,1-1 0,0 1 1,0-1 485,3 1 0,1-1 0,-1 0 0,1-1 0,0 1 0,-1-1-275,-3 0 1,1-1-1,-2 1 1,1-1 0,0 0-1,-1-1 275,8 2 0,-1-1 0,1 0 0,-1 0 0,-1-1 0,-1 0 0,-1-1 0,0 0 0,0 0 0,-1 0 0,-3 0 0,-1 0 0,0 0 0,-1 0 0,1 1-48,1-1 0,-1 0 1,1 0-1,-1 0 1,-1 0 47,5 0 0,-1 0 0,0-1 0,-1 1-11,-3-1 1,-1 0 0,-1 0 0,-1-1 10,6 0 0,-2 0 0,-1 0 0,-3-1 0,-2 0 0,-1 0 797,12 0 1,-2 0-798,-3 0 0,1 0 0,2 0 0,1 0 0,-2-1 0,-1 0 0,0-1 0,-1-2 0,1 0 0,0-1 0,-4-1 0,0 0 1225,-2-1 1,-1 1-1226,-1 0 0,1-1 0,-1-1 0,1-1 0,-1 1 0,0-1 0,4 0 0,0-1 0,2 0 0,-2 0 0,-4 1 0,-1 0 0,0 0 0,-2 0 2955,13-6-2955,-9 1 3276,-4 3-839,-8 2-608,-5 1-1829,-6 3 1300,-2 0-1300,-2 1 104,-3 0-104,0 1 0,-2-6 0,-1 0 0,0-9 0,0 0 0,0-11 0,-2-4 0,-2-5 0,-4 0 0,-6 2 0,-3 1-578,3 14 0,-2 0 578,-2-1 0,-1-1 0,-4-2 0,-2 0-1172,-4-4 0,-2 1 1172,-3-2 0,-2 0-1043,7 8 1,-1-2-1,0 1 1043,-4-2 0,0 0 0,-2-1 0,7 6 0,0-1 0,-1 0 0,-1 0-820,-1 0 1,-2-1 0,0 0 0,0 0 723,-3-2 0,0 1 0,-1-1 0,0 0 96,-2-1 0,1 0 0,-1 1 0,0 0 0,0 0 0,0 1 0,0 1 0,0 0 0,1 0 0,0 0 0,1 2 0,0-1 0,2 3 0,0 0 0,0 1 0,1 1-350,2 1 1,-1 0-1,1 1 1,1 0 349,-9-3 0,2 0 0,0 2-701,1 1 1,1 0 0,0 2 700,5 1 0,1 1 0,0 1 0,-13-4 0,-1 2 258,1 3 0,0 2-258,1 1 0,-1 0 0,12 3 0,0-1 0,0 1 0,-11-1 0,1 1 900,3 0 1,1 1-901,2 0 0,1 1 0,2 0 0,1-1 759,-1 1 0,1 0-759,2 0 0,1 0 0,4 0 0,1 0 3276,-16 0-1338,10 1 234,8 2-2172,6 1 392,5 1 0,6-2 1,2-1-1</inkml:trace>
  <inkml:trace contextRef="#ctx0" brushRef="#br0" timeOffset="66843">725 12214 24575,'19'0'0,"14"0"0,-9 0 0,2 0-940,3 0 1,1 0 939,1 0 0,1 0 0,-1 0 0,1 0 0,2 0 0,-1 0 0,3 0 0,-1 0 0,-5 0 0,1 0 0,-2 0 0,0 0 0,-1 0 0,-1 0 0,-3 0 0,1 0 6,2 0 1,-1 0-7,22 0 0,-24 0 0,0 0 0,2 0 0,-1 0 0,0 0 0,0 0 0,0 0 0,0 0 0,19 0 450,-8 0-450,-6 0 0,-7 0 0,-7 0 940,-4 0-940,-5 0 476,-1 0-476,-2 0 0,1 0 0,-1-1 0,-2-2 0,-2-1 0,-1-3 0,-1 1 0,-3-2 0,-1-1 0,-2-3 0,-3-3 0,-1-1 0,-3-2 0,0 1 0,-1-2 0,1-1 0,0 2 0,3 0 0,3 3 0,1 1 0,0 0 0,1 2 0,3 2 0,0 1 0,2 2 0,-1 2 0,2 0 0,-1 0 0,1 1 0,0 0 0,-1 1 0,1 0 0,1 0 0,1 13 0,3 1 0,4 12 0,2-4 0,1 0 0,1 1 0,-2-2 0,-1 0 0,1-2 0,-2-4 0,-1 0 0,-2-4 0,0-2 0,0 2 0,0-2 0,-1 0 0,1 0 0,-2-2 0,0 0 0,-1 0 0,0 1 0,0-1 0,-1 1 0,1 0 0,-1-1 0,0 0 0,0 0 0,0-1 0,1 0 0,0 2 0,-1-1 0,0 1 0,0-2 0,0 0 0,0 0 0,0 1 0,-1 1 0,0 0 0,0 0 0,1-1 0,0 1 0,0-1 0,0 1 0,-1-1 0,0 1 0,0 0 0,0 0 0,0-1 0,0 1 0,0 0 0,0-1 0,0 1 0,0 0 0,-1 0 0,-1-1 0,-2 1 0,0 0 0,-1-1 0,0 2 0,0 1 0,0-1 0,0 0 0,-1-1 0,1 1 0,-1 0 0,0 0 0,2-1 0,0 0 0,1-1 0,-1 1 0,0 0 0,1 0 0,-1-1 0,1 1 0,0 0 0,0-1 0,0 1 0,0-1 0,0-1 0,2 0 0,-1 0 0,0 0 0,0 1 0,0-1 0,-1 1 0,1 0 0,-1-1 0,2 0 0,0 0 0,-1 0 0,1 0 0,-2 0 0,1 0 0,0 2 0,0-1 0,0 0 0,1 0 0,0-5 0,0-2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866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42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8486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048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8298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5866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6399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8764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3947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2346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2527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9242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523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74299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19096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0450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95550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05327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57611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130F8901-F8A0-FDCA-B88D-A46CCDD64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6E653C93-3DA5-E33C-C8DF-F20B6C8AAC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BADD2FE3-8AFE-30AD-36FE-1B198DC21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3373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userDrawn="1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○"/>
              <a:defRPr sz="1500"/>
            </a:lvl2pPr>
            <a:lvl3pPr marL="1371600" lvl="2" indent="-3175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 lang="it-IT" dirty="0"/>
          </a:p>
          <a:p>
            <a:pPr lvl="2"/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3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88012" y="1937550"/>
            <a:ext cx="3367975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Policy</a:t>
            </a:r>
            <a:br>
              <a:rPr lang="en-GB" dirty="0"/>
            </a:br>
            <a:r>
              <a:rPr lang="en-GB" dirty="0"/>
              <a:t>Improvement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B4D833-F59D-26E4-3DCB-AF8E72E5F3AE}"/>
              </a:ext>
            </a:extLst>
          </p:cNvPr>
          <p:cNvSpPr txBox="1"/>
          <p:nvPr/>
        </p:nvSpPr>
        <p:spPr>
          <a:xfrm>
            <a:off x="10456606" y="8377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857197"/>
            <a:ext cx="8520600" cy="36924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Generalized Policy Iteration (GPI)</a:t>
            </a:r>
          </a:p>
          <a:p>
            <a:pPr lvl="0"/>
            <a:r>
              <a:rPr lang="en-GB" dirty="0"/>
              <a:t>Slippery Walk environment</a:t>
            </a:r>
          </a:p>
          <a:p>
            <a:pPr lvl="0"/>
            <a:r>
              <a:rPr lang="en-GB" dirty="0"/>
              <a:t>Monte Carlo control</a:t>
            </a:r>
          </a:p>
          <a:p>
            <a:pPr lvl="0"/>
            <a:r>
              <a:rPr lang="en-GB" dirty="0"/>
              <a:t>SARSA</a:t>
            </a:r>
          </a:p>
          <a:p>
            <a:pPr lvl="0"/>
            <a:r>
              <a:rPr lang="en-GB" dirty="0"/>
              <a:t>On-policy and Off-policy learning</a:t>
            </a:r>
          </a:p>
          <a:p>
            <a:pPr lvl="0"/>
            <a:r>
              <a:rPr lang="en-GB" dirty="0"/>
              <a:t>Q-Learning</a:t>
            </a:r>
          </a:p>
          <a:p>
            <a:pPr lvl="0"/>
            <a:r>
              <a:rPr lang="en-GB" dirty="0"/>
              <a:t>Double Q-Learning</a:t>
            </a:r>
          </a:p>
          <a:p>
            <a:pPr lvl="0"/>
            <a:r>
              <a:rPr lang="en-GB" dirty="0"/>
              <a:t>SARSA(𝜆)</a:t>
            </a:r>
          </a:p>
          <a:p>
            <a:pPr lvl="0"/>
            <a:r>
              <a:rPr lang="en-GB" dirty="0"/>
              <a:t>Q(𝜆)</a:t>
            </a:r>
          </a:p>
          <a:p>
            <a:pPr lvl="0"/>
            <a:r>
              <a:rPr lang="en-GB" dirty="0"/>
              <a:t>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Generalized Policy Iteration (GPI)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Instead of estimating the </a:t>
            </a:r>
            <a:r>
              <a:rPr lang="en-GB" b="1" dirty="0"/>
              <a:t>state-value function V</a:t>
            </a:r>
            <a:r>
              <a:rPr lang="en-GB" dirty="0"/>
              <a:t>, we estimate the </a:t>
            </a:r>
            <a:r>
              <a:rPr lang="en-GB" b="1" dirty="0"/>
              <a:t>action-value functions Q</a:t>
            </a:r>
            <a:r>
              <a:rPr lang="en-GB" dirty="0"/>
              <a:t>  </a:t>
            </a:r>
          </a:p>
          <a:p>
            <a:pPr lvl="1"/>
            <a:r>
              <a:rPr lang="en-GB" dirty="0"/>
              <a:t>to see the value of actions without having to use the MDP</a:t>
            </a:r>
          </a:p>
          <a:p>
            <a:r>
              <a:rPr lang="en-GB" dirty="0"/>
              <a:t>After we obtain the estimation, we use it to </a:t>
            </a:r>
            <a:r>
              <a:rPr lang="en-GB" b="1" dirty="0"/>
              <a:t>improve the policy</a:t>
            </a:r>
          </a:p>
          <a:p>
            <a:pPr lvl="1"/>
            <a:r>
              <a:rPr lang="en-GB" dirty="0"/>
              <a:t>like what we did in the policy-iteration algorithm of dynamic programming</a:t>
            </a:r>
          </a:p>
          <a:p>
            <a:pPr lvl="1"/>
            <a:r>
              <a:rPr lang="en-GB" dirty="0"/>
              <a:t>evaluate, improve, then evaluate the improved policy, then improve on this improved policy, and so on…</a:t>
            </a:r>
          </a:p>
          <a:p>
            <a:pPr lvl="2"/>
            <a:endParaRPr lang="en-GB" dirty="0"/>
          </a:p>
          <a:p>
            <a:r>
              <a:rPr lang="en-GB" dirty="0"/>
              <a:t>The improvement is done by </a:t>
            </a:r>
            <a:r>
              <a:rPr lang="en-GB" b="1" dirty="0"/>
              <a:t>making the policy greedy</a:t>
            </a:r>
            <a:r>
              <a:rPr lang="en-GB" dirty="0"/>
              <a:t> with respect to the current value function</a:t>
            </a:r>
          </a:p>
          <a:p>
            <a:pPr lvl="1"/>
            <a:r>
              <a:rPr lang="en-GB" dirty="0"/>
              <a:t>we have the action-value function estimation</a:t>
            </a:r>
          </a:p>
          <a:p>
            <a:pPr lvl="1"/>
            <a:r>
              <a:rPr lang="en-GB" b="1" dirty="0"/>
              <a:t>no model is needed </a:t>
            </a:r>
            <a:r>
              <a:rPr lang="en-GB" dirty="0"/>
              <a:t>to construct the greedy policy</a:t>
            </a:r>
          </a:p>
          <a:p>
            <a:pPr lvl="1"/>
            <a:endParaRPr lang="en-GB" sz="2400" dirty="0"/>
          </a:p>
          <a:p>
            <a:r>
              <a:rPr lang="en-GB" dirty="0"/>
              <a:t>This pattern is called </a:t>
            </a:r>
            <a:r>
              <a:rPr lang="en-GB" b="1" dirty="0"/>
              <a:t>Generalized Policy Iteration (GPI)</a:t>
            </a:r>
          </a:p>
          <a:p>
            <a:pPr lvl="1"/>
            <a:r>
              <a:rPr lang="en-GB" dirty="0"/>
              <a:t>an architecture that any reinforcement learning algorithm fits under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B6E7E65-3641-FE24-42D6-729DC64EB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896" y="3501174"/>
            <a:ext cx="5839010" cy="46259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4B37DF4F-0C2A-AE85-6C09-5457E6985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402" y="5240739"/>
            <a:ext cx="2854002" cy="48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07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Slippery Walk environment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162273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We use an environment called Slippery Walk</a:t>
            </a:r>
          </a:p>
          <a:p>
            <a:pPr lvl="1"/>
            <a:r>
              <a:rPr lang="en-GB" sz="1600" dirty="0"/>
              <a:t>a walk in a single-row grid-world environment</a:t>
            </a:r>
          </a:p>
          <a:p>
            <a:pPr lvl="1"/>
            <a:r>
              <a:rPr lang="en-GB" sz="1600" dirty="0"/>
              <a:t>seven non-terminal states</a:t>
            </a:r>
          </a:p>
          <a:p>
            <a:pPr lvl="1"/>
            <a:r>
              <a:rPr lang="en-GB" sz="1600" dirty="0"/>
              <a:t>it’s slippery: action effects are stochastic</a:t>
            </a:r>
          </a:p>
          <a:p>
            <a:r>
              <a:rPr lang="en-GB" sz="1600" dirty="0"/>
              <a:t>The environment is noisy, but the actions the agent selects </a:t>
            </a:r>
            <a:r>
              <a:rPr lang="en-GB" sz="1600" b="1" dirty="0"/>
              <a:t>make a difference </a:t>
            </a:r>
            <a:r>
              <a:rPr lang="en-GB" sz="1600" dirty="0"/>
              <a:t>in its performance</a:t>
            </a:r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  <p:pic>
        <p:nvPicPr>
          <p:cNvPr id="2" name="Immagine 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AD57520A-6A99-3C80-398E-32EDE3FFC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BD9788DE-1E19-FAB1-0BA7-6043CA202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3530601"/>
            <a:ext cx="8792609" cy="265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5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Monte Carlo control (1)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375993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The </a:t>
            </a:r>
            <a:r>
              <a:rPr lang="en-GB" sz="1800" b="1" dirty="0"/>
              <a:t>policy improvement theorem</a:t>
            </a:r>
            <a:r>
              <a:rPr lang="en-GB" sz="1800" dirty="0"/>
              <a:t>:</a:t>
            </a:r>
          </a:p>
          <a:p>
            <a:pPr lvl="0"/>
            <a:endParaRPr lang="en-GB" sz="1800" dirty="0"/>
          </a:p>
          <a:p>
            <a:pPr lvl="0"/>
            <a:endParaRPr lang="en-GB" sz="1050" dirty="0"/>
          </a:p>
          <a:p>
            <a:pPr lvl="1"/>
            <a:r>
              <a:rPr lang="en-GB" sz="1600" dirty="0"/>
              <a:t>assures that each 𝜋</a:t>
            </a:r>
            <a:r>
              <a:rPr lang="en-GB" sz="1600" baseline="-25000" dirty="0"/>
              <a:t>𝑘+1 </a:t>
            </a:r>
            <a:r>
              <a:rPr lang="en-GB" sz="1600" dirty="0"/>
              <a:t>is better than 𝜋</a:t>
            </a:r>
            <a:r>
              <a:rPr lang="en-GB" sz="1600" baseline="-25000" dirty="0"/>
              <a:t>𝑘</a:t>
            </a:r>
          </a:p>
          <a:p>
            <a:pPr lvl="1"/>
            <a:r>
              <a:rPr lang="en-GB" sz="1600" dirty="0"/>
              <a:t>converges to the optimal policy (and optimal value function)</a:t>
            </a:r>
          </a:p>
          <a:p>
            <a:pPr lvl="0"/>
            <a:r>
              <a:rPr lang="en-GB" sz="1800" dirty="0"/>
              <a:t>First, we need to estimate 𝑄(𝑠,𝑎) instead of 𝑉(𝑠) </a:t>
            </a:r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1"/>
            <a:r>
              <a:rPr lang="en-GB" sz="1600" dirty="0"/>
              <a:t>to know what the best action is to take from a state</a:t>
            </a:r>
          </a:p>
          <a:p>
            <a:pPr lvl="1"/>
            <a:r>
              <a:rPr lang="en-GB" sz="1600" dirty="0"/>
              <a:t>we cannot use the MDP </a:t>
            </a:r>
          </a:p>
          <a:p>
            <a:pPr lvl="1"/>
            <a:r>
              <a:rPr lang="en-GB" sz="1600" dirty="0"/>
              <a:t>we must estimate from samples, let’s use </a:t>
            </a:r>
            <a:r>
              <a:rPr lang="en-GB" sz="1600" b="1" dirty="0"/>
              <a:t>first-visit Monte Carlo prediction </a:t>
            </a:r>
            <a:endParaRPr lang="en-GB" sz="1600" dirty="0"/>
          </a:p>
          <a:p>
            <a:r>
              <a:rPr lang="en-GB" sz="1800" dirty="0"/>
              <a:t>Second, we need to explores</a:t>
            </a:r>
          </a:p>
          <a:p>
            <a:pPr lvl="1"/>
            <a:r>
              <a:rPr lang="en-GB" sz="1600" dirty="0"/>
              <a:t>we can use a </a:t>
            </a:r>
            <a:r>
              <a:rPr lang="en-GB" sz="1600" b="1" dirty="0"/>
              <a:t>decaying epsilon-greedy action-selection strategy</a:t>
            </a:r>
            <a:endParaRPr lang="en-GB" sz="1800" dirty="0"/>
          </a:p>
          <a:p>
            <a:pPr lvl="0"/>
            <a:endParaRPr lang="en-GB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A8CC08B-056C-90C3-E23D-C82667832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36" y="1867220"/>
            <a:ext cx="7767911" cy="49320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70187555-8F67-235A-B2B3-4EECD8B61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340" y="3541764"/>
            <a:ext cx="4555826" cy="44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853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Monte Carlo control (2)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We </a:t>
            </a:r>
            <a:r>
              <a:rPr lang="en-GB" sz="1800" b="1" dirty="0"/>
              <a:t>alternate</a:t>
            </a:r>
            <a:r>
              <a:rPr lang="en-GB" sz="1800" dirty="0"/>
              <a:t> a single MC evaluation step and a single decaying epsilon-greedy action-selection improvement step </a:t>
            </a:r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marL="120650" lvl="0" indent="0">
              <a:buNone/>
            </a:pPr>
            <a:endParaRPr lang="en-GB" sz="1600" dirty="0"/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0821EA0-7A2D-7B0D-BA87-66FA44C3C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89" y="2935279"/>
            <a:ext cx="8517478" cy="238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43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Monte Carlo control (3)</a:t>
            </a:r>
            <a:endParaRPr dirty="0"/>
          </a:p>
        </p:txBody>
      </p:sp>
      <p:pic>
        <p:nvPicPr>
          <p:cNvPr id="3" name="Immagine 2" descr="Immagine che contiene schermata, testo, Diagramma, linea&#10;&#10;Descrizione generata automaticamente">
            <a:extLst>
              <a:ext uri="{FF2B5EF4-FFF2-40B4-BE49-F238E27FC236}">
                <a16:creationId xmlns:a16="http://schemas.microsoft.com/office/drawing/2014/main" id="{B9720390-8E87-9050-DBDD-04528E2AD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965199"/>
            <a:ext cx="8616308" cy="5471567"/>
          </a:xfrm>
          <a:prstGeom prst="rect">
            <a:avLst/>
          </a:prstGeom>
        </p:spPr>
      </p:pic>
      <p:pic>
        <p:nvPicPr>
          <p:cNvPr id="4" name="Immagine 3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67A849F0-8E2E-8EAC-A585-96403E212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17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SARSA (1)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147611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Monte Carlo is </a:t>
            </a:r>
            <a:r>
              <a:rPr lang="en-GB" sz="1800" b="1" dirty="0"/>
              <a:t>offline</a:t>
            </a:r>
            <a:r>
              <a:rPr lang="en-GB" sz="1800" dirty="0"/>
              <a:t> in an episode-to-episode sense</a:t>
            </a:r>
          </a:p>
          <a:p>
            <a:pPr lvl="1"/>
            <a:r>
              <a:rPr lang="en-GB" sz="1600" dirty="0"/>
              <a:t>we must wait until we reach a terminal state before we can make any improvements </a:t>
            </a:r>
          </a:p>
          <a:p>
            <a:pPr lvl="1"/>
            <a:r>
              <a:rPr lang="en-GB" sz="1600" dirty="0"/>
              <a:t>notice how the estimates have high variance</a:t>
            </a:r>
          </a:p>
          <a:p>
            <a:r>
              <a:rPr lang="en-GB" sz="1800" dirty="0"/>
              <a:t>It’s straightforward to use </a:t>
            </a:r>
            <a:r>
              <a:rPr lang="en-GB" sz="1800" b="1" dirty="0"/>
              <a:t>temporal-difference prediction </a:t>
            </a:r>
            <a:r>
              <a:rPr lang="en-GB" sz="1800" dirty="0"/>
              <a:t>for the evaluation phase </a:t>
            </a:r>
          </a:p>
          <a:p>
            <a:pPr lvl="1"/>
            <a:r>
              <a:rPr lang="en-GB" sz="1600" dirty="0"/>
              <a:t>we now have a different algorithm, the well-known SARSA agent</a:t>
            </a:r>
          </a:p>
          <a:p>
            <a:pPr lvl="1"/>
            <a:endParaRPr lang="en-GB" sz="1600" dirty="0"/>
          </a:p>
          <a:p>
            <a:pPr lvl="1"/>
            <a:endParaRPr lang="en-GB" sz="1600" dirty="0"/>
          </a:p>
          <a:p>
            <a:pPr marL="590550" lvl="1" indent="0">
              <a:buNone/>
            </a:pPr>
            <a:endParaRPr lang="en-GB" sz="1600" dirty="0"/>
          </a:p>
          <a:p>
            <a:r>
              <a:rPr lang="en-GB" sz="1800" dirty="0"/>
              <a:t>SARSA has less variance than MC</a:t>
            </a:r>
          </a:p>
          <a:p>
            <a:r>
              <a:rPr lang="en-GB" sz="1800" dirty="0"/>
              <a:t>SARSA is slower to converge</a:t>
            </a:r>
          </a:p>
          <a:p>
            <a:pPr marL="120650" indent="0">
              <a:buNone/>
            </a:pPr>
            <a:endParaRPr lang="en-GB" sz="1600" dirty="0"/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A7F88AC-CDCE-B72D-C5A2-C15FCE7A4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543" y="4189997"/>
            <a:ext cx="4958274" cy="522667"/>
          </a:xfrm>
          <a:prstGeom prst="rect">
            <a:avLst/>
          </a:prstGeom>
        </p:spPr>
      </p:pic>
      <p:pic>
        <p:nvPicPr>
          <p:cNvPr id="7" name="Immagine 6" descr="Immagine che contiene Carattere, testo, bianco, tipografia&#10;&#10;Descrizione generata automaticamente">
            <a:extLst>
              <a:ext uri="{FF2B5EF4-FFF2-40B4-BE49-F238E27FC236}">
                <a16:creationId xmlns:a16="http://schemas.microsoft.com/office/drawing/2014/main" id="{FCDD8038-A72C-A5BF-160E-B0459A4D5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538" y="3662712"/>
            <a:ext cx="3392945" cy="52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71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SARSA (2)</a:t>
            </a:r>
            <a:endParaRPr dirty="0"/>
          </a:p>
        </p:txBody>
      </p:sp>
      <p:pic>
        <p:nvPicPr>
          <p:cNvPr id="3" name="Immagine 2" descr="Immagine che contiene linea, Diagramma, testo, diagramma&#10;&#10;Descrizione generata automaticamente">
            <a:extLst>
              <a:ext uri="{FF2B5EF4-FFF2-40B4-BE49-F238E27FC236}">
                <a16:creationId xmlns:a16="http://schemas.microsoft.com/office/drawing/2014/main" id="{8FE138E0-E4A8-9EC7-04A6-469C3C9A4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43733"/>
            <a:ext cx="8586832" cy="5393034"/>
          </a:xfrm>
          <a:prstGeom prst="rect">
            <a:avLst/>
          </a:prstGeom>
        </p:spPr>
      </p:pic>
      <p:pic>
        <p:nvPicPr>
          <p:cNvPr id="4" name="Immagine 3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F0A53489-74B5-5BFB-FA42-EDCC80BF2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62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On-policy and Off-policy learning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In SARSA and MC agent </a:t>
            </a:r>
            <a:r>
              <a:rPr lang="en-GB" sz="1800" b="1" dirty="0"/>
              <a:t>learns the same policy used for generating experience</a:t>
            </a:r>
          </a:p>
          <a:p>
            <a:pPr lvl="1"/>
            <a:r>
              <a:rPr lang="en-GB" sz="1600" b="1" dirty="0"/>
              <a:t>on-policy learning</a:t>
            </a:r>
          </a:p>
          <a:p>
            <a:pPr lvl="1"/>
            <a:r>
              <a:rPr lang="en-GB" sz="1600" dirty="0"/>
              <a:t>it is excellent: we learn from our own mistakes </a:t>
            </a:r>
          </a:p>
          <a:p>
            <a:r>
              <a:rPr lang="en-GB" sz="1800" dirty="0"/>
              <a:t>But we learn from our own current mistakes only</a:t>
            </a:r>
          </a:p>
          <a:p>
            <a:pPr lvl="1"/>
            <a:r>
              <a:rPr lang="en-GB" sz="1600" dirty="0"/>
              <a:t>what if we want to learn from our own previous mistakes? </a:t>
            </a:r>
          </a:p>
          <a:p>
            <a:pPr lvl="1"/>
            <a:r>
              <a:rPr lang="en-GB" sz="1600" dirty="0"/>
              <a:t>what if we want to learn from the mistakes of others? </a:t>
            </a:r>
          </a:p>
          <a:p>
            <a:r>
              <a:rPr lang="en-GB" sz="1800" b="1" dirty="0"/>
              <a:t>Off-policy learning</a:t>
            </a:r>
            <a:r>
              <a:rPr lang="en-GB" sz="1800" dirty="0"/>
              <a:t> </a:t>
            </a:r>
          </a:p>
          <a:p>
            <a:pPr lvl="1"/>
            <a:r>
              <a:rPr lang="en-GB" sz="1600" dirty="0"/>
              <a:t>sort of "learning from others”</a:t>
            </a:r>
          </a:p>
          <a:p>
            <a:pPr lvl="1"/>
            <a:r>
              <a:rPr lang="en-GB" sz="1600" dirty="0"/>
              <a:t>agent </a:t>
            </a:r>
            <a:r>
              <a:rPr lang="en-GB" sz="1600" b="1" dirty="0"/>
              <a:t>learns a different policy from the one used to generate experiences</a:t>
            </a:r>
          </a:p>
          <a:p>
            <a:pPr lvl="1"/>
            <a:endParaRPr lang="en-GB" sz="100" dirty="0"/>
          </a:p>
          <a:p>
            <a:r>
              <a:rPr lang="en-GB" sz="1800" dirty="0"/>
              <a:t>There are two policies: </a:t>
            </a:r>
          </a:p>
          <a:p>
            <a:pPr lvl="1"/>
            <a:r>
              <a:rPr lang="en-GB" sz="1600" b="1" dirty="0"/>
              <a:t>behaviour policy </a:t>
            </a:r>
            <a:r>
              <a:rPr lang="en-GB" sz="1600" dirty="0"/>
              <a:t>used to generate experiences</a:t>
            </a:r>
          </a:p>
          <a:p>
            <a:pPr lvl="1"/>
            <a:r>
              <a:rPr lang="en-GB" sz="1600" b="1" dirty="0"/>
              <a:t>target policy</a:t>
            </a:r>
            <a:r>
              <a:rPr lang="en-GB" sz="1600" dirty="0"/>
              <a:t>,</a:t>
            </a:r>
            <a:r>
              <a:rPr lang="en-GB" sz="1600" b="1" dirty="0"/>
              <a:t> </a:t>
            </a:r>
            <a:r>
              <a:rPr lang="en-GB" sz="1600" dirty="0"/>
              <a:t>the policy we’re learning about</a:t>
            </a:r>
            <a:endParaRPr lang="en-GB" sz="1800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2896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Q-Learning (1)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069743"/>
            <a:ext cx="8520600" cy="5548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Q-learning is similar to SARSA, but with a off-policy approach </a:t>
            </a:r>
            <a:endParaRPr lang="en-GB" sz="1000" dirty="0"/>
          </a:p>
          <a:p>
            <a:r>
              <a:rPr lang="en-GB" sz="1800" dirty="0"/>
              <a:t>We use action with the maximum estimated value in the next state, despite the action taken</a:t>
            </a: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000" dirty="0"/>
          </a:p>
          <a:p>
            <a:r>
              <a:rPr lang="en-GB" sz="1800" dirty="0"/>
              <a:t>Q-learning converges faster because it is not restricted by the exploration-exploitation balance of the behaviour policy</a:t>
            </a:r>
            <a:endParaRPr lang="en-GB" sz="1600" dirty="0"/>
          </a:p>
          <a:p>
            <a:endParaRPr lang="en-GB" sz="1400" dirty="0"/>
          </a:p>
          <a:p>
            <a:r>
              <a:rPr lang="en-GB" sz="1800" dirty="0"/>
              <a:t>It </a:t>
            </a:r>
            <a:r>
              <a:rPr lang="en-GB" sz="1800" b="1" dirty="0"/>
              <a:t>overestimates</a:t>
            </a:r>
            <a:r>
              <a:rPr lang="en-GB" sz="1800" dirty="0"/>
              <a:t> the value function (</a:t>
            </a:r>
            <a:r>
              <a:rPr lang="en-GB" sz="1800" b="1" dirty="0"/>
              <a:t>maximization bias</a:t>
            </a:r>
            <a:r>
              <a:rPr lang="en-GB" sz="1800" dirty="0"/>
              <a:t>)</a:t>
            </a:r>
          </a:p>
          <a:p>
            <a:pPr lvl="1"/>
            <a:r>
              <a:rPr lang="en-GB" sz="1600" dirty="0"/>
              <a:t>it uses maximum over estimates as an estimate of the maximum</a:t>
            </a:r>
          </a:p>
          <a:p>
            <a:pPr lvl="1"/>
            <a:r>
              <a:rPr lang="en-GB" sz="1600" dirty="0"/>
              <a:t>example:</a:t>
            </a:r>
          </a:p>
          <a:p>
            <a:pPr lvl="2"/>
            <a:r>
              <a:rPr lang="en-GB" sz="1500" dirty="0"/>
              <a:t>actual values are all zeros, estimates have bias (0.11, 0.65, –0.44, –0.26)</a:t>
            </a:r>
          </a:p>
          <a:p>
            <a:pPr lvl="2"/>
            <a:r>
              <a:rPr lang="en-GB" sz="1500" dirty="0"/>
              <a:t>we know the maximum is zero, but the maximum over the estimates is 0.65</a:t>
            </a:r>
          </a:p>
          <a:p>
            <a:pPr lvl="0"/>
            <a:endParaRPr lang="en-GB" sz="1800" dirty="0"/>
          </a:p>
          <a:p>
            <a:pPr lvl="0"/>
            <a:endParaRPr lang="en-GB" sz="1600" dirty="0"/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  <p:pic>
        <p:nvPicPr>
          <p:cNvPr id="3" name="Immagine 2" descr="Immagine che contiene Carattere, testo, calligrafia, bianco&#10;&#10;Descrizione generata automaticamente">
            <a:extLst>
              <a:ext uri="{FF2B5EF4-FFF2-40B4-BE49-F238E27FC236}">
                <a16:creationId xmlns:a16="http://schemas.microsoft.com/office/drawing/2014/main" id="{7CBEE47E-3C8A-FD43-9B1E-B4E067073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66" y="2220175"/>
            <a:ext cx="3922901" cy="62100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AFA13A4-A7FC-63A3-7660-AC77C9665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66" y="2867185"/>
            <a:ext cx="4958274" cy="52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708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Q-Learning (2)</a:t>
            </a:r>
            <a:endParaRPr dirty="0"/>
          </a:p>
        </p:txBody>
      </p:sp>
      <p:pic>
        <p:nvPicPr>
          <p:cNvPr id="2" name="Immagine 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68C8F7D6-CF0D-9708-8774-44D256B57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  <p:pic>
        <p:nvPicPr>
          <p:cNvPr id="4" name="Immagine 3" descr="Immagine che contiene testo, Diagramma, linea, schermata&#10;&#10;Descrizione generata automaticamente">
            <a:extLst>
              <a:ext uri="{FF2B5EF4-FFF2-40B4-BE49-F238E27FC236}">
                <a16:creationId xmlns:a16="http://schemas.microsoft.com/office/drawing/2014/main" id="{4E9B7EAE-F9E5-0D1F-82CA-495249358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043733"/>
            <a:ext cx="8500648" cy="539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Double Q-Learning (1)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800" dirty="0"/>
              <a:t>One way of dealing with maximization bias is to </a:t>
            </a:r>
            <a:r>
              <a:rPr lang="en-GB" sz="1800" b="1" dirty="0"/>
              <a:t>maintain two Q-value functions</a:t>
            </a:r>
          </a:p>
          <a:p>
            <a:pPr lvl="1"/>
            <a:r>
              <a:rPr lang="en-GB" sz="1600" dirty="0"/>
              <a:t>𝑄</a:t>
            </a:r>
            <a:r>
              <a:rPr lang="en-GB" sz="1600" baseline="-25000" dirty="0"/>
              <a:t>𝐴</a:t>
            </a:r>
            <a:r>
              <a:rPr lang="en-GB" sz="1600" dirty="0"/>
              <a:t> and 𝑄</a:t>
            </a:r>
            <a:r>
              <a:rPr lang="en-GB" sz="1600" baseline="-25000" dirty="0"/>
              <a:t>𝐵</a:t>
            </a:r>
            <a:r>
              <a:rPr lang="en-GB" sz="1600" dirty="0"/>
              <a:t>, each one gets update from the other for the next state</a:t>
            </a:r>
          </a:p>
          <a:p>
            <a:pPr lvl="1"/>
            <a:r>
              <a:rPr lang="en-GB" sz="1600" dirty="0"/>
              <a:t>the update consists of finding the action 𝑎</a:t>
            </a:r>
            <a:r>
              <a:rPr lang="en-GB" sz="1600" baseline="30000" dirty="0"/>
              <a:t>∗</a:t>
            </a:r>
            <a:r>
              <a:rPr lang="en-GB" sz="1600" dirty="0"/>
              <a:t> that maximises 𝑄</a:t>
            </a:r>
            <a:r>
              <a:rPr lang="en-GB" sz="1600" baseline="-25000" dirty="0"/>
              <a:t>𝐴</a:t>
            </a:r>
            <a:r>
              <a:rPr lang="en-GB" sz="1600" dirty="0"/>
              <a:t> in the next state, then use 𝑎</a:t>
            </a:r>
            <a:r>
              <a:rPr lang="en-GB" sz="1600" baseline="30000" dirty="0"/>
              <a:t>∗</a:t>
            </a:r>
            <a:r>
              <a:rPr lang="en-GB" sz="1600" dirty="0"/>
              <a:t> to get the value of 𝑄</a:t>
            </a:r>
            <a:r>
              <a:rPr lang="en-GB" sz="1600" baseline="-25000" dirty="0"/>
              <a:t>𝐵</a:t>
            </a:r>
            <a:r>
              <a:rPr lang="en-GB" sz="1600" dirty="0"/>
              <a:t>(𝑠′,𝑎</a:t>
            </a:r>
            <a:r>
              <a:rPr lang="en-GB" sz="1600" baseline="30000" dirty="0"/>
              <a:t>∗</a:t>
            </a:r>
            <a:r>
              <a:rPr lang="en-GB" sz="1600" dirty="0"/>
              <a:t>)  in order to update  𝑄</a:t>
            </a:r>
            <a:r>
              <a:rPr lang="en-GB" sz="1600" baseline="-25000" dirty="0"/>
              <a:t>𝐴</a:t>
            </a:r>
            <a:r>
              <a:rPr lang="en-GB" sz="1600" dirty="0"/>
              <a:t>(𝑠,𝑎) </a:t>
            </a:r>
          </a:p>
          <a:p>
            <a:r>
              <a:rPr lang="en-GB" sz="1800" dirty="0"/>
              <a:t>We can think of this similar to cross-validation:</a:t>
            </a:r>
          </a:p>
          <a:p>
            <a:pPr lvl="1"/>
            <a:r>
              <a:rPr lang="en-GB" sz="1600" dirty="0"/>
              <a:t>one Q-function estimates will help us validate the other Q-function estimates</a:t>
            </a:r>
          </a:p>
          <a:p>
            <a:r>
              <a:rPr lang="en-GB" sz="1800" dirty="0"/>
              <a:t>We’re splitting the experience between two functions and this slows down training</a:t>
            </a:r>
            <a:endParaRPr lang="en-GB" sz="1600" dirty="0"/>
          </a:p>
          <a:p>
            <a:pPr lvl="0"/>
            <a:endParaRPr lang="en-GB" sz="1800" dirty="0"/>
          </a:p>
          <a:p>
            <a:r>
              <a:rPr lang="en-GB" dirty="0"/>
              <a:t>It is slower than Q-learning to get the estimates to track the optimal state-value function</a:t>
            </a:r>
          </a:p>
          <a:p>
            <a:pPr lvl="1"/>
            <a:r>
              <a:rPr lang="en-GB" dirty="0"/>
              <a:t>but it does so in a much more stable manner</a:t>
            </a:r>
          </a:p>
          <a:p>
            <a:pPr lvl="1"/>
            <a:r>
              <a:rPr lang="en-GB" dirty="0"/>
              <a:t>there’s still a bit of over-estimation, but it’s controlled</a:t>
            </a:r>
          </a:p>
        </p:txBody>
      </p:sp>
    </p:spTree>
    <p:extLst>
      <p:ext uri="{BB962C8B-B14F-4D97-AF65-F5344CB8AC3E}">
        <p14:creationId xmlns:p14="http://schemas.microsoft.com/office/powerpoint/2010/main" val="274703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Double Q-Learning (2)</a:t>
            </a:r>
            <a:endParaRPr dirty="0"/>
          </a:p>
        </p:txBody>
      </p:sp>
      <p:pic>
        <p:nvPicPr>
          <p:cNvPr id="4" name="Immagine 3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CBD67E25-4346-DDC9-21F5-4F72EF846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17" y="1043733"/>
            <a:ext cx="8505558" cy="5477917"/>
          </a:xfrm>
          <a:prstGeom prst="rect">
            <a:avLst/>
          </a:prstGeom>
        </p:spPr>
      </p:pic>
      <p:pic>
        <p:nvPicPr>
          <p:cNvPr id="5" name="Immagine 4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5A25C734-3339-4C50-AB30-1DAAA41C0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83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SARSA(𝜆) (1) 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520600" cy="5400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Instead of using a one-step bootstrapping target, it uses the 𝜆-return</a:t>
            </a:r>
          </a:p>
          <a:p>
            <a:pPr lvl="1"/>
            <a:r>
              <a:rPr lang="en-GB" sz="1600" dirty="0"/>
              <a:t>use an </a:t>
            </a:r>
            <a:r>
              <a:rPr lang="en-GB" sz="1600" b="1" dirty="0"/>
              <a:t>eligibility matrix</a:t>
            </a:r>
            <a:r>
              <a:rPr lang="en-GB" sz="1600" dirty="0"/>
              <a:t> for tracking visited state-action pairs</a:t>
            </a:r>
            <a:endParaRPr lang="en-GB" sz="1800" dirty="0"/>
          </a:p>
          <a:p>
            <a:pPr lvl="1"/>
            <a:r>
              <a:rPr lang="en-GB" sz="1600" dirty="0"/>
              <a:t>when agent tries a state-action pair</a:t>
            </a:r>
          </a:p>
          <a:p>
            <a:pPr lvl="2"/>
            <a:r>
              <a:rPr lang="en-GB" sz="1500" dirty="0"/>
              <a:t>the trace for this pair is incremented by one</a:t>
            </a:r>
          </a:p>
          <a:p>
            <a:pPr lvl="2"/>
            <a:endParaRPr lang="en-GB" sz="500" dirty="0"/>
          </a:p>
          <a:p>
            <a:r>
              <a:rPr lang="en-GB" sz="1800" dirty="0"/>
              <a:t>Multiple ways of tracing state-action pairs responsible for a reward</a:t>
            </a:r>
          </a:p>
          <a:p>
            <a:pPr lvl="1"/>
            <a:r>
              <a:rPr lang="en-GB" sz="1600" dirty="0"/>
              <a:t>in a loop the agent tries the same state-action pair several times</a:t>
            </a:r>
          </a:p>
          <a:p>
            <a:pPr lvl="2"/>
            <a:r>
              <a:rPr lang="en-GB" sz="1500" dirty="0"/>
              <a:t>should we make this pair "more" responsible for rewards obtained? </a:t>
            </a:r>
          </a:p>
          <a:p>
            <a:pPr lvl="2"/>
            <a:r>
              <a:rPr lang="en-GB" sz="1500" dirty="0"/>
              <a:t>or should we make it just responsible? </a:t>
            </a:r>
          </a:p>
          <a:p>
            <a:pPr lvl="1"/>
            <a:r>
              <a:rPr lang="en-GB" sz="1600" b="1" dirty="0"/>
              <a:t>accumulating trace</a:t>
            </a:r>
          </a:p>
          <a:p>
            <a:pPr lvl="2"/>
            <a:r>
              <a:rPr lang="en-GB" sz="1500" dirty="0"/>
              <a:t>allows trace values higher than one</a:t>
            </a:r>
          </a:p>
          <a:p>
            <a:pPr lvl="1"/>
            <a:r>
              <a:rPr lang="en-GB" sz="1600" b="1" dirty="0"/>
              <a:t>replacing trace </a:t>
            </a:r>
          </a:p>
          <a:p>
            <a:pPr lvl="2"/>
            <a:r>
              <a:rPr lang="en-GB" sz="1500" dirty="0"/>
              <a:t>clips eligibility traces to a maximum value of one </a:t>
            </a:r>
            <a:endParaRPr lang="en-GB" sz="1800" dirty="0"/>
          </a:p>
          <a:p>
            <a:endParaRPr lang="en-GB" sz="600" dirty="0"/>
          </a:p>
          <a:p>
            <a:r>
              <a:rPr lang="en-GB" sz="1800" dirty="0"/>
              <a:t>The following figure shows two strategy applied to the SWS environment</a:t>
            </a:r>
          </a:p>
          <a:p>
            <a:pPr lvl="0"/>
            <a:endParaRPr lang="en-GB" sz="1800" dirty="0"/>
          </a:p>
          <a:p>
            <a:pPr lvl="0"/>
            <a:endParaRPr lang="en-GB" sz="1600" dirty="0"/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put penna 1">
                <a:extLst>
                  <a:ext uri="{FF2B5EF4-FFF2-40B4-BE49-F238E27FC236}">
                    <a16:creationId xmlns:a16="http://schemas.microsoft.com/office/drawing/2014/main" id="{469D7F50-31F5-2206-20CE-1C71E1C27DD2}"/>
                  </a:ext>
                </a:extLst>
              </p14:cNvPr>
              <p14:cNvContentPartPr/>
              <p14:nvPr/>
            </p14:nvContentPartPr>
            <p14:xfrm>
              <a:off x="1313640" y="2757600"/>
              <a:ext cx="6542640" cy="2750040"/>
            </p14:xfrm>
          </p:contentPart>
        </mc:Choice>
        <mc:Fallback>
          <p:pic>
            <p:nvPicPr>
              <p:cNvPr id="2" name="Input penna 1">
                <a:extLst>
                  <a:ext uri="{FF2B5EF4-FFF2-40B4-BE49-F238E27FC236}">
                    <a16:creationId xmlns:a16="http://schemas.microsoft.com/office/drawing/2014/main" id="{469D7F50-31F5-2206-20CE-1C71E1C27D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4280" y="2748240"/>
                <a:ext cx="6561360" cy="276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2952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SARSA(𝜆) (2) 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pPr lvl="0"/>
            <a:endParaRPr lang="en-GB" sz="1600" dirty="0"/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164E23B-05D7-A434-C499-943DEF458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216" y="1043733"/>
            <a:ext cx="5697568" cy="52095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put penna 1">
                <a:extLst>
                  <a:ext uri="{FF2B5EF4-FFF2-40B4-BE49-F238E27FC236}">
                    <a16:creationId xmlns:a16="http://schemas.microsoft.com/office/drawing/2014/main" id="{50AED266-D916-D3D1-77AD-BAAB885DDA80}"/>
                  </a:ext>
                </a:extLst>
              </p14:cNvPr>
              <p14:cNvContentPartPr/>
              <p14:nvPr/>
            </p14:nvContentPartPr>
            <p14:xfrm>
              <a:off x="1657440" y="703800"/>
              <a:ext cx="5897880" cy="5758200"/>
            </p14:xfrm>
          </p:contentPart>
        </mc:Choice>
        <mc:Fallback>
          <p:pic>
            <p:nvPicPr>
              <p:cNvPr id="2" name="Input penna 1">
                <a:extLst>
                  <a:ext uri="{FF2B5EF4-FFF2-40B4-BE49-F238E27FC236}">
                    <a16:creationId xmlns:a16="http://schemas.microsoft.com/office/drawing/2014/main" id="{50AED266-D916-D3D1-77AD-BAAB885DDA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8080" y="694440"/>
                <a:ext cx="5916600" cy="577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8945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SARSA(𝜆) (3)</a:t>
            </a:r>
            <a:endParaRPr dirty="0"/>
          </a:p>
        </p:txBody>
      </p:sp>
      <p:pic>
        <p:nvPicPr>
          <p:cNvPr id="4" name="Immagine 3" descr="Immagine che contiene schermata, testo, Diagramma, linea&#10;&#10;Descrizione generata automaticamente">
            <a:extLst>
              <a:ext uri="{FF2B5EF4-FFF2-40B4-BE49-F238E27FC236}">
                <a16:creationId xmlns:a16="http://schemas.microsoft.com/office/drawing/2014/main" id="{F41375B1-2490-8DBC-B703-9EFD17F25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63" y="1043733"/>
            <a:ext cx="8637439" cy="5512050"/>
          </a:xfrm>
          <a:prstGeom prst="rect">
            <a:avLst/>
          </a:prstGeom>
        </p:spPr>
      </p:pic>
      <p:pic>
        <p:nvPicPr>
          <p:cNvPr id="5" name="Immagine 4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4BF48627-9C8C-B945-5899-549DC22FA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328" y="80694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28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Q(𝜆) (1)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Extension of Q-learning that uses the 𝜆-return for evaluation </a:t>
            </a:r>
          </a:p>
          <a:p>
            <a:pPr lvl="0"/>
            <a:endParaRPr lang="en-GB" sz="1800" dirty="0"/>
          </a:p>
          <a:p>
            <a:pPr marL="12065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3813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Q(𝜆) (2)</a:t>
            </a:r>
            <a:endParaRPr dirty="0"/>
          </a:p>
        </p:txBody>
      </p:sp>
      <p:pic>
        <p:nvPicPr>
          <p:cNvPr id="4" name="Immagine 3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AD39471D-76C3-05DC-280A-FC3DCBE07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85" y="1043733"/>
            <a:ext cx="8723730" cy="5589542"/>
          </a:xfrm>
          <a:prstGeom prst="rect">
            <a:avLst/>
          </a:prstGeom>
        </p:spPr>
      </p:pic>
      <p:pic>
        <p:nvPicPr>
          <p:cNvPr id="5" name="Immagine 4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4206B38A-2A88-C9B8-978C-B0E3948B3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328" y="80694"/>
            <a:ext cx="407258" cy="4955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put penna 1">
                <a:extLst>
                  <a:ext uri="{FF2B5EF4-FFF2-40B4-BE49-F238E27FC236}">
                    <a16:creationId xmlns:a16="http://schemas.microsoft.com/office/drawing/2014/main" id="{E065D0C2-3BD0-D536-D6BF-D68171211B91}"/>
                  </a:ext>
                </a:extLst>
              </p14:cNvPr>
              <p14:cNvContentPartPr/>
              <p14:nvPr/>
            </p14:nvContentPartPr>
            <p14:xfrm>
              <a:off x="1164240" y="1134720"/>
              <a:ext cx="6529680" cy="5139360"/>
            </p14:xfrm>
          </p:contentPart>
        </mc:Choice>
        <mc:Fallback>
          <p:pic>
            <p:nvPicPr>
              <p:cNvPr id="2" name="Input penna 1">
                <a:extLst>
                  <a:ext uri="{FF2B5EF4-FFF2-40B4-BE49-F238E27FC236}">
                    <a16:creationId xmlns:a16="http://schemas.microsoft.com/office/drawing/2014/main" id="{E065D0C2-3BD0-D536-D6BF-D68171211B9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4880" y="1125360"/>
                <a:ext cx="6548400" cy="515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0357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Comparison (1)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In the next plot, we’re looking at the state-value function estimation error </a:t>
            </a:r>
          </a:p>
          <a:p>
            <a:pPr lvl="1"/>
            <a:r>
              <a:rPr lang="en-GB" sz="1600" dirty="0"/>
              <a:t>we user the </a:t>
            </a:r>
            <a:r>
              <a:rPr lang="en-GB" sz="1600" b="1" dirty="0"/>
              <a:t>mean absolute error</a:t>
            </a:r>
            <a:r>
              <a:rPr lang="en-GB" sz="1600" dirty="0"/>
              <a:t> across all estimates from their respective optimal</a:t>
            </a:r>
          </a:p>
          <a:p>
            <a:pPr lvl="1"/>
            <a:r>
              <a:rPr lang="en-GB" sz="1600" dirty="0"/>
              <a:t>notice how quickly Q-learning drops near zero, but also how double Q-learning gets to the lowest error first</a:t>
            </a:r>
            <a:endParaRPr lang="en-GB" sz="1400" dirty="0"/>
          </a:p>
          <a:p>
            <a:pPr lvl="0"/>
            <a:endParaRPr lang="en-GB" sz="1800" dirty="0"/>
          </a:p>
          <a:p>
            <a:pPr marL="120650" lvl="0" indent="0">
              <a:buNone/>
            </a:pPr>
            <a:endParaRPr lang="en-GB" sz="1800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9761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Comparison (2)</a:t>
            </a:r>
            <a:endParaRPr dirty="0"/>
          </a:p>
        </p:txBody>
      </p:sp>
      <p:pic>
        <p:nvPicPr>
          <p:cNvPr id="4" name="Immagine 3" descr="Immagine che contiene testo, schermata, diagramma, Diagramma&#10;&#10;Descrizione generata automaticamente">
            <a:extLst>
              <a:ext uri="{FF2B5EF4-FFF2-40B4-BE49-F238E27FC236}">
                <a16:creationId xmlns:a16="http://schemas.microsoft.com/office/drawing/2014/main" id="{EBA092CD-B9C7-BCB1-81C0-056F093BB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93" y="1043733"/>
            <a:ext cx="8308813" cy="56986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put penna 1">
                <a:extLst>
                  <a:ext uri="{FF2B5EF4-FFF2-40B4-BE49-F238E27FC236}">
                    <a16:creationId xmlns:a16="http://schemas.microsoft.com/office/drawing/2014/main" id="{6A0C9D4F-7FD4-E04E-10FE-909740073335}"/>
                  </a:ext>
                </a:extLst>
              </p14:cNvPr>
              <p14:cNvContentPartPr/>
              <p14:nvPr/>
            </p14:nvContentPartPr>
            <p14:xfrm>
              <a:off x="1332360" y="1283400"/>
              <a:ext cx="6549840" cy="2346480"/>
            </p14:xfrm>
          </p:contentPart>
        </mc:Choice>
        <mc:Fallback>
          <p:pic>
            <p:nvPicPr>
              <p:cNvPr id="2" name="Input penna 1">
                <a:extLst>
                  <a:ext uri="{FF2B5EF4-FFF2-40B4-BE49-F238E27FC236}">
                    <a16:creationId xmlns:a16="http://schemas.microsoft.com/office/drawing/2014/main" id="{6A0C9D4F-7FD4-E04E-10FE-9097400733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3000" y="1274040"/>
                <a:ext cx="6568560" cy="236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5434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BA07F3EB-7A84-D834-5180-5AF11FA3E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E9D5055E-76AF-4826-6692-34C9C4A804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Comparison (3)</a:t>
            </a:r>
            <a:endParaRPr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92C573BF-3A68-464B-1C4E-73D5ADFD41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b="1" dirty="0"/>
              <a:t>Monte Carlo </a:t>
            </a:r>
            <a:r>
              <a:rPr lang="en-GB" sz="1800" dirty="0"/>
              <a:t>is simple, but slow and limited to episodic tasks</a:t>
            </a:r>
          </a:p>
          <a:p>
            <a:pPr lvl="0"/>
            <a:endParaRPr lang="en-GB" sz="1000" dirty="0"/>
          </a:p>
          <a:p>
            <a:pPr lvl="0"/>
            <a:r>
              <a:rPr lang="en-GB" sz="1800" b="1" dirty="0" err="1"/>
              <a:t>Sarsa</a:t>
            </a:r>
            <a:r>
              <a:rPr lang="en-GB" sz="1800" dirty="0"/>
              <a:t> is more conservative, focusing on actions based on the current policy, and works well when stability is needed</a:t>
            </a:r>
          </a:p>
          <a:p>
            <a:pPr lvl="0"/>
            <a:endParaRPr lang="en-GB" sz="1000" b="1" dirty="0"/>
          </a:p>
          <a:p>
            <a:pPr lvl="0"/>
            <a:r>
              <a:rPr lang="en-GB" sz="1800" b="1" dirty="0"/>
              <a:t>Q-learning</a:t>
            </a:r>
            <a:r>
              <a:rPr lang="en-GB" sz="1800" dirty="0"/>
              <a:t> aggressively learns the optimal policy but is prone to overestimation</a:t>
            </a:r>
          </a:p>
          <a:p>
            <a:pPr lvl="0"/>
            <a:endParaRPr lang="en-GB" sz="1000" b="1" dirty="0"/>
          </a:p>
          <a:p>
            <a:pPr lvl="0"/>
            <a:r>
              <a:rPr lang="en-GB" sz="1800" b="1" dirty="0"/>
              <a:t>Double Q-learning </a:t>
            </a:r>
            <a:r>
              <a:rPr lang="en-GB" sz="1800" dirty="0"/>
              <a:t>is a better alternative when stability is a concern, as it mitigates overestimation</a:t>
            </a:r>
          </a:p>
          <a:p>
            <a:pPr lvl="0"/>
            <a:endParaRPr lang="en-GB" sz="1000" b="1" dirty="0"/>
          </a:p>
          <a:p>
            <a:pPr lvl="0"/>
            <a:r>
              <a:rPr lang="en-GB" sz="1800" b="1" dirty="0" err="1"/>
              <a:t>Sarsa</a:t>
            </a:r>
            <a:r>
              <a:rPr lang="en-GB" sz="1800" b="1" dirty="0"/>
              <a:t>(lambda) and Q(lambda) </a:t>
            </a:r>
            <a:r>
              <a:rPr lang="en-GB" sz="1800" dirty="0"/>
              <a:t>provide a middle ground between learning speed and robustness by using eligibility traces, with Q(lambda) being faster due to its off-policy nature </a:t>
            </a:r>
          </a:p>
          <a:p>
            <a:pPr lvl="0"/>
            <a:endParaRPr lang="en-GB" sz="1000" dirty="0"/>
          </a:p>
          <a:p>
            <a:pPr lvl="0"/>
            <a:r>
              <a:rPr lang="en-GB" sz="1800" dirty="0"/>
              <a:t>The choice of algorithm often depends on the specific environment and the need for stability, exploration, and learning speed</a:t>
            </a:r>
          </a:p>
          <a:p>
            <a:pPr marL="120650" lvl="0" indent="0">
              <a:buNone/>
            </a:pPr>
            <a:endParaRPr lang="en-GB" sz="1800" dirty="0"/>
          </a:p>
          <a:p>
            <a:pPr lvl="0"/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put penna 1">
                <a:extLst>
                  <a:ext uri="{FF2B5EF4-FFF2-40B4-BE49-F238E27FC236}">
                    <a16:creationId xmlns:a16="http://schemas.microsoft.com/office/drawing/2014/main" id="{A6FE1D5F-B0A7-D2C3-09A6-146D620EF394}"/>
                  </a:ext>
                </a:extLst>
              </p14:cNvPr>
              <p14:cNvContentPartPr/>
              <p14:nvPr/>
            </p14:nvContentPartPr>
            <p14:xfrm>
              <a:off x="261000" y="1100520"/>
              <a:ext cx="7325280" cy="3615840"/>
            </p14:xfrm>
          </p:contentPart>
        </mc:Choice>
        <mc:Fallback>
          <p:pic>
            <p:nvPicPr>
              <p:cNvPr id="2" name="Input penna 1">
                <a:extLst>
                  <a:ext uri="{FF2B5EF4-FFF2-40B4-BE49-F238E27FC236}">
                    <a16:creationId xmlns:a16="http://schemas.microsoft.com/office/drawing/2014/main" id="{A6FE1D5F-B0A7-D2C3-09A6-146D620EF3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640" y="1091160"/>
                <a:ext cx="7344000" cy="363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5810704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b5433c-2372-4cb7-8bab-09518096b29b" xsi:nil="true"/>
    <lcf76f155ced4ddcb4097134ff3c332f xmlns="3bd0d43f-5e5b-43cd-b6fc-691bd77672c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8FA822B18A0634FB7342CF29752587A" ma:contentTypeVersion="13" ma:contentTypeDescription="Creare un nuovo documento." ma:contentTypeScope="" ma:versionID="5c5a1a1f66437ceed8e2102d49525b77">
  <xsd:schema xmlns:xsd="http://www.w3.org/2001/XMLSchema" xmlns:xs="http://www.w3.org/2001/XMLSchema" xmlns:p="http://schemas.microsoft.com/office/2006/metadata/properties" xmlns:ns2="3bd0d43f-5e5b-43cd-b6fc-691bd77672c6" xmlns:ns3="e9b5433c-2372-4cb7-8bab-09518096b29b" targetNamespace="http://schemas.microsoft.com/office/2006/metadata/properties" ma:root="true" ma:fieldsID="79bbaae61552c66980d55f32a6cab4b6" ns2:_="" ns3:_="">
    <xsd:import namespace="3bd0d43f-5e5b-43cd-b6fc-691bd77672c6"/>
    <xsd:import namespace="e9b5433c-2372-4cb7-8bab-09518096b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0d43f-5e5b-43cd-b6fc-691bd7767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3f316dc-fb4b-4146-8b22-f4ef2efe4b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5433c-2372-4cb7-8bab-09518096b2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4bbe8c-9a55-4d5f-b385-d948ddfe6c4d}" ma:internalName="TaxCatchAll" ma:showField="CatchAllData" ma:web="e9b5433c-2372-4cb7-8bab-09518096b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A7C327-B531-449F-A378-B820911D5FD9}">
  <ds:schemaRefs>
    <ds:schemaRef ds:uri="e9b5433c-2372-4cb7-8bab-09518096b29b"/>
    <ds:schemaRef ds:uri="http://schemas.openxmlformats.org/package/2006/metadata/core-properties"/>
    <ds:schemaRef ds:uri="http://www.w3.org/XML/1998/namespace"/>
    <ds:schemaRef ds:uri="3bd0d43f-5e5b-43cd-b6fc-691bd77672c6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43BF936-88D6-4E9A-A4A1-5B30F6380C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BC96BE-82C2-4D9F-BD4B-7CCD892876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d0d43f-5e5b-43cd-b6fc-691bd77672c6"/>
    <ds:schemaRef ds:uri="e9b5433c-2372-4cb7-8bab-09518096b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18539</TotalTime>
  <Words>1083</Words>
  <Application>Microsoft Macintosh PowerPoint</Application>
  <PresentationFormat>Presentazione su schermo (4:3)</PresentationFormat>
  <Paragraphs>175</Paragraphs>
  <Slides>22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6" baseType="lpstr">
      <vt:lpstr>Open Sans</vt:lpstr>
      <vt:lpstr>Economica</vt:lpstr>
      <vt:lpstr>Arial</vt:lpstr>
      <vt:lpstr>Luxe</vt:lpstr>
      <vt:lpstr>Policy Improvement</vt:lpstr>
      <vt:lpstr>Objectives</vt:lpstr>
      <vt:lpstr>Generalized Policy Iteration (GPI)</vt:lpstr>
      <vt:lpstr>Slippery Walk environment</vt:lpstr>
      <vt:lpstr>Monte Carlo control (1)</vt:lpstr>
      <vt:lpstr>Monte Carlo control (2)</vt:lpstr>
      <vt:lpstr>Monte Carlo control (3)</vt:lpstr>
      <vt:lpstr>SARSA (1)</vt:lpstr>
      <vt:lpstr>SARSA (2)</vt:lpstr>
      <vt:lpstr>On-policy and Off-policy learning</vt:lpstr>
      <vt:lpstr>Q-Learning (1)</vt:lpstr>
      <vt:lpstr>Q-Learning (2)</vt:lpstr>
      <vt:lpstr>Double Q-Learning (1)</vt:lpstr>
      <vt:lpstr>Double Q-Learning (2)</vt:lpstr>
      <vt:lpstr>SARSA(𝜆) (1) </vt:lpstr>
      <vt:lpstr>SARSA(𝜆) (2) </vt:lpstr>
      <vt:lpstr>SARSA(𝜆) (3)</vt:lpstr>
      <vt:lpstr>Q(𝜆) (1)</vt:lpstr>
      <vt:lpstr>Q(𝜆) (2)</vt:lpstr>
      <vt:lpstr>Comparison (1)</vt:lpstr>
      <vt:lpstr>Comparison (2)</vt:lpstr>
      <vt:lpstr>Comparison (3)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Abstraction</dc:title>
  <dc:subject/>
  <dc:creator/>
  <cp:keywords/>
  <dc:description/>
  <cp:lastModifiedBy>Riccardo Berta</cp:lastModifiedBy>
  <cp:revision>58</cp:revision>
  <dcterms:modified xsi:type="dcterms:W3CDTF">2025-11-13T13:39:14Z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0x010100B8FA822B18A0634FB7342CF29752587A</vt:lpwstr>
  </property>
</Properties>
</file>