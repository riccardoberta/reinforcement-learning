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5"/>
  </p:notesMasterIdLst>
  <p:sldIdLst>
    <p:sldId id="256" r:id="rId5"/>
    <p:sldId id="264" r:id="rId6"/>
    <p:sldId id="281" r:id="rId7"/>
    <p:sldId id="282" r:id="rId8"/>
    <p:sldId id="283" r:id="rId9"/>
    <p:sldId id="284" r:id="rId10"/>
    <p:sldId id="265" r:id="rId11"/>
    <p:sldId id="302" r:id="rId12"/>
    <p:sldId id="303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5" r:id="rId23"/>
    <p:sldId id="299" r:id="rId24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C49A5-A3F2-5144-AEA6-B272ADE3D00F}" v="5" dt="2025-10-10T13:39:16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91770"/>
  </p:normalViewPr>
  <p:slideViewPr>
    <p:cSldViewPr snapToGrid="0" snapToObjects="1">
      <p:cViewPr varScale="1">
        <p:scale>
          <a:sx n="75" d="100"/>
          <a:sy n="75" d="100"/>
        </p:scale>
        <p:origin x="2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58424B7E-67A2-E24B-9516-C248AFA19009}"/>
    <pc:docChg chg="undo custSel addSld delSld modSld sldOrd modMainMaster">
      <pc:chgData name="Riccardo Berta" userId="c8694f89-bba4-4576-b0a8-456619ca5a8c" providerId="ADAL" clId="{58424B7E-67A2-E24B-9516-C248AFA19009}" dt="2022-08-30T09:41:00.751" v="1457" actId="20577"/>
      <pc:docMkLst>
        <pc:docMk/>
      </pc:docMkLst>
      <pc:sldChg chg="modSp mod">
        <pc:chgData name="Riccardo Berta" userId="c8694f89-bba4-4576-b0a8-456619ca5a8c" providerId="ADAL" clId="{58424B7E-67A2-E24B-9516-C248AFA19009}" dt="2022-08-30T09:38:38.114" v="1432" actId="790"/>
        <pc:sldMkLst>
          <pc:docMk/>
          <pc:sldMk cId="0" sldId="256"/>
        </pc:sldMkLst>
      </pc:sldChg>
      <pc:sldChg chg="addSp modSp mod">
        <pc:chgData name="Riccardo Berta" userId="c8694f89-bba4-4576-b0a8-456619ca5a8c" providerId="ADAL" clId="{58424B7E-67A2-E24B-9516-C248AFA19009}" dt="2022-08-30T09:37:52.468" v="1397" actId="20577"/>
        <pc:sldMkLst>
          <pc:docMk/>
          <pc:sldMk cId="0" sldId="257"/>
        </pc:sldMkLst>
      </pc:sldChg>
      <pc:sldChg chg="modSp mod">
        <pc:chgData name="Riccardo Berta" userId="c8694f89-bba4-4576-b0a8-456619ca5a8c" providerId="ADAL" clId="{58424B7E-67A2-E24B-9516-C248AFA19009}" dt="2022-08-30T09:41:00.751" v="1457" actId="20577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58424B7E-67A2-E24B-9516-C248AFA19009}" dt="2022-08-30T08:44:09.932" v="12" actId="2696"/>
        <pc:sldMkLst>
          <pc:docMk/>
          <pc:sldMk cId="1066709261" sldId="260"/>
        </pc:sldMkLst>
      </pc:sldChg>
      <pc:sldChg chg="addSp modSp add mod">
        <pc:chgData name="Riccardo Berta" userId="c8694f89-bba4-4576-b0a8-456619ca5a8c" providerId="ADAL" clId="{58424B7E-67A2-E24B-9516-C248AFA19009}" dt="2022-08-30T09:38:04.406" v="1411" actId="20577"/>
        <pc:sldMkLst>
          <pc:docMk/>
          <pc:sldMk cId="3692252167" sldId="260"/>
        </pc:sldMkLst>
      </pc:sldChg>
      <pc:sldChg chg="addSp modSp add mod">
        <pc:chgData name="Riccardo Berta" userId="c8694f89-bba4-4576-b0a8-456619ca5a8c" providerId="ADAL" clId="{58424B7E-67A2-E24B-9516-C248AFA19009}" dt="2022-08-30T09:35:29.211" v="1307" actId="21"/>
        <pc:sldMkLst>
          <pc:docMk/>
          <pc:sldMk cId="846979211" sldId="261"/>
        </pc:sldMkLst>
      </pc:sldChg>
      <pc:sldChg chg="modSp add mod">
        <pc:chgData name="Riccardo Berta" userId="c8694f89-bba4-4576-b0a8-456619ca5a8c" providerId="ADAL" clId="{58424B7E-67A2-E24B-9516-C248AFA19009}" dt="2022-08-30T09:19:27.119" v="830" actId="20577"/>
        <pc:sldMkLst>
          <pc:docMk/>
          <pc:sldMk cId="447929702" sldId="262"/>
        </pc:sldMkLst>
      </pc:sldChg>
      <pc:sldChg chg="addSp modSp add mod ord">
        <pc:chgData name="Riccardo Berta" userId="c8694f89-bba4-4576-b0a8-456619ca5a8c" providerId="ADAL" clId="{58424B7E-67A2-E24B-9516-C248AFA19009}" dt="2022-08-30T09:40:40.663" v="1434" actId="20578"/>
        <pc:sldMkLst>
          <pc:docMk/>
          <pc:sldMk cId="11402927" sldId="263"/>
        </pc:sldMkLst>
      </pc:sldChg>
      <pc:sldChg chg="del">
        <pc:chgData name="Riccardo Berta" userId="c8694f89-bba4-4576-b0a8-456619ca5a8c" providerId="ADAL" clId="{58424B7E-67A2-E24B-9516-C248AFA19009}" dt="2022-08-30T08:44:10.781" v="14" actId="2696"/>
        <pc:sldMkLst>
          <pc:docMk/>
          <pc:sldMk cId="2190566097" sldId="263"/>
        </pc:sldMkLst>
      </pc:sldChg>
      <pc:sldChg chg="modSp add mod ord">
        <pc:chgData name="Riccardo Berta" userId="c8694f89-bba4-4576-b0a8-456619ca5a8c" providerId="ADAL" clId="{58424B7E-67A2-E24B-9516-C248AFA19009}" dt="2022-08-30T09:40:38.066" v="1433" actId="20578"/>
        <pc:sldMkLst>
          <pc:docMk/>
          <pc:sldMk cId="2794482370" sldId="264"/>
        </pc:sldMkLst>
      </pc:sldChg>
      <pc:sldChg chg="del">
        <pc:chgData name="Riccardo Berta" userId="c8694f89-bba4-4576-b0a8-456619ca5a8c" providerId="ADAL" clId="{58424B7E-67A2-E24B-9516-C248AFA19009}" dt="2022-08-30T08:44:11.185" v="15" actId="2696"/>
        <pc:sldMkLst>
          <pc:docMk/>
          <pc:sldMk cId="3888810046" sldId="264"/>
        </pc:sldMkLst>
      </pc:sldChg>
      <pc:sldChg chg="add del">
        <pc:chgData name="Riccardo Berta" userId="c8694f89-bba4-4576-b0a8-456619ca5a8c" providerId="ADAL" clId="{58424B7E-67A2-E24B-9516-C248AFA19009}" dt="2022-08-30T09:40:43.113" v="1435" actId="2696"/>
        <pc:sldMkLst>
          <pc:docMk/>
          <pc:sldMk cId="1840044115" sldId="265"/>
        </pc:sldMkLst>
      </pc:sldChg>
      <pc:sldChg chg="del">
        <pc:chgData name="Riccardo Berta" userId="c8694f89-bba4-4576-b0a8-456619ca5a8c" providerId="ADAL" clId="{58424B7E-67A2-E24B-9516-C248AFA19009}" dt="2022-08-30T08:44:10.392" v="13" actId="2696"/>
        <pc:sldMkLst>
          <pc:docMk/>
          <pc:sldMk cId="2733657070" sldId="265"/>
        </pc:sldMkLst>
      </pc:sldChg>
      <pc:sldChg chg="del">
        <pc:chgData name="Riccardo Berta" userId="c8694f89-bba4-4576-b0a8-456619ca5a8c" providerId="ADAL" clId="{58424B7E-67A2-E24B-9516-C248AFA19009}" dt="2022-08-30T08:44:11.546" v="16" actId="2696"/>
        <pc:sldMkLst>
          <pc:docMk/>
          <pc:sldMk cId="2836957529" sldId="266"/>
        </pc:sldMkLst>
      </pc:sldChg>
      <pc:sldChg chg="add del">
        <pc:chgData name="Riccardo Berta" userId="c8694f89-bba4-4576-b0a8-456619ca5a8c" providerId="ADAL" clId="{58424B7E-67A2-E24B-9516-C248AFA19009}" dt="2022-08-30T09:40:44.686" v="1436" actId="2696"/>
        <pc:sldMkLst>
          <pc:docMk/>
          <pc:sldMk cId="3173063083" sldId="266"/>
        </pc:sldMkLst>
      </pc:sldChg>
      <pc:sldChg chg="del">
        <pc:chgData name="Riccardo Berta" userId="c8694f89-bba4-4576-b0a8-456619ca5a8c" providerId="ADAL" clId="{58424B7E-67A2-E24B-9516-C248AFA19009}" dt="2022-08-30T08:44:11.879" v="17" actId="2696"/>
        <pc:sldMkLst>
          <pc:docMk/>
          <pc:sldMk cId="3519359877" sldId="267"/>
        </pc:sldMkLst>
      </pc:sldChg>
      <pc:sldChg chg="add del">
        <pc:chgData name="Riccardo Berta" userId="c8694f89-bba4-4576-b0a8-456619ca5a8c" providerId="ADAL" clId="{58424B7E-67A2-E24B-9516-C248AFA19009}" dt="2022-08-30T09:40:45.351" v="1437" actId="2696"/>
        <pc:sldMkLst>
          <pc:docMk/>
          <pc:sldMk cId="4284808824" sldId="267"/>
        </pc:sldMkLst>
      </pc:sldChg>
      <pc:sldChg chg="add del">
        <pc:chgData name="Riccardo Berta" userId="c8694f89-bba4-4576-b0a8-456619ca5a8c" providerId="ADAL" clId="{58424B7E-67A2-E24B-9516-C248AFA19009}" dt="2022-08-30T09:40:46.386" v="1438" actId="2696"/>
        <pc:sldMkLst>
          <pc:docMk/>
          <pc:sldMk cId="2262434218" sldId="268"/>
        </pc:sldMkLst>
      </pc:sldChg>
      <pc:sldChg chg="del">
        <pc:chgData name="Riccardo Berta" userId="c8694f89-bba4-4576-b0a8-456619ca5a8c" providerId="ADAL" clId="{58424B7E-67A2-E24B-9516-C248AFA19009}" dt="2022-08-30T08:44:12.296" v="18" actId="2696"/>
        <pc:sldMkLst>
          <pc:docMk/>
          <pc:sldMk cId="3883776362" sldId="268"/>
        </pc:sldMkLst>
      </pc:sldChg>
      <pc:sldChg chg="del">
        <pc:chgData name="Riccardo Berta" userId="c8694f89-bba4-4576-b0a8-456619ca5a8c" providerId="ADAL" clId="{58424B7E-67A2-E24B-9516-C248AFA19009}" dt="2022-08-30T08:44:12.734" v="19" actId="2696"/>
        <pc:sldMkLst>
          <pc:docMk/>
          <pc:sldMk cId="482081013" sldId="269"/>
        </pc:sldMkLst>
      </pc:sldChg>
      <pc:sldChg chg="del">
        <pc:chgData name="Riccardo Berta" userId="c8694f89-bba4-4576-b0a8-456619ca5a8c" providerId="ADAL" clId="{58424B7E-67A2-E24B-9516-C248AFA19009}" dt="2022-08-30T08:44:13.162" v="20" actId="2696"/>
        <pc:sldMkLst>
          <pc:docMk/>
          <pc:sldMk cId="761532774" sldId="270"/>
        </pc:sldMkLst>
      </pc:sldChg>
      <pc:sldChg chg="del">
        <pc:chgData name="Riccardo Berta" userId="c8694f89-bba4-4576-b0a8-456619ca5a8c" providerId="ADAL" clId="{58424B7E-67A2-E24B-9516-C248AFA19009}" dt="2022-08-30T08:44:13.596" v="21" actId="2696"/>
        <pc:sldMkLst>
          <pc:docMk/>
          <pc:sldMk cId="3967202540" sldId="271"/>
        </pc:sldMkLst>
      </pc:sldChg>
      <pc:sldChg chg="del">
        <pc:chgData name="Riccardo Berta" userId="c8694f89-bba4-4576-b0a8-456619ca5a8c" providerId="ADAL" clId="{58424B7E-67A2-E24B-9516-C248AFA19009}" dt="2022-08-30T08:44:14.037" v="22" actId="2696"/>
        <pc:sldMkLst>
          <pc:docMk/>
          <pc:sldMk cId="2355894371" sldId="272"/>
        </pc:sldMkLst>
      </pc:sldChg>
      <pc:sldChg chg="del">
        <pc:chgData name="Riccardo Berta" userId="c8694f89-bba4-4576-b0a8-456619ca5a8c" providerId="ADAL" clId="{58424B7E-67A2-E24B-9516-C248AFA19009}" dt="2022-08-30T08:44:14.570" v="23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58424B7E-67A2-E24B-9516-C248AFA19009}" dt="2022-08-30T08:44:15.613" v="24" actId="2696"/>
        <pc:sldMkLst>
          <pc:docMk/>
          <pc:sldMk cId="806177680" sldId="274"/>
        </pc:sldMkLst>
      </pc:sldChg>
      <pc:sldChg chg="del">
        <pc:chgData name="Riccardo Berta" userId="c8694f89-bba4-4576-b0a8-456619ca5a8c" providerId="ADAL" clId="{58424B7E-67A2-E24B-9516-C248AFA19009}" dt="2022-08-30T08:44:16.250" v="25" actId="2696"/>
        <pc:sldMkLst>
          <pc:docMk/>
          <pc:sldMk cId="284781631" sldId="275"/>
        </pc:sldMkLst>
      </pc:sldChg>
      <pc:sldChg chg="del">
        <pc:chgData name="Riccardo Berta" userId="c8694f89-bba4-4576-b0a8-456619ca5a8c" providerId="ADAL" clId="{58424B7E-67A2-E24B-9516-C248AFA19009}" dt="2022-08-30T08:44:17.013" v="26" actId="2696"/>
        <pc:sldMkLst>
          <pc:docMk/>
          <pc:sldMk cId="4125292156" sldId="276"/>
        </pc:sldMkLst>
      </pc:sldChg>
      <pc:sldChg chg="del">
        <pc:chgData name="Riccardo Berta" userId="c8694f89-bba4-4576-b0a8-456619ca5a8c" providerId="ADAL" clId="{58424B7E-67A2-E24B-9516-C248AFA19009}" dt="2022-08-30T08:44:17.602" v="27" actId="2696"/>
        <pc:sldMkLst>
          <pc:docMk/>
          <pc:sldMk cId="1388305878" sldId="277"/>
        </pc:sldMkLst>
      </pc:sldChg>
      <pc:sldChg chg="del">
        <pc:chgData name="Riccardo Berta" userId="c8694f89-bba4-4576-b0a8-456619ca5a8c" providerId="ADAL" clId="{58424B7E-67A2-E24B-9516-C248AFA19009}" dt="2022-08-30T08:44:18.091" v="28" actId="2696"/>
        <pc:sldMkLst>
          <pc:docMk/>
          <pc:sldMk cId="2276488042" sldId="278"/>
        </pc:sldMkLst>
      </pc:sldChg>
      <pc:sldMasterChg chg="modSldLayout">
        <pc:chgData name="Riccardo Berta" userId="c8694f89-bba4-4576-b0a8-456619ca5a8c" providerId="ADAL" clId="{58424B7E-67A2-E24B-9516-C248AFA19009}" dt="2022-08-30T08:51:17.059" v="152" actId="948"/>
        <pc:sldMasterMkLst>
          <pc:docMk/>
          <pc:sldMasterMk cId="0" sldId="2147483659"/>
        </pc:sldMasterMkLst>
        <pc:sldLayoutChg chg="modSp mod">
          <pc:chgData name="Riccardo Berta" userId="c8694f89-bba4-4576-b0a8-456619ca5a8c" providerId="ADAL" clId="{58424B7E-67A2-E24B-9516-C248AFA19009}" dt="2022-08-30T08:51:17.059" v="152" actId="948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  <pc:docChgLst>
    <pc:chgData name="Riccardo Berta" userId="c8694f89-bba4-4576-b0a8-456619ca5a8c" providerId="ADAL" clId="{F4AAAA8C-1CB2-214C-996A-F15BCA6CB64E}"/>
    <pc:docChg chg="undo custSel addSld delSld modSld">
      <pc:chgData name="Riccardo Berta" userId="c8694f89-bba4-4576-b0a8-456619ca5a8c" providerId="ADAL" clId="{F4AAAA8C-1CB2-214C-996A-F15BCA6CB64E}" dt="2022-07-29T16:21:50.628" v="2975" actId="1076"/>
      <pc:docMkLst>
        <pc:docMk/>
      </pc:docMkLst>
      <pc:sldChg chg="modSp mod">
        <pc:chgData name="Riccardo Berta" userId="c8694f89-bba4-4576-b0a8-456619ca5a8c" providerId="ADAL" clId="{F4AAAA8C-1CB2-214C-996A-F15BCA6CB64E}" dt="2022-07-27T13:37:29.445" v="2" actId="20577"/>
        <pc:sldMkLst>
          <pc:docMk/>
          <pc:sldMk cId="0" sldId="256"/>
        </pc:sldMkLst>
      </pc:sldChg>
      <pc:sldChg chg="addSp modSp mod">
        <pc:chgData name="Riccardo Berta" userId="c8694f89-bba4-4576-b0a8-456619ca5a8c" providerId="ADAL" clId="{F4AAAA8C-1CB2-214C-996A-F15BCA6CB64E}" dt="2022-07-27T13:43:23.760" v="162" actId="20577"/>
        <pc:sldMkLst>
          <pc:docMk/>
          <pc:sldMk cId="0" sldId="257"/>
        </pc:sldMkLst>
      </pc:sldChg>
      <pc:sldChg chg="modSp del">
        <pc:chgData name="Riccardo Berta" userId="c8694f89-bba4-4576-b0a8-456619ca5a8c" providerId="ADAL" clId="{F4AAAA8C-1CB2-214C-996A-F15BCA6CB64E}" dt="2022-07-27T13:43:43.714" v="164" actId="2696"/>
        <pc:sldMkLst>
          <pc:docMk/>
          <pc:sldMk cId="1899110855" sldId="258"/>
        </pc:sldMkLst>
      </pc:sldChg>
      <pc:sldChg chg="addSp delSp modSp mod">
        <pc:chgData name="Riccardo Berta" userId="c8694f89-bba4-4576-b0a8-456619ca5a8c" providerId="ADAL" clId="{F4AAAA8C-1CB2-214C-996A-F15BCA6CB64E}" dt="2022-07-29T16:13:43.411" v="2890" actId="20577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F4AAAA8C-1CB2-214C-996A-F15BCA6CB64E}" dt="2022-07-27T13:43:45.045" v="165" actId="2696"/>
        <pc:sldMkLst>
          <pc:docMk/>
          <pc:sldMk cId="1104208334" sldId="260"/>
        </pc:sldMkLst>
      </pc:sldChg>
      <pc:sldChg chg="addSp delSp modSp add mod">
        <pc:chgData name="Riccardo Berta" userId="c8694f89-bba4-4576-b0a8-456619ca5a8c" providerId="ADAL" clId="{F4AAAA8C-1CB2-214C-996A-F15BCA6CB64E}" dt="2022-07-28T05:47:21.216" v="337" actId="1076"/>
        <pc:sldMkLst>
          <pc:docMk/>
          <pc:sldMk cId="2119751735" sldId="260"/>
        </pc:sldMkLst>
      </pc:sldChg>
      <pc:sldChg chg="del">
        <pc:chgData name="Riccardo Berta" userId="c8694f89-bba4-4576-b0a8-456619ca5a8c" providerId="ADAL" clId="{F4AAAA8C-1CB2-214C-996A-F15BCA6CB64E}" dt="2022-07-27T13:43:46.058" v="166" actId="2696"/>
        <pc:sldMkLst>
          <pc:docMk/>
          <pc:sldMk cId="1290395919" sldId="261"/>
        </pc:sldMkLst>
      </pc:sldChg>
      <pc:sldChg chg="delSp modSp add mod">
        <pc:chgData name="Riccardo Berta" userId="c8694f89-bba4-4576-b0a8-456619ca5a8c" providerId="ADAL" clId="{F4AAAA8C-1CB2-214C-996A-F15BCA6CB64E}" dt="2022-07-28T06:08:36.900" v="979" actId="20577"/>
        <pc:sldMkLst>
          <pc:docMk/>
          <pc:sldMk cId="2389937581" sldId="261"/>
        </pc:sldMkLst>
      </pc:sldChg>
      <pc:sldChg chg="addSp delSp modSp add mod">
        <pc:chgData name="Riccardo Berta" userId="c8694f89-bba4-4576-b0a8-456619ca5a8c" providerId="ADAL" clId="{F4AAAA8C-1CB2-214C-996A-F15BCA6CB64E}" dt="2022-07-28T06:20:33.799" v="1324" actId="58"/>
        <pc:sldMkLst>
          <pc:docMk/>
          <pc:sldMk cId="1270389364" sldId="262"/>
        </pc:sldMkLst>
      </pc:sldChg>
      <pc:sldChg chg="del">
        <pc:chgData name="Riccardo Berta" userId="c8694f89-bba4-4576-b0a8-456619ca5a8c" providerId="ADAL" clId="{F4AAAA8C-1CB2-214C-996A-F15BCA6CB64E}" dt="2022-07-27T13:43:47.251" v="167" actId="2696"/>
        <pc:sldMkLst>
          <pc:docMk/>
          <pc:sldMk cId="4130549615" sldId="262"/>
        </pc:sldMkLst>
      </pc:sldChg>
      <pc:sldChg chg="modSp add mod">
        <pc:chgData name="Riccardo Berta" userId="c8694f89-bba4-4576-b0a8-456619ca5a8c" providerId="ADAL" clId="{F4AAAA8C-1CB2-214C-996A-F15BCA6CB64E}" dt="2022-07-29T07:18:15.970" v="2126" actId="1076"/>
        <pc:sldMkLst>
          <pc:docMk/>
          <pc:sldMk cId="2644872656" sldId="263"/>
        </pc:sldMkLst>
      </pc:sldChg>
      <pc:sldChg chg="del">
        <pc:chgData name="Riccardo Berta" userId="c8694f89-bba4-4576-b0a8-456619ca5a8c" providerId="ADAL" clId="{F4AAAA8C-1CB2-214C-996A-F15BCA6CB64E}" dt="2022-07-27T13:43:48.139" v="168" actId="2696"/>
        <pc:sldMkLst>
          <pc:docMk/>
          <pc:sldMk cId="3102138681" sldId="263"/>
        </pc:sldMkLst>
      </pc:sldChg>
      <pc:sldChg chg="modSp add mod">
        <pc:chgData name="Riccardo Berta" userId="c8694f89-bba4-4576-b0a8-456619ca5a8c" providerId="ADAL" clId="{F4AAAA8C-1CB2-214C-996A-F15BCA6CB64E}" dt="2022-07-28T13:59:43.403" v="1794" actId="20577"/>
        <pc:sldMkLst>
          <pc:docMk/>
          <pc:sldMk cId="1681389695" sldId="264"/>
        </pc:sldMkLst>
      </pc:sldChg>
      <pc:sldChg chg="del">
        <pc:chgData name="Riccardo Berta" userId="c8694f89-bba4-4576-b0a8-456619ca5a8c" providerId="ADAL" clId="{F4AAAA8C-1CB2-214C-996A-F15BCA6CB64E}" dt="2022-07-27T13:43:49.652" v="169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F4AAAA8C-1CB2-214C-996A-F15BCA6CB64E}" dt="2022-07-27T13:43:57.658" v="170" actId="2696"/>
        <pc:sldMkLst>
          <pc:docMk/>
          <pc:sldMk cId="2045385232" sldId="265"/>
        </pc:sldMkLst>
      </pc:sldChg>
      <pc:sldChg chg="addSp modSp add mod">
        <pc:chgData name="Riccardo Berta" userId="c8694f89-bba4-4576-b0a8-456619ca5a8c" providerId="ADAL" clId="{F4AAAA8C-1CB2-214C-996A-F15BCA6CB64E}" dt="2022-07-29T07:15:19.612" v="2059" actId="1037"/>
        <pc:sldMkLst>
          <pc:docMk/>
          <pc:sldMk cId="2862573505" sldId="265"/>
        </pc:sldMkLst>
      </pc:sldChg>
      <pc:sldChg chg="modSp add mod">
        <pc:chgData name="Riccardo Berta" userId="c8694f89-bba4-4576-b0a8-456619ca5a8c" providerId="ADAL" clId="{F4AAAA8C-1CB2-214C-996A-F15BCA6CB64E}" dt="2022-07-29T15:42:16.243" v="2364" actId="404"/>
        <pc:sldMkLst>
          <pc:docMk/>
          <pc:sldMk cId="4181844165" sldId="266"/>
        </pc:sldMkLst>
      </pc:sldChg>
      <pc:sldChg chg="addSp delSp modSp add mod">
        <pc:chgData name="Riccardo Berta" userId="c8694f89-bba4-4576-b0a8-456619ca5a8c" providerId="ADAL" clId="{F4AAAA8C-1CB2-214C-996A-F15BCA6CB64E}" dt="2022-07-29T16:21:50.628" v="2975" actId="1076"/>
        <pc:sldMkLst>
          <pc:docMk/>
          <pc:sldMk cId="216455838" sldId="267"/>
        </pc:sldMkLst>
      </pc:sldChg>
      <pc:sldChg chg="modSp add mod">
        <pc:chgData name="Riccardo Berta" userId="c8694f89-bba4-4576-b0a8-456619ca5a8c" providerId="ADAL" clId="{F4AAAA8C-1CB2-214C-996A-F15BCA6CB64E}" dt="2022-07-29T16:13:07.544" v="2873" actId="20577"/>
        <pc:sldMkLst>
          <pc:docMk/>
          <pc:sldMk cId="925286286" sldId="268"/>
        </pc:sldMkLst>
      </pc:sldChg>
      <pc:sldChg chg="addSp modSp add mod">
        <pc:chgData name="Riccardo Berta" userId="c8694f89-bba4-4576-b0a8-456619ca5a8c" providerId="ADAL" clId="{F4AAAA8C-1CB2-214C-996A-F15BCA6CB64E}" dt="2022-07-29T16:20:35.039" v="2951" actId="962"/>
        <pc:sldMkLst>
          <pc:docMk/>
          <pc:sldMk cId="3471997037" sldId="269"/>
        </pc:sldMkLst>
      </pc:sldChg>
      <pc:sldChg chg="add">
        <pc:chgData name="Riccardo Berta" userId="c8694f89-bba4-4576-b0a8-456619ca5a8c" providerId="ADAL" clId="{F4AAAA8C-1CB2-214C-996A-F15BCA6CB64E}" dt="2022-07-28T14:01:20.148" v="1808"/>
        <pc:sldMkLst>
          <pc:docMk/>
          <pc:sldMk cId="3130917410" sldId="270"/>
        </pc:sldMkLst>
      </pc:sldChg>
      <pc:sldChg chg="add">
        <pc:chgData name="Riccardo Berta" userId="c8694f89-bba4-4576-b0a8-456619ca5a8c" providerId="ADAL" clId="{F4AAAA8C-1CB2-214C-996A-F15BCA6CB64E}" dt="2022-07-28T14:01:20.483" v="1809"/>
        <pc:sldMkLst>
          <pc:docMk/>
          <pc:sldMk cId="2266699268" sldId="271"/>
        </pc:sldMkLst>
      </pc:sldChg>
    </pc:docChg>
  </pc:docChgLst>
  <pc:docChgLst>
    <pc:chgData name="Riccardo Berta" userId="c8694f89-bba4-4576-b0a8-456619ca5a8c" providerId="ADAL" clId="{3E7BAF75-66AC-6246-A6D2-BF46DE9AAFF9}"/>
    <pc:docChg chg="undo custSel addSld delSld modSld sldOrd">
      <pc:chgData name="Riccardo Berta" userId="c8694f89-bba4-4576-b0a8-456619ca5a8c" providerId="ADAL" clId="{3E7BAF75-66AC-6246-A6D2-BF46DE9AAFF9}" dt="2022-10-10T06:50:03.464" v="408" actId="2696"/>
      <pc:docMkLst>
        <pc:docMk/>
      </pc:docMkLst>
      <pc:sldChg chg="modSp mod">
        <pc:chgData name="Riccardo Berta" userId="c8694f89-bba4-4576-b0a8-456619ca5a8c" providerId="ADAL" clId="{3E7BAF75-66AC-6246-A6D2-BF46DE9AAFF9}" dt="2022-10-10T05:46:15.837" v="2"/>
        <pc:sldMkLst>
          <pc:docMk/>
          <pc:sldMk cId="0" sldId="256"/>
        </pc:sldMkLst>
      </pc:sldChg>
      <pc:sldChg chg="addSp delSp modSp del mod">
        <pc:chgData name="Riccardo Berta" userId="c8694f89-bba4-4576-b0a8-456619ca5a8c" providerId="ADAL" clId="{3E7BAF75-66AC-6246-A6D2-BF46DE9AAFF9}" dt="2022-10-10T06:50:03.464" v="408" actId="2696"/>
        <pc:sldMkLst>
          <pc:docMk/>
          <pc:sldMk cId="0" sldId="257"/>
        </pc:sldMkLst>
      </pc:sldChg>
      <pc:sldChg chg="modSp mod">
        <pc:chgData name="Riccardo Berta" userId="c8694f89-bba4-4576-b0a8-456619ca5a8c" providerId="ADAL" clId="{3E7BAF75-66AC-6246-A6D2-BF46DE9AAFF9}" dt="2022-10-10T06:49:57.961" v="406" actId="20577"/>
        <pc:sldMkLst>
          <pc:docMk/>
          <pc:sldMk cId="0" sldId="264"/>
        </pc:sldMkLst>
      </pc:sldChg>
      <pc:sldChg chg="add">
        <pc:chgData name="Riccardo Berta" userId="c8694f89-bba4-4576-b0a8-456619ca5a8c" providerId="ADAL" clId="{3E7BAF75-66AC-6246-A6D2-BF46DE9AAFF9}" dt="2022-10-10T05:46:57.632" v="59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3E7BAF75-66AC-6246-A6D2-BF46DE9AAFF9}" dt="2022-10-10T05:46:43.197" v="39" actId="2696"/>
        <pc:sldMkLst>
          <pc:docMk/>
          <pc:sldMk cId="4260925133" sldId="265"/>
        </pc:sldMkLst>
      </pc:sldChg>
      <pc:sldChg chg="del">
        <pc:chgData name="Riccardo Berta" userId="c8694f89-bba4-4576-b0a8-456619ca5a8c" providerId="ADAL" clId="{3E7BAF75-66AC-6246-A6D2-BF46DE9AAFF9}" dt="2022-10-10T05:46:44.845" v="43" actId="2696"/>
        <pc:sldMkLst>
          <pc:docMk/>
          <pc:sldMk cId="2074499598" sldId="266"/>
        </pc:sldMkLst>
      </pc:sldChg>
      <pc:sldChg chg="add">
        <pc:chgData name="Riccardo Berta" userId="c8694f89-bba4-4576-b0a8-456619ca5a8c" providerId="ADAL" clId="{3E7BAF75-66AC-6246-A6D2-BF46DE9AAFF9}" dt="2022-10-10T05:46:58.085" v="60"/>
        <pc:sldMkLst>
          <pc:docMk/>
          <pc:sldMk cId="3627108427" sldId="266"/>
        </pc:sldMkLst>
      </pc:sldChg>
      <pc:sldChg chg="add">
        <pc:chgData name="Riccardo Berta" userId="c8694f89-bba4-4576-b0a8-456619ca5a8c" providerId="ADAL" clId="{3E7BAF75-66AC-6246-A6D2-BF46DE9AAFF9}" dt="2022-10-10T05:46:58.436" v="61"/>
        <pc:sldMkLst>
          <pc:docMk/>
          <pc:sldMk cId="755056336" sldId="267"/>
        </pc:sldMkLst>
      </pc:sldChg>
      <pc:sldChg chg="del">
        <pc:chgData name="Riccardo Berta" userId="c8694f89-bba4-4576-b0a8-456619ca5a8c" providerId="ADAL" clId="{3E7BAF75-66AC-6246-A6D2-BF46DE9AAFF9}" dt="2022-10-10T05:46:43.684" v="40" actId="2696"/>
        <pc:sldMkLst>
          <pc:docMk/>
          <pc:sldMk cId="2259674710" sldId="267"/>
        </pc:sldMkLst>
      </pc:sldChg>
      <pc:sldChg chg="add">
        <pc:chgData name="Riccardo Berta" userId="c8694f89-bba4-4576-b0a8-456619ca5a8c" providerId="ADAL" clId="{3E7BAF75-66AC-6246-A6D2-BF46DE9AAFF9}" dt="2022-10-10T05:46:58.789" v="62"/>
        <pc:sldMkLst>
          <pc:docMk/>
          <pc:sldMk cId="2533931395" sldId="268"/>
        </pc:sldMkLst>
      </pc:sldChg>
      <pc:sldChg chg="del">
        <pc:chgData name="Riccardo Berta" userId="c8694f89-bba4-4576-b0a8-456619ca5a8c" providerId="ADAL" clId="{3E7BAF75-66AC-6246-A6D2-BF46DE9AAFF9}" dt="2022-10-10T05:46:44.071" v="41" actId="2696"/>
        <pc:sldMkLst>
          <pc:docMk/>
          <pc:sldMk cId="2756532613" sldId="268"/>
        </pc:sldMkLst>
      </pc:sldChg>
      <pc:sldChg chg="add">
        <pc:chgData name="Riccardo Berta" userId="c8694f89-bba4-4576-b0a8-456619ca5a8c" providerId="ADAL" clId="{3E7BAF75-66AC-6246-A6D2-BF46DE9AAFF9}" dt="2022-10-10T05:46:59.115" v="63"/>
        <pc:sldMkLst>
          <pc:docMk/>
          <pc:sldMk cId="3588489452" sldId="269"/>
        </pc:sldMkLst>
      </pc:sldChg>
      <pc:sldChg chg="del">
        <pc:chgData name="Riccardo Berta" userId="c8694f89-bba4-4576-b0a8-456619ca5a8c" providerId="ADAL" clId="{3E7BAF75-66AC-6246-A6D2-BF46DE9AAFF9}" dt="2022-10-10T05:46:44.473" v="42" actId="2696"/>
        <pc:sldMkLst>
          <pc:docMk/>
          <pc:sldMk cId="3950372499" sldId="269"/>
        </pc:sldMkLst>
      </pc:sldChg>
      <pc:sldChg chg="addSp delSp modSp add del mod ord">
        <pc:chgData name="Riccardo Berta" userId="c8694f89-bba4-4576-b0a8-456619ca5a8c" providerId="ADAL" clId="{3E7BAF75-66AC-6246-A6D2-BF46DE9AAFF9}" dt="2022-10-10T06:50:00.088" v="407" actId="2696"/>
        <pc:sldMkLst>
          <pc:docMk/>
          <pc:sldMk cId="1602265730" sldId="270"/>
        </pc:sldMkLst>
      </pc:sldChg>
      <pc:sldChg chg="del">
        <pc:chgData name="Riccardo Berta" userId="c8694f89-bba4-4576-b0a8-456619ca5a8c" providerId="ADAL" clId="{3E7BAF75-66AC-6246-A6D2-BF46DE9AAFF9}" dt="2022-10-10T05:46:45.250" v="44" actId="2696"/>
        <pc:sldMkLst>
          <pc:docMk/>
          <pc:sldMk cId="3668836689" sldId="270"/>
        </pc:sldMkLst>
      </pc:sldChg>
      <pc:sldChg chg="del">
        <pc:chgData name="Riccardo Berta" userId="c8694f89-bba4-4576-b0a8-456619ca5a8c" providerId="ADAL" clId="{3E7BAF75-66AC-6246-A6D2-BF46DE9AAFF9}" dt="2022-10-10T05:46:45.673" v="45" actId="269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3E7BAF75-66AC-6246-A6D2-BF46DE9AAFF9}" dt="2022-10-10T05:46:46.147" v="46" actId="2696"/>
        <pc:sldMkLst>
          <pc:docMk/>
          <pc:sldMk cId="732868139" sldId="272"/>
        </pc:sldMkLst>
      </pc:sldChg>
      <pc:sldChg chg="del">
        <pc:chgData name="Riccardo Berta" userId="c8694f89-bba4-4576-b0a8-456619ca5a8c" providerId="ADAL" clId="{3E7BAF75-66AC-6246-A6D2-BF46DE9AAFF9}" dt="2022-10-10T05:46:46.631" v="47" actId="2696"/>
        <pc:sldMkLst>
          <pc:docMk/>
          <pc:sldMk cId="3859598341" sldId="273"/>
        </pc:sldMkLst>
      </pc:sldChg>
      <pc:sldChg chg="del">
        <pc:chgData name="Riccardo Berta" userId="c8694f89-bba4-4576-b0a8-456619ca5a8c" providerId="ADAL" clId="{3E7BAF75-66AC-6246-A6D2-BF46DE9AAFF9}" dt="2022-10-10T05:46:47.315" v="48" actId="269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3E7BAF75-66AC-6246-A6D2-BF46DE9AAFF9}" dt="2022-10-10T05:46:47.713" v="49" actId="2696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3E7BAF75-66AC-6246-A6D2-BF46DE9AAFF9}" dt="2022-10-10T05:46:48.481" v="50" actId="2696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3E7BAF75-66AC-6246-A6D2-BF46DE9AAFF9}" dt="2022-10-10T05:46:48.981" v="51" actId="2696"/>
        <pc:sldMkLst>
          <pc:docMk/>
          <pc:sldMk cId="3156887330" sldId="277"/>
        </pc:sldMkLst>
      </pc:sldChg>
      <pc:sldChg chg="del">
        <pc:chgData name="Riccardo Berta" userId="c8694f89-bba4-4576-b0a8-456619ca5a8c" providerId="ADAL" clId="{3E7BAF75-66AC-6246-A6D2-BF46DE9AAFF9}" dt="2022-10-10T05:46:49.684" v="52" actId="269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3E7BAF75-66AC-6246-A6D2-BF46DE9AAFF9}" dt="2022-10-10T05:46:50.239" v="53" actId="2696"/>
        <pc:sldMkLst>
          <pc:docMk/>
          <pc:sldMk cId="2677523252" sldId="279"/>
        </pc:sldMkLst>
      </pc:sldChg>
      <pc:sldChg chg="del">
        <pc:chgData name="Riccardo Berta" userId="c8694f89-bba4-4576-b0a8-456619ca5a8c" providerId="ADAL" clId="{3E7BAF75-66AC-6246-A6D2-BF46DE9AAFF9}" dt="2022-10-10T05:46:52.009" v="54" actId="269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3E7BAF75-66AC-6246-A6D2-BF46DE9AAFF9}" dt="2022-10-10T05:46:52.591" v="55" actId="2696"/>
        <pc:sldMkLst>
          <pc:docMk/>
          <pc:sldMk cId="2288803032" sldId="281"/>
        </pc:sldMkLst>
      </pc:sldChg>
      <pc:sldChg chg="del">
        <pc:chgData name="Riccardo Berta" userId="c8694f89-bba4-4576-b0a8-456619ca5a8c" providerId="ADAL" clId="{3E7BAF75-66AC-6246-A6D2-BF46DE9AAFF9}" dt="2022-10-10T05:46:53.984" v="57" actId="2696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3E7BAF75-66AC-6246-A6D2-BF46DE9AAFF9}" dt="2022-10-10T05:46:55.020" v="58" actId="2696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3E7BAF75-66AC-6246-A6D2-BF46DE9AAFF9}" dt="2022-10-10T05:46:53.442" v="56" actId="2696"/>
        <pc:sldMkLst>
          <pc:docMk/>
          <pc:sldMk cId="852930802" sldId="284"/>
        </pc:sldMkLst>
      </pc:sldChg>
    </pc:docChg>
  </pc:docChgLst>
  <pc:docChgLst>
    <pc:chgData name="Riccardo Berta" userId="c8694f89-bba4-4576-b0a8-456619ca5a8c" providerId="ADAL" clId="{285D91C1-4BF4-0841-A283-B28F698AE366}"/>
    <pc:docChg chg="custSel addSld modSld">
      <pc:chgData name="Riccardo Berta" userId="c8694f89-bba4-4576-b0a8-456619ca5a8c" providerId="ADAL" clId="{285D91C1-4BF4-0841-A283-B28F698AE366}" dt="2022-08-26T17:01:29.210" v="222" actId="20577"/>
      <pc:docMkLst>
        <pc:docMk/>
      </pc:docMkLst>
      <pc:sldChg chg="addSp delSp modSp add mod">
        <pc:chgData name="Riccardo Berta" userId="c8694f89-bba4-4576-b0a8-456619ca5a8c" providerId="ADAL" clId="{285D91C1-4BF4-0841-A283-B28F698AE366}" dt="2022-08-26T17:01:29.210" v="222" actId="20577"/>
        <pc:sldMkLst>
          <pc:docMk/>
          <pc:sldMk cId="1388305878" sldId="277"/>
        </pc:sldMkLst>
      </pc:sldChg>
      <pc:sldChg chg="addSp delSp modSp add mod">
        <pc:chgData name="Riccardo Berta" userId="c8694f89-bba4-4576-b0a8-456619ca5a8c" providerId="ADAL" clId="{285D91C1-4BF4-0841-A283-B28F698AE366}" dt="2022-08-26T17:01:19.085" v="220" actId="1076"/>
        <pc:sldMkLst>
          <pc:docMk/>
          <pc:sldMk cId="2276488042" sldId="278"/>
        </pc:sldMkLst>
      </pc:sldChg>
    </pc:docChg>
  </pc:docChgLst>
  <pc:docChgLst>
    <pc:chgData name="Riccardo Berta" userId="c8694f89-bba4-4576-b0a8-456619ca5a8c" providerId="ADAL" clId="{89457721-8AF9-BB44-BAF2-46F7B0D7D7E8}"/>
    <pc:docChg chg="custSel addSld delSld modSld">
      <pc:chgData name="Riccardo Berta" userId="c8694f89-bba4-4576-b0a8-456619ca5a8c" providerId="ADAL" clId="{89457721-8AF9-BB44-BAF2-46F7B0D7D7E8}" dt="2022-08-30T09:55:24.863" v="44" actId="20577"/>
      <pc:docMkLst>
        <pc:docMk/>
      </pc:docMkLst>
      <pc:sldChg chg="modSp mod">
        <pc:chgData name="Riccardo Berta" userId="c8694f89-bba4-4576-b0a8-456619ca5a8c" providerId="ADAL" clId="{89457721-8AF9-BB44-BAF2-46F7B0D7D7E8}" dt="2022-08-30T09:54:06.379" v="7" actId="20577"/>
        <pc:sldMkLst>
          <pc:docMk/>
          <pc:sldMk cId="0" sldId="256"/>
        </pc:sldMkLst>
      </pc:sldChg>
      <pc:sldChg chg="delSp modSp mod">
        <pc:chgData name="Riccardo Berta" userId="c8694f89-bba4-4576-b0a8-456619ca5a8c" providerId="ADAL" clId="{89457721-8AF9-BB44-BAF2-46F7B0D7D7E8}" dt="2022-08-30T09:54:23.221" v="18" actId="478"/>
        <pc:sldMkLst>
          <pc:docMk/>
          <pc:sldMk cId="0" sldId="257"/>
        </pc:sldMkLst>
      </pc:sldChg>
      <pc:sldChg chg="modSp mod">
        <pc:chgData name="Riccardo Berta" userId="c8694f89-bba4-4576-b0a8-456619ca5a8c" providerId="ADAL" clId="{89457721-8AF9-BB44-BAF2-46F7B0D7D7E8}" dt="2022-08-30T09:54:11.362" v="10" actId="20577"/>
        <pc:sldMkLst>
          <pc:docMk/>
          <pc:sldMk cId="3018556184" sldId="259"/>
        </pc:sldMkLst>
      </pc:sldChg>
      <pc:sldChg chg="add">
        <pc:chgData name="Riccardo Berta" userId="c8694f89-bba4-4576-b0a8-456619ca5a8c" providerId="ADAL" clId="{89457721-8AF9-BB44-BAF2-46F7B0D7D7E8}" dt="2022-08-30T09:54:31.238" v="24"/>
        <pc:sldMkLst>
          <pc:docMk/>
          <pc:sldMk cId="3239712184" sldId="260"/>
        </pc:sldMkLst>
      </pc:sldChg>
      <pc:sldChg chg="del">
        <pc:chgData name="Riccardo Berta" userId="c8694f89-bba4-4576-b0a8-456619ca5a8c" providerId="ADAL" clId="{89457721-8AF9-BB44-BAF2-46F7B0D7D7E8}" dt="2022-08-30T09:54:26.068" v="19" actId="2696"/>
        <pc:sldMkLst>
          <pc:docMk/>
          <pc:sldMk cId="3692252167" sldId="260"/>
        </pc:sldMkLst>
      </pc:sldChg>
      <pc:sldChg chg="add">
        <pc:chgData name="Riccardo Berta" userId="c8694f89-bba4-4576-b0a8-456619ca5a8c" providerId="ADAL" clId="{89457721-8AF9-BB44-BAF2-46F7B0D7D7E8}" dt="2022-08-30T09:54:32.176" v="25"/>
        <pc:sldMkLst>
          <pc:docMk/>
          <pc:sldMk cId="723946338" sldId="261"/>
        </pc:sldMkLst>
      </pc:sldChg>
      <pc:sldChg chg="del">
        <pc:chgData name="Riccardo Berta" userId="c8694f89-bba4-4576-b0a8-456619ca5a8c" providerId="ADAL" clId="{89457721-8AF9-BB44-BAF2-46F7B0D7D7E8}" dt="2022-08-30T09:54:26.532" v="20" actId="2696"/>
        <pc:sldMkLst>
          <pc:docMk/>
          <pc:sldMk cId="846979211" sldId="261"/>
        </pc:sldMkLst>
      </pc:sldChg>
      <pc:sldChg chg="del">
        <pc:chgData name="Riccardo Berta" userId="c8694f89-bba4-4576-b0a8-456619ca5a8c" providerId="ADAL" clId="{89457721-8AF9-BB44-BAF2-46F7B0D7D7E8}" dt="2022-08-30T09:54:26.938" v="21" actId="2696"/>
        <pc:sldMkLst>
          <pc:docMk/>
          <pc:sldMk cId="447929702" sldId="262"/>
        </pc:sldMkLst>
      </pc:sldChg>
      <pc:sldChg chg="add">
        <pc:chgData name="Riccardo Berta" userId="c8694f89-bba4-4576-b0a8-456619ca5a8c" providerId="ADAL" clId="{89457721-8AF9-BB44-BAF2-46F7B0D7D7E8}" dt="2022-08-30T09:54:33.167" v="26"/>
        <pc:sldMkLst>
          <pc:docMk/>
          <pc:sldMk cId="1167696200" sldId="262"/>
        </pc:sldMkLst>
      </pc:sldChg>
      <pc:sldChg chg="del">
        <pc:chgData name="Riccardo Berta" userId="c8694f89-bba4-4576-b0a8-456619ca5a8c" providerId="ADAL" clId="{89457721-8AF9-BB44-BAF2-46F7B0D7D7E8}" dt="2022-08-30T09:54:27.400" v="22" actId="2696"/>
        <pc:sldMkLst>
          <pc:docMk/>
          <pc:sldMk cId="11402927" sldId="263"/>
        </pc:sldMkLst>
      </pc:sldChg>
      <pc:sldChg chg="modSp add mod">
        <pc:chgData name="Riccardo Berta" userId="c8694f89-bba4-4576-b0a8-456619ca5a8c" providerId="ADAL" clId="{89457721-8AF9-BB44-BAF2-46F7B0D7D7E8}" dt="2022-08-30T09:55:24.863" v="44" actId="20577"/>
        <pc:sldMkLst>
          <pc:docMk/>
          <pc:sldMk cId="1817587258" sldId="263"/>
        </pc:sldMkLst>
      </pc:sldChg>
      <pc:sldChg chg="del">
        <pc:chgData name="Riccardo Berta" userId="c8694f89-bba4-4576-b0a8-456619ca5a8c" providerId="ADAL" clId="{89457721-8AF9-BB44-BAF2-46F7B0D7D7E8}" dt="2022-08-30T09:54:27.959" v="23" actId="2696"/>
        <pc:sldMkLst>
          <pc:docMk/>
          <pc:sldMk cId="2794482370" sldId="264"/>
        </pc:sldMkLst>
      </pc:sldChg>
    </pc:docChg>
  </pc:docChgLst>
  <pc:docChgLst>
    <pc:chgData name="Riccardo Berta" userId="c8694f89-bba4-4576-b0a8-456619ca5a8c" providerId="ADAL" clId="{80F6E880-6B18-A04C-AFC0-7C261801A904}"/>
    <pc:docChg chg="undo custSel addSld delSld modSld sldOrd">
      <pc:chgData name="Riccardo Berta" userId="c8694f89-bba4-4576-b0a8-456619ca5a8c" providerId="ADAL" clId="{80F6E880-6B18-A04C-AFC0-7C261801A904}" dt="2022-11-08T13:14:14.871" v="3050" actId="2696"/>
      <pc:docMkLst>
        <pc:docMk/>
      </pc:docMkLst>
      <pc:sldChg chg="modSp mod">
        <pc:chgData name="Riccardo Berta" userId="c8694f89-bba4-4576-b0a8-456619ca5a8c" providerId="ADAL" clId="{80F6E880-6B18-A04C-AFC0-7C261801A904}" dt="2022-11-02T11:32:41.709" v="13" actId="20577"/>
        <pc:sldMkLst>
          <pc:docMk/>
          <pc:sldMk cId="0" sldId="256"/>
        </pc:sldMkLst>
      </pc:sldChg>
      <pc:sldChg chg="modSp mod">
        <pc:chgData name="Riccardo Berta" userId="c8694f89-bba4-4576-b0a8-456619ca5a8c" providerId="ADAL" clId="{80F6E880-6B18-A04C-AFC0-7C261801A904}" dt="2022-11-08T11:41:26.440" v="2804" actId="20577"/>
        <pc:sldMkLst>
          <pc:docMk/>
          <pc:sldMk cId="0" sldId="264"/>
        </pc:sldMkLst>
      </pc:sldChg>
      <pc:sldChg chg="modSp mod">
        <pc:chgData name="Riccardo Berta" userId="c8694f89-bba4-4576-b0a8-456619ca5a8c" providerId="ADAL" clId="{80F6E880-6B18-A04C-AFC0-7C261801A904}" dt="2022-11-07T07:17:21.067" v="797" actId="20577"/>
        <pc:sldMkLst>
          <pc:docMk/>
          <pc:sldMk cId="3775027952" sldId="269"/>
        </pc:sldMkLst>
      </pc:sldChg>
      <pc:sldChg chg="modSp mod">
        <pc:chgData name="Riccardo Berta" userId="c8694f89-bba4-4576-b0a8-456619ca5a8c" providerId="ADAL" clId="{80F6E880-6B18-A04C-AFC0-7C261801A904}" dt="2022-11-07T07:18:11.402" v="816" actId="14100"/>
        <pc:sldMkLst>
          <pc:docMk/>
          <pc:sldMk cId="1310310143" sldId="270"/>
        </pc:sldMkLst>
      </pc:sldChg>
      <pc:sldChg chg="modSp mod ord">
        <pc:chgData name="Riccardo Berta" userId="c8694f89-bba4-4576-b0a8-456619ca5a8c" providerId="ADAL" clId="{80F6E880-6B18-A04C-AFC0-7C261801A904}" dt="2022-11-08T08:51:58.241" v="1598" actId="1076"/>
        <pc:sldMkLst>
          <pc:docMk/>
          <pc:sldMk cId="3840907075" sldId="271"/>
        </pc:sldMkLst>
      </pc:sldChg>
      <pc:sldChg chg="addSp delSp modSp add mod ord">
        <pc:chgData name="Riccardo Berta" userId="c8694f89-bba4-4576-b0a8-456619ca5a8c" providerId="ADAL" clId="{80F6E880-6B18-A04C-AFC0-7C261801A904}" dt="2022-11-07T07:17:44.640" v="804" actId="20577"/>
        <pc:sldMkLst>
          <pc:docMk/>
          <pc:sldMk cId="3791912446" sldId="272"/>
        </pc:sldMkLst>
      </pc:sldChg>
      <pc:sldChg chg="addSp modSp add mod">
        <pc:chgData name="Riccardo Berta" userId="c8694f89-bba4-4576-b0a8-456619ca5a8c" providerId="ADAL" clId="{80F6E880-6B18-A04C-AFC0-7C261801A904}" dt="2022-11-07T13:36:31.855" v="1227" actId="1035"/>
        <pc:sldMkLst>
          <pc:docMk/>
          <pc:sldMk cId="80569211" sldId="273"/>
        </pc:sldMkLst>
      </pc:sldChg>
      <pc:sldChg chg="addSp modSp add mod">
        <pc:chgData name="Riccardo Berta" userId="c8694f89-bba4-4576-b0a8-456619ca5a8c" providerId="ADAL" clId="{80F6E880-6B18-A04C-AFC0-7C261801A904}" dt="2022-11-07T07:16:45.002" v="791" actId="20577"/>
        <pc:sldMkLst>
          <pc:docMk/>
          <pc:sldMk cId="411550242" sldId="274"/>
        </pc:sldMkLst>
      </pc:sldChg>
      <pc:sldChg chg="addSp delSp modSp add mod">
        <pc:chgData name="Riccardo Berta" userId="c8694f89-bba4-4576-b0a8-456619ca5a8c" providerId="ADAL" clId="{80F6E880-6B18-A04C-AFC0-7C261801A904}" dt="2022-11-07T13:21:44.410" v="1081" actId="1037"/>
        <pc:sldMkLst>
          <pc:docMk/>
          <pc:sldMk cId="1497503087" sldId="275"/>
        </pc:sldMkLst>
      </pc:sldChg>
      <pc:sldChg chg="addSp delSp modSp add mod">
        <pc:chgData name="Riccardo Berta" userId="c8694f89-bba4-4576-b0a8-456619ca5a8c" providerId="ADAL" clId="{80F6E880-6B18-A04C-AFC0-7C261801A904}" dt="2022-11-07T13:21:16.745" v="1073" actId="1038"/>
        <pc:sldMkLst>
          <pc:docMk/>
          <pc:sldMk cId="189339524" sldId="276"/>
        </pc:sldMkLst>
      </pc:sldChg>
      <pc:sldChg chg="addSp modSp add mod">
        <pc:chgData name="Riccardo Berta" userId="c8694f89-bba4-4576-b0a8-456619ca5a8c" providerId="ADAL" clId="{80F6E880-6B18-A04C-AFC0-7C261801A904}" dt="2022-11-07T13:36:39.259" v="1228" actId="1076"/>
        <pc:sldMkLst>
          <pc:docMk/>
          <pc:sldMk cId="3867073266" sldId="277"/>
        </pc:sldMkLst>
      </pc:sldChg>
      <pc:sldChg chg="addSp delSp modSp add mod">
        <pc:chgData name="Riccardo Berta" userId="c8694f89-bba4-4576-b0a8-456619ca5a8c" providerId="ADAL" clId="{80F6E880-6B18-A04C-AFC0-7C261801A904}" dt="2022-11-08T13:08:32.099" v="2838" actId="1038"/>
        <pc:sldMkLst>
          <pc:docMk/>
          <pc:sldMk cId="2178928758" sldId="278"/>
        </pc:sldMkLst>
      </pc:sldChg>
      <pc:sldChg chg="addSp modSp add mod ord">
        <pc:chgData name="Riccardo Berta" userId="c8694f89-bba4-4576-b0a8-456619ca5a8c" providerId="ADAL" clId="{80F6E880-6B18-A04C-AFC0-7C261801A904}" dt="2022-11-08T11:35:56.696" v="2788" actId="1076"/>
        <pc:sldMkLst>
          <pc:docMk/>
          <pc:sldMk cId="2509645545" sldId="279"/>
        </pc:sldMkLst>
      </pc:sldChg>
      <pc:sldChg chg="new del">
        <pc:chgData name="Riccardo Berta" userId="c8694f89-bba4-4576-b0a8-456619ca5a8c" providerId="ADAL" clId="{80F6E880-6B18-A04C-AFC0-7C261801A904}" dt="2022-11-07T13:12:55.302" v="901" actId="2696"/>
        <pc:sldMkLst>
          <pc:docMk/>
          <pc:sldMk cId="3057566652" sldId="279"/>
        </pc:sldMkLst>
      </pc:sldChg>
      <pc:sldChg chg="new del">
        <pc:chgData name="Riccardo Berta" userId="c8694f89-bba4-4576-b0a8-456619ca5a8c" providerId="ADAL" clId="{80F6E880-6B18-A04C-AFC0-7C261801A904}" dt="2022-11-07T13:12:55.762" v="902" actId="2696"/>
        <pc:sldMkLst>
          <pc:docMk/>
          <pc:sldMk cId="55856503" sldId="280"/>
        </pc:sldMkLst>
      </pc:sldChg>
      <pc:sldChg chg="addSp modSp add mod">
        <pc:chgData name="Riccardo Berta" userId="c8694f89-bba4-4576-b0a8-456619ca5a8c" providerId="ADAL" clId="{80F6E880-6B18-A04C-AFC0-7C261801A904}" dt="2022-11-08T13:14:10.401" v="3047" actId="14100"/>
        <pc:sldMkLst>
          <pc:docMk/>
          <pc:sldMk cId="1073505695" sldId="280"/>
        </pc:sldMkLst>
      </pc:sldChg>
      <pc:sldChg chg="modSp add del mod">
        <pc:chgData name="Riccardo Berta" userId="c8694f89-bba4-4576-b0a8-456619ca5a8c" providerId="ADAL" clId="{80F6E880-6B18-A04C-AFC0-7C261801A904}" dt="2022-11-08T13:14:12.762" v="3048" actId="2696"/>
        <pc:sldMkLst>
          <pc:docMk/>
          <pc:sldMk cId="3142141447" sldId="281"/>
        </pc:sldMkLst>
      </pc:sldChg>
      <pc:sldChg chg="new del">
        <pc:chgData name="Riccardo Berta" userId="c8694f89-bba4-4576-b0a8-456619ca5a8c" providerId="ADAL" clId="{80F6E880-6B18-A04C-AFC0-7C261801A904}" dt="2022-11-07T13:12:56.113" v="903" actId="2696"/>
        <pc:sldMkLst>
          <pc:docMk/>
          <pc:sldMk cId="3406097516" sldId="281"/>
        </pc:sldMkLst>
      </pc:sldChg>
      <pc:sldChg chg="add del">
        <pc:chgData name="Riccardo Berta" userId="c8694f89-bba4-4576-b0a8-456619ca5a8c" providerId="ADAL" clId="{80F6E880-6B18-A04C-AFC0-7C261801A904}" dt="2022-11-08T13:14:13.351" v="3049" actId="2696"/>
        <pc:sldMkLst>
          <pc:docMk/>
          <pc:sldMk cId="1823650288" sldId="282"/>
        </pc:sldMkLst>
      </pc:sldChg>
      <pc:sldChg chg="new del">
        <pc:chgData name="Riccardo Berta" userId="c8694f89-bba4-4576-b0a8-456619ca5a8c" providerId="ADAL" clId="{80F6E880-6B18-A04C-AFC0-7C261801A904}" dt="2022-11-07T13:12:56.409" v="904" actId="2696"/>
        <pc:sldMkLst>
          <pc:docMk/>
          <pc:sldMk cId="3190019216" sldId="282"/>
        </pc:sldMkLst>
      </pc:sldChg>
      <pc:sldChg chg="new del">
        <pc:chgData name="Riccardo Berta" userId="c8694f89-bba4-4576-b0a8-456619ca5a8c" providerId="ADAL" clId="{80F6E880-6B18-A04C-AFC0-7C261801A904}" dt="2022-11-07T13:12:56.655" v="905" actId="2696"/>
        <pc:sldMkLst>
          <pc:docMk/>
          <pc:sldMk cId="1664264173" sldId="283"/>
        </pc:sldMkLst>
      </pc:sldChg>
      <pc:sldChg chg="add del">
        <pc:chgData name="Riccardo Berta" userId="c8694f89-bba4-4576-b0a8-456619ca5a8c" providerId="ADAL" clId="{80F6E880-6B18-A04C-AFC0-7C261801A904}" dt="2022-11-08T13:14:14.871" v="3050" actId="2696"/>
        <pc:sldMkLst>
          <pc:docMk/>
          <pc:sldMk cId="3669811619" sldId="283"/>
        </pc:sldMkLst>
      </pc:sldChg>
      <pc:sldChg chg="modSp add mod">
        <pc:chgData name="Riccardo Berta" userId="c8694f89-bba4-4576-b0a8-456619ca5a8c" providerId="ADAL" clId="{80F6E880-6B18-A04C-AFC0-7C261801A904}" dt="2022-11-08T08:54:56.464" v="1684" actId="21"/>
        <pc:sldMkLst>
          <pc:docMk/>
          <pc:sldMk cId="3158693030" sldId="284"/>
        </pc:sldMkLst>
      </pc:sldChg>
      <pc:sldChg chg="new del">
        <pc:chgData name="Riccardo Berta" userId="c8694f89-bba4-4576-b0a8-456619ca5a8c" providerId="ADAL" clId="{80F6E880-6B18-A04C-AFC0-7C261801A904}" dt="2022-11-07T13:12:56.914" v="906" actId="2696"/>
        <pc:sldMkLst>
          <pc:docMk/>
          <pc:sldMk cId="3362312584" sldId="284"/>
        </pc:sldMkLst>
      </pc:sldChg>
      <pc:sldChg chg="new del">
        <pc:chgData name="Riccardo Berta" userId="c8694f89-bba4-4576-b0a8-456619ca5a8c" providerId="ADAL" clId="{80F6E880-6B18-A04C-AFC0-7C261801A904}" dt="2022-11-07T13:12:57.245" v="907" actId="2696"/>
        <pc:sldMkLst>
          <pc:docMk/>
          <pc:sldMk cId="1856807698" sldId="285"/>
        </pc:sldMkLst>
      </pc:sldChg>
      <pc:sldChg chg="modSp add mod">
        <pc:chgData name="Riccardo Berta" userId="c8694f89-bba4-4576-b0a8-456619ca5a8c" providerId="ADAL" clId="{80F6E880-6B18-A04C-AFC0-7C261801A904}" dt="2022-11-08T08:57:04.527" v="1737" actId="20577"/>
        <pc:sldMkLst>
          <pc:docMk/>
          <pc:sldMk cId="2315955737" sldId="285"/>
        </pc:sldMkLst>
      </pc:sldChg>
      <pc:sldChg chg="new del">
        <pc:chgData name="Riccardo Berta" userId="c8694f89-bba4-4576-b0a8-456619ca5a8c" providerId="ADAL" clId="{80F6E880-6B18-A04C-AFC0-7C261801A904}" dt="2022-11-07T13:12:57.923" v="908" actId="2696"/>
        <pc:sldMkLst>
          <pc:docMk/>
          <pc:sldMk cId="204211360" sldId="286"/>
        </pc:sldMkLst>
      </pc:sldChg>
      <pc:sldChg chg="addSp modSp add mod">
        <pc:chgData name="Riccardo Berta" userId="c8694f89-bba4-4576-b0a8-456619ca5a8c" providerId="ADAL" clId="{80F6E880-6B18-A04C-AFC0-7C261801A904}" dt="2022-11-08T09:28:50.620" v="2170" actId="108"/>
        <pc:sldMkLst>
          <pc:docMk/>
          <pc:sldMk cId="2279489737" sldId="286"/>
        </pc:sldMkLst>
      </pc:sldChg>
      <pc:sldChg chg="new del">
        <pc:chgData name="Riccardo Berta" userId="c8694f89-bba4-4576-b0a8-456619ca5a8c" providerId="ADAL" clId="{80F6E880-6B18-A04C-AFC0-7C261801A904}" dt="2022-11-07T13:12:58.266" v="909" actId="2696"/>
        <pc:sldMkLst>
          <pc:docMk/>
          <pc:sldMk cId="733547696" sldId="287"/>
        </pc:sldMkLst>
      </pc:sldChg>
      <pc:sldChg chg="addSp delSp modSp add mod">
        <pc:chgData name="Riccardo Berta" userId="c8694f89-bba4-4576-b0a8-456619ca5a8c" providerId="ADAL" clId="{80F6E880-6B18-A04C-AFC0-7C261801A904}" dt="2022-11-08T09:34:08.214" v="2178" actId="1076"/>
        <pc:sldMkLst>
          <pc:docMk/>
          <pc:sldMk cId="4193766810" sldId="287"/>
        </pc:sldMkLst>
      </pc:sldChg>
      <pc:sldChg chg="new del">
        <pc:chgData name="Riccardo Berta" userId="c8694f89-bba4-4576-b0a8-456619ca5a8c" providerId="ADAL" clId="{80F6E880-6B18-A04C-AFC0-7C261801A904}" dt="2022-11-07T13:12:58.591" v="910" actId="2696"/>
        <pc:sldMkLst>
          <pc:docMk/>
          <pc:sldMk cId="157096826" sldId="288"/>
        </pc:sldMkLst>
      </pc:sldChg>
      <pc:sldChg chg="addSp delSp modSp add mod">
        <pc:chgData name="Riccardo Berta" userId="c8694f89-bba4-4576-b0a8-456619ca5a8c" providerId="ADAL" clId="{80F6E880-6B18-A04C-AFC0-7C261801A904}" dt="2022-11-08T11:33:06.848" v="2759" actId="1035"/>
        <pc:sldMkLst>
          <pc:docMk/>
          <pc:sldMk cId="3981929228" sldId="288"/>
        </pc:sldMkLst>
      </pc:sldChg>
      <pc:sldChg chg="new del">
        <pc:chgData name="Riccardo Berta" userId="c8694f89-bba4-4576-b0a8-456619ca5a8c" providerId="ADAL" clId="{80F6E880-6B18-A04C-AFC0-7C261801A904}" dt="2022-11-07T13:12:58.979" v="911" actId="2696"/>
        <pc:sldMkLst>
          <pc:docMk/>
          <pc:sldMk cId="1980966413" sldId="289"/>
        </pc:sldMkLst>
      </pc:sldChg>
      <pc:sldChg chg="addSp modSp add mod">
        <pc:chgData name="Riccardo Berta" userId="c8694f89-bba4-4576-b0a8-456619ca5a8c" providerId="ADAL" clId="{80F6E880-6B18-A04C-AFC0-7C261801A904}" dt="2022-11-08T09:59:56.768" v="2361" actId="1038"/>
        <pc:sldMkLst>
          <pc:docMk/>
          <pc:sldMk cId="4281954021" sldId="289"/>
        </pc:sldMkLst>
      </pc:sldChg>
      <pc:sldChg chg="addSp delSp modSp add mod">
        <pc:chgData name="Riccardo Berta" userId="c8694f89-bba4-4576-b0a8-456619ca5a8c" providerId="ADAL" clId="{80F6E880-6B18-A04C-AFC0-7C261801A904}" dt="2022-11-08T11:33:17.209" v="2763" actId="20577"/>
        <pc:sldMkLst>
          <pc:docMk/>
          <pc:sldMk cId="342907949" sldId="290"/>
        </pc:sldMkLst>
      </pc:sldChg>
      <pc:sldChg chg="new del">
        <pc:chgData name="Riccardo Berta" userId="c8694f89-bba4-4576-b0a8-456619ca5a8c" providerId="ADAL" clId="{80F6E880-6B18-A04C-AFC0-7C261801A904}" dt="2022-11-07T13:12:59.393" v="912" actId="2696"/>
        <pc:sldMkLst>
          <pc:docMk/>
          <pc:sldMk cId="2563080473" sldId="290"/>
        </pc:sldMkLst>
      </pc:sldChg>
      <pc:sldChg chg="new del">
        <pc:chgData name="Riccardo Berta" userId="c8694f89-bba4-4576-b0a8-456619ca5a8c" providerId="ADAL" clId="{80F6E880-6B18-A04C-AFC0-7C261801A904}" dt="2022-11-07T13:13:00.755" v="913" actId="2696"/>
        <pc:sldMkLst>
          <pc:docMk/>
          <pc:sldMk cId="2365329101" sldId="291"/>
        </pc:sldMkLst>
      </pc:sldChg>
      <pc:sldChg chg="addSp delSp modSp add del mod">
        <pc:chgData name="Riccardo Berta" userId="c8694f89-bba4-4576-b0a8-456619ca5a8c" providerId="ADAL" clId="{80F6E880-6B18-A04C-AFC0-7C261801A904}" dt="2022-11-08T11:23:29.003" v="2638" actId="2696"/>
        <pc:sldMkLst>
          <pc:docMk/>
          <pc:sldMk cId="2968168629" sldId="291"/>
        </pc:sldMkLst>
      </pc:sldChg>
      <pc:sldChg chg="addSp modSp add mod">
        <pc:chgData name="Riccardo Berta" userId="c8694f89-bba4-4576-b0a8-456619ca5a8c" providerId="ADAL" clId="{80F6E880-6B18-A04C-AFC0-7C261801A904}" dt="2022-11-08T11:23:26.670" v="2637"/>
        <pc:sldMkLst>
          <pc:docMk/>
          <pc:sldMk cId="1120693371" sldId="292"/>
        </pc:sldMkLst>
      </pc:sldChg>
      <pc:sldChg chg="new del">
        <pc:chgData name="Riccardo Berta" userId="c8694f89-bba4-4576-b0a8-456619ca5a8c" providerId="ADAL" clId="{80F6E880-6B18-A04C-AFC0-7C261801A904}" dt="2022-11-07T13:13:01.286" v="914" actId="2696"/>
        <pc:sldMkLst>
          <pc:docMk/>
          <pc:sldMk cId="1454095561" sldId="292"/>
        </pc:sldMkLst>
      </pc:sldChg>
      <pc:sldChg chg="addSp modSp add mod ord">
        <pc:chgData name="Riccardo Berta" userId="c8694f89-bba4-4576-b0a8-456619ca5a8c" providerId="ADAL" clId="{80F6E880-6B18-A04C-AFC0-7C261801A904}" dt="2022-11-08T09:11:06.067" v="2169" actId="20577"/>
        <pc:sldMkLst>
          <pc:docMk/>
          <pc:sldMk cId="3495919440" sldId="293"/>
        </pc:sldMkLst>
      </pc:sldChg>
      <pc:sldChg chg="new del">
        <pc:chgData name="Riccardo Berta" userId="c8694f89-bba4-4576-b0a8-456619ca5a8c" providerId="ADAL" clId="{80F6E880-6B18-A04C-AFC0-7C261801A904}" dt="2022-11-07T13:13:01.897" v="915" actId="2696"/>
        <pc:sldMkLst>
          <pc:docMk/>
          <pc:sldMk cId="3740881538" sldId="293"/>
        </pc:sldMkLst>
      </pc:sldChg>
      <pc:sldChg chg="new del">
        <pc:chgData name="Riccardo Berta" userId="c8694f89-bba4-4576-b0a8-456619ca5a8c" providerId="ADAL" clId="{80F6E880-6B18-A04C-AFC0-7C261801A904}" dt="2022-11-07T13:13:02.349" v="916" actId="2696"/>
        <pc:sldMkLst>
          <pc:docMk/>
          <pc:sldMk cId="3810454763" sldId="294"/>
        </pc:sldMkLst>
      </pc:sldChg>
    </pc:docChg>
  </pc:docChgLst>
  <pc:docChgLst>
    <pc:chgData name="Riccardo Berta" userId="c8694f89-bba4-4576-b0a8-456619ca5a8c" providerId="ADAL" clId="{4967B734-A465-2844-BA15-7FBACE49D2F8}"/>
    <pc:docChg chg="undo redo custSel addSld delSld modSld sldOrd">
      <pc:chgData name="Riccardo Berta" userId="c8694f89-bba4-4576-b0a8-456619ca5a8c" providerId="ADAL" clId="{4967B734-A465-2844-BA15-7FBACE49D2F8}" dt="2022-10-10T05:41:52.141" v="2700" actId="1036"/>
      <pc:docMkLst>
        <pc:docMk/>
      </pc:docMkLst>
      <pc:sldChg chg="modSp mod">
        <pc:chgData name="Riccardo Berta" userId="c8694f89-bba4-4576-b0a8-456619ca5a8c" providerId="ADAL" clId="{4967B734-A465-2844-BA15-7FBACE49D2F8}" dt="2022-10-04T09:21:06.296" v="1514" actId="790"/>
        <pc:sldMkLst>
          <pc:docMk/>
          <pc:sldMk cId="0" sldId="256"/>
        </pc:sldMkLst>
      </pc:sldChg>
      <pc:sldChg chg="delSp modSp mod">
        <pc:chgData name="Riccardo Berta" userId="c8694f89-bba4-4576-b0a8-456619ca5a8c" providerId="ADAL" clId="{4967B734-A465-2844-BA15-7FBACE49D2F8}" dt="2022-10-05T05:37:06.487" v="2566" actId="20577"/>
        <pc:sldMkLst>
          <pc:docMk/>
          <pc:sldMk cId="0" sldId="257"/>
        </pc:sldMkLst>
      </pc:sldChg>
      <pc:sldChg chg="del">
        <pc:chgData name="Riccardo Berta" userId="c8694f89-bba4-4576-b0a8-456619ca5a8c" providerId="ADAL" clId="{4967B734-A465-2844-BA15-7FBACE49D2F8}" dt="2022-10-04T06:54:03.310" v="50" actId="2696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4967B734-A465-2844-BA15-7FBACE49D2F8}" dt="2022-10-04T06:54:03.809" v="51" actId="2696"/>
        <pc:sldMkLst>
          <pc:docMk/>
          <pc:sldMk cId="723946338" sldId="261"/>
        </pc:sldMkLst>
      </pc:sldChg>
      <pc:sldChg chg="modSp mod">
        <pc:chgData name="Riccardo Berta" userId="c8694f89-bba4-4576-b0a8-456619ca5a8c" providerId="ADAL" clId="{4967B734-A465-2844-BA15-7FBACE49D2F8}" dt="2022-10-04T09:53:48.313" v="2176" actId="1076"/>
        <pc:sldMkLst>
          <pc:docMk/>
          <pc:sldMk cId="0" sldId="264"/>
        </pc:sldMkLst>
      </pc:sldChg>
      <pc:sldChg chg="del">
        <pc:chgData name="Riccardo Berta" userId="c8694f89-bba4-4576-b0a8-456619ca5a8c" providerId="ADAL" clId="{4967B734-A465-2844-BA15-7FBACE49D2F8}" dt="2022-10-04T06:54:04.269" v="52" actId="2696"/>
        <pc:sldMkLst>
          <pc:docMk/>
          <pc:sldMk cId="2752186034" sldId="265"/>
        </pc:sldMkLst>
      </pc:sldChg>
      <pc:sldChg chg="addSp modSp add mod">
        <pc:chgData name="Riccardo Berta" userId="c8694f89-bba4-4576-b0a8-456619ca5a8c" providerId="ADAL" clId="{4967B734-A465-2844-BA15-7FBACE49D2F8}" dt="2022-10-05T05:38:43.218" v="2573" actId="20577"/>
        <pc:sldMkLst>
          <pc:docMk/>
          <pc:sldMk cId="4260925133" sldId="265"/>
        </pc:sldMkLst>
      </pc:sldChg>
      <pc:sldChg chg="addSp delSp modSp add mod">
        <pc:chgData name="Riccardo Berta" userId="c8694f89-bba4-4576-b0a8-456619ca5a8c" providerId="ADAL" clId="{4967B734-A465-2844-BA15-7FBACE49D2F8}" dt="2022-10-05T05:43:30.967" v="2628" actId="20577"/>
        <pc:sldMkLst>
          <pc:docMk/>
          <pc:sldMk cId="2074499598" sldId="266"/>
        </pc:sldMkLst>
      </pc:sldChg>
      <pc:sldChg chg="addSp delSp modSp add mod ord">
        <pc:chgData name="Riccardo Berta" userId="c8694f89-bba4-4576-b0a8-456619ca5a8c" providerId="ADAL" clId="{4967B734-A465-2844-BA15-7FBACE49D2F8}" dt="2022-10-05T05:40:18.404" v="2582" actId="20577"/>
        <pc:sldMkLst>
          <pc:docMk/>
          <pc:sldMk cId="2259674710" sldId="267"/>
        </pc:sldMkLst>
      </pc:sldChg>
      <pc:sldChg chg="addSp delSp modSp add mod ord">
        <pc:chgData name="Riccardo Berta" userId="c8694f89-bba4-4576-b0a8-456619ca5a8c" providerId="ADAL" clId="{4967B734-A465-2844-BA15-7FBACE49D2F8}" dt="2022-10-04T08:21:03.314" v="615" actId="20577"/>
        <pc:sldMkLst>
          <pc:docMk/>
          <pc:sldMk cId="2756532613" sldId="268"/>
        </pc:sldMkLst>
      </pc:sldChg>
      <pc:sldChg chg="addSp delSp modSp add mod ord">
        <pc:chgData name="Riccardo Berta" userId="c8694f89-bba4-4576-b0a8-456619ca5a8c" providerId="ADAL" clId="{4967B734-A465-2844-BA15-7FBACE49D2F8}" dt="2022-10-04T08:22:30.428" v="629" actId="20577"/>
        <pc:sldMkLst>
          <pc:docMk/>
          <pc:sldMk cId="3950372499" sldId="269"/>
        </pc:sldMkLst>
      </pc:sldChg>
      <pc:sldChg chg="addSp delSp modSp add mod">
        <pc:chgData name="Riccardo Berta" userId="c8694f89-bba4-4576-b0a8-456619ca5a8c" providerId="ADAL" clId="{4967B734-A465-2844-BA15-7FBACE49D2F8}" dt="2022-10-04T08:30:10.946" v="871" actId="1076"/>
        <pc:sldMkLst>
          <pc:docMk/>
          <pc:sldMk cId="3668836689" sldId="270"/>
        </pc:sldMkLst>
      </pc:sldChg>
      <pc:sldChg chg="addSp modSp add mod">
        <pc:chgData name="Riccardo Berta" userId="c8694f89-bba4-4576-b0a8-456619ca5a8c" providerId="ADAL" clId="{4967B734-A465-2844-BA15-7FBACE49D2F8}" dt="2022-10-04T08:33:08.776" v="912" actId="107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4967B734-A465-2844-BA15-7FBACE49D2F8}" dt="2022-10-04T06:54:05.175" v="54" actId="2696"/>
        <pc:sldMkLst>
          <pc:docMk/>
          <pc:sldMk cId="1942012932" sldId="271"/>
        </pc:sldMkLst>
      </pc:sldChg>
      <pc:sldChg chg="addSp modSp add mod">
        <pc:chgData name="Riccardo Berta" userId="c8694f89-bba4-4576-b0a8-456619ca5a8c" providerId="ADAL" clId="{4967B734-A465-2844-BA15-7FBACE49D2F8}" dt="2022-10-05T05:45:21.155" v="2636" actId="20577"/>
        <pc:sldMkLst>
          <pc:docMk/>
          <pc:sldMk cId="732868139" sldId="272"/>
        </pc:sldMkLst>
      </pc:sldChg>
      <pc:sldChg chg="addSp delSp modSp add mod">
        <pc:chgData name="Riccardo Berta" userId="c8694f89-bba4-4576-b0a8-456619ca5a8c" providerId="ADAL" clId="{4967B734-A465-2844-BA15-7FBACE49D2F8}" dt="2022-10-04T08:54:59.469" v="1509" actId="20577"/>
        <pc:sldMkLst>
          <pc:docMk/>
          <pc:sldMk cId="3859598341" sldId="273"/>
        </pc:sldMkLst>
      </pc:sldChg>
      <pc:sldChg chg="addSp modSp add mod">
        <pc:chgData name="Riccardo Berta" userId="c8694f89-bba4-4576-b0a8-456619ca5a8c" providerId="ADAL" clId="{4967B734-A465-2844-BA15-7FBACE49D2F8}" dt="2022-10-04T08:55:10.050" v="1510" actId="107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4967B734-A465-2844-BA15-7FBACE49D2F8}" dt="2022-10-04T06:54:05.569" v="55" actId="2696"/>
        <pc:sldMkLst>
          <pc:docMk/>
          <pc:sldMk cId="2759966790" sldId="274"/>
        </pc:sldMkLst>
      </pc:sldChg>
      <pc:sldChg chg="addSp modSp add mod">
        <pc:chgData name="Riccardo Berta" userId="c8694f89-bba4-4576-b0a8-456619ca5a8c" providerId="ADAL" clId="{4967B734-A465-2844-BA15-7FBACE49D2F8}" dt="2022-10-10T05:36:43.547" v="2688" actId="20577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4967B734-A465-2844-BA15-7FBACE49D2F8}" dt="2022-10-04T06:54:06.082" v="56" actId="2696"/>
        <pc:sldMkLst>
          <pc:docMk/>
          <pc:sldMk cId="3965473342" sldId="275"/>
        </pc:sldMkLst>
      </pc:sldChg>
      <pc:sldChg chg="addSp modSp add mod">
        <pc:chgData name="Riccardo Berta" userId="c8694f89-bba4-4576-b0a8-456619ca5a8c" providerId="ADAL" clId="{4967B734-A465-2844-BA15-7FBACE49D2F8}" dt="2022-10-04T09:35:09.338" v="1844" actId="113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4967B734-A465-2844-BA15-7FBACE49D2F8}" dt="2022-10-04T06:54:06.650" v="57" actId="2696"/>
        <pc:sldMkLst>
          <pc:docMk/>
          <pc:sldMk cId="3364334937" sldId="276"/>
        </pc:sldMkLst>
      </pc:sldChg>
      <pc:sldChg chg="del">
        <pc:chgData name="Riccardo Berta" userId="c8694f89-bba4-4576-b0a8-456619ca5a8c" providerId="ADAL" clId="{4967B734-A465-2844-BA15-7FBACE49D2F8}" dt="2022-10-04T06:54:07.117" v="58" actId="2696"/>
        <pc:sldMkLst>
          <pc:docMk/>
          <pc:sldMk cId="2920432797" sldId="277"/>
        </pc:sldMkLst>
      </pc:sldChg>
      <pc:sldChg chg="addSp modSp add mod">
        <pc:chgData name="Riccardo Berta" userId="c8694f89-bba4-4576-b0a8-456619ca5a8c" providerId="ADAL" clId="{4967B734-A465-2844-BA15-7FBACE49D2F8}" dt="2022-10-10T05:38:42.742" v="2693" actId="20577"/>
        <pc:sldMkLst>
          <pc:docMk/>
          <pc:sldMk cId="3156887330" sldId="277"/>
        </pc:sldMkLst>
      </pc:sldChg>
      <pc:sldChg chg="addSp modSp add mod">
        <pc:chgData name="Riccardo Berta" userId="c8694f89-bba4-4576-b0a8-456619ca5a8c" providerId="ADAL" clId="{4967B734-A465-2844-BA15-7FBACE49D2F8}" dt="2022-10-04T09:50:43.485" v="2061" actId="107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4967B734-A465-2844-BA15-7FBACE49D2F8}" dt="2022-10-04T06:54:07.594" v="59" actId="2696"/>
        <pc:sldMkLst>
          <pc:docMk/>
          <pc:sldMk cId="3024273348" sldId="278"/>
        </pc:sldMkLst>
      </pc:sldChg>
      <pc:sldChg chg="del">
        <pc:chgData name="Riccardo Berta" userId="c8694f89-bba4-4576-b0a8-456619ca5a8c" providerId="ADAL" clId="{4967B734-A465-2844-BA15-7FBACE49D2F8}" dt="2022-10-04T06:54:08.017" v="60" actId="2696"/>
        <pc:sldMkLst>
          <pc:docMk/>
          <pc:sldMk cId="2505677359" sldId="279"/>
        </pc:sldMkLst>
      </pc:sldChg>
      <pc:sldChg chg="modSp add mod">
        <pc:chgData name="Riccardo Berta" userId="c8694f89-bba4-4576-b0a8-456619ca5a8c" providerId="ADAL" clId="{4967B734-A465-2844-BA15-7FBACE49D2F8}" dt="2022-10-04T09:56:29.719" v="2268" actId="404"/>
        <pc:sldMkLst>
          <pc:docMk/>
          <pc:sldMk cId="2677523252" sldId="279"/>
        </pc:sldMkLst>
      </pc:sldChg>
      <pc:sldChg chg="addSp delSp modSp add mod">
        <pc:chgData name="Riccardo Berta" userId="c8694f89-bba4-4576-b0a8-456619ca5a8c" providerId="ADAL" clId="{4967B734-A465-2844-BA15-7FBACE49D2F8}" dt="2022-10-10T05:41:52.141" v="2700" actId="103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4967B734-A465-2844-BA15-7FBACE49D2F8}" dt="2022-10-04T06:54:08.481" v="61" actId="2696"/>
        <pc:sldMkLst>
          <pc:docMk/>
          <pc:sldMk cId="3525330065" sldId="280"/>
        </pc:sldMkLst>
      </pc:sldChg>
      <pc:sldChg chg="del">
        <pc:chgData name="Riccardo Berta" userId="c8694f89-bba4-4576-b0a8-456619ca5a8c" providerId="ADAL" clId="{4967B734-A465-2844-BA15-7FBACE49D2F8}" dt="2022-10-04T06:54:08.911" v="62" actId="2696"/>
        <pc:sldMkLst>
          <pc:docMk/>
          <pc:sldMk cId="349541788" sldId="281"/>
        </pc:sldMkLst>
      </pc:sldChg>
      <pc:sldChg chg="addSp modSp add mod">
        <pc:chgData name="Riccardo Berta" userId="c8694f89-bba4-4576-b0a8-456619ca5a8c" providerId="ADAL" clId="{4967B734-A465-2844-BA15-7FBACE49D2F8}" dt="2022-10-04T10:06:15.809" v="2385" actId="1076"/>
        <pc:sldMkLst>
          <pc:docMk/>
          <pc:sldMk cId="2288803032" sldId="281"/>
        </pc:sldMkLst>
      </pc:sldChg>
      <pc:sldChg chg="addSp delSp modSp add mod">
        <pc:chgData name="Riccardo Berta" userId="c8694f89-bba4-4576-b0a8-456619ca5a8c" providerId="ADAL" clId="{4967B734-A465-2844-BA15-7FBACE49D2F8}" dt="2022-10-04T10:16:31.835" v="2463" actId="20577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4967B734-A465-2844-BA15-7FBACE49D2F8}" dt="2022-10-04T06:54:09.464" v="63" actId="2696"/>
        <pc:sldMkLst>
          <pc:docMk/>
          <pc:sldMk cId="2584172506" sldId="282"/>
        </pc:sldMkLst>
      </pc:sldChg>
      <pc:sldChg chg="addSp delSp modSp add mod">
        <pc:chgData name="Riccardo Berta" userId="c8694f89-bba4-4576-b0a8-456619ca5a8c" providerId="ADAL" clId="{4967B734-A465-2844-BA15-7FBACE49D2F8}" dt="2022-10-04T10:17:39.088" v="2550" actId="20577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4967B734-A465-2844-BA15-7FBACE49D2F8}" dt="2022-10-04T06:54:09.892" v="64" actId="2696"/>
        <pc:sldMkLst>
          <pc:docMk/>
          <pc:sldMk cId="2548826204" sldId="283"/>
        </pc:sldMkLst>
      </pc:sldChg>
      <pc:sldChg chg="add del">
        <pc:chgData name="Riccardo Berta" userId="c8694f89-bba4-4576-b0a8-456619ca5a8c" providerId="ADAL" clId="{4967B734-A465-2844-BA15-7FBACE49D2F8}" dt="2022-10-04T10:14:48.405" v="2429"/>
        <pc:sldMkLst>
          <pc:docMk/>
          <pc:sldMk cId="196183857" sldId="284"/>
        </pc:sldMkLst>
      </pc:sldChg>
      <pc:sldChg chg="addSp delSp modSp add mod">
        <pc:chgData name="Riccardo Berta" userId="c8694f89-bba4-4576-b0a8-456619ca5a8c" providerId="ADAL" clId="{4967B734-A465-2844-BA15-7FBACE49D2F8}" dt="2022-10-04T10:16:23.053" v="2461" actId="1076"/>
        <pc:sldMkLst>
          <pc:docMk/>
          <pc:sldMk cId="852930802" sldId="284"/>
        </pc:sldMkLst>
      </pc:sldChg>
      <pc:sldChg chg="del">
        <pc:chgData name="Riccardo Berta" userId="c8694f89-bba4-4576-b0a8-456619ca5a8c" providerId="ADAL" clId="{4967B734-A465-2844-BA15-7FBACE49D2F8}" dt="2022-10-04T06:54:10.321" v="65" actId="2696"/>
        <pc:sldMkLst>
          <pc:docMk/>
          <pc:sldMk cId="3494619461" sldId="284"/>
        </pc:sldMkLst>
      </pc:sldChg>
      <pc:sldChg chg="del">
        <pc:chgData name="Riccardo Berta" userId="c8694f89-bba4-4576-b0a8-456619ca5a8c" providerId="ADAL" clId="{4967B734-A465-2844-BA15-7FBACE49D2F8}" dt="2022-10-04T06:54:10.985" v="66" actId="2696"/>
        <pc:sldMkLst>
          <pc:docMk/>
          <pc:sldMk cId="3458162749" sldId="285"/>
        </pc:sldMkLst>
      </pc:sldChg>
      <pc:sldChg chg="del">
        <pc:chgData name="Riccardo Berta" userId="c8694f89-bba4-4576-b0a8-456619ca5a8c" providerId="ADAL" clId="{4967B734-A465-2844-BA15-7FBACE49D2F8}" dt="2022-10-04T06:54:13.372" v="69" actId="2696"/>
        <pc:sldMkLst>
          <pc:docMk/>
          <pc:sldMk cId="3186725423" sldId="286"/>
        </pc:sldMkLst>
      </pc:sldChg>
      <pc:sldChg chg="del">
        <pc:chgData name="Riccardo Berta" userId="c8694f89-bba4-4576-b0a8-456619ca5a8c" providerId="ADAL" clId="{4967B734-A465-2844-BA15-7FBACE49D2F8}" dt="2022-10-04T06:54:04.705" v="53" actId="2696"/>
        <pc:sldMkLst>
          <pc:docMk/>
          <pc:sldMk cId="1166550415" sldId="288"/>
        </pc:sldMkLst>
      </pc:sldChg>
      <pc:sldChg chg="del">
        <pc:chgData name="Riccardo Berta" userId="c8694f89-bba4-4576-b0a8-456619ca5a8c" providerId="ADAL" clId="{4967B734-A465-2844-BA15-7FBACE49D2F8}" dt="2022-10-04T06:54:12.030" v="67" actId="2696"/>
        <pc:sldMkLst>
          <pc:docMk/>
          <pc:sldMk cId="0" sldId="344"/>
        </pc:sldMkLst>
      </pc:sldChg>
      <pc:sldChg chg="del">
        <pc:chgData name="Riccardo Berta" userId="c8694f89-bba4-4576-b0a8-456619ca5a8c" providerId="ADAL" clId="{4967B734-A465-2844-BA15-7FBACE49D2F8}" dt="2022-10-04T06:54:12.601" v="68" actId="2696"/>
        <pc:sldMkLst>
          <pc:docMk/>
          <pc:sldMk cId="615642029" sldId="403"/>
        </pc:sldMkLst>
      </pc:sldChg>
      <pc:sldMasterChg chg="delSldLayout">
        <pc:chgData name="Riccardo Berta" userId="c8694f89-bba4-4576-b0a8-456619ca5a8c" providerId="ADAL" clId="{4967B734-A465-2844-BA15-7FBACE49D2F8}" dt="2022-10-04T06:54:12.601" v="68" actId="2696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4967B734-A465-2844-BA15-7FBACE49D2F8}" dt="2022-10-04T06:54:12.601" v="68" actId="2696"/>
          <pc:sldLayoutMkLst>
            <pc:docMk/>
            <pc:sldMasterMk cId="0" sldId="2147483659"/>
            <pc:sldLayoutMk cId="2937273629" sldId="2147483660"/>
          </pc:sldLayoutMkLst>
        </pc:sldLayoutChg>
      </pc:sldMasterChg>
    </pc:docChg>
  </pc:docChgLst>
  <pc:docChgLst>
    <pc:chgData name="Riccardo Berta" userId="c8694f89-bba4-4576-b0a8-456619ca5a8c" providerId="ADAL" clId="{FDDBFC5A-5EA9-5330-BEB8-433D7E3B4C4E}"/>
    <pc:docChg chg="custSel modSld">
      <pc:chgData name="Riccardo Berta" userId="c8694f89-bba4-4576-b0a8-456619ca5a8c" providerId="ADAL" clId="{FDDBFC5A-5EA9-5330-BEB8-433D7E3B4C4E}" dt="2025-10-10T13:39:16.177" v="111"/>
      <pc:docMkLst>
        <pc:docMk/>
      </pc:docMkLst>
      <pc:sldChg chg="addSp delSp modSp mod">
        <pc:chgData name="Riccardo Berta" userId="c8694f89-bba4-4576-b0a8-456619ca5a8c" providerId="ADAL" clId="{FDDBFC5A-5EA9-5330-BEB8-433D7E3B4C4E}" dt="2025-10-02T10:20:16.948" v="6" actId="1076"/>
        <pc:sldMkLst>
          <pc:docMk/>
          <pc:sldMk cId="2611114984" sldId="281"/>
        </pc:sldMkLst>
        <pc:picChg chg="add mod">
          <ac:chgData name="Riccardo Berta" userId="c8694f89-bba4-4576-b0a8-456619ca5a8c" providerId="ADAL" clId="{FDDBFC5A-5EA9-5330-BEB8-433D7E3B4C4E}" dt="2025-10-02T10:20:16.948" v="6" actId="1076"/>
          <ac:picMkLst>
            <pc:docMk/>
            <pc:sldMk cId="2611114984" sldId="281"/>
            <ac:picMk id="2" creationId="{25C59F0B-ADDC-C3F2-0600-F9BCA78AEA1D}"/>
          </ac:picMkLst>
        </pc:picChg>
      </pc:sldChg>
      <pc:sldChg chg="addSp delSp modSp mod">
        <pc:chgData name="Riccardo Berta" userId="c8694f89-bba4-4576-b0a8-456619ca5a8c" providerId="ADAL" clId="{FDDBFC5A-5EA9-5330-BEB8-433D7E3B4C4E}" dt="2025-10-02T10:22:28.968" v="11" actId="14100"/>
        <pc:sldMkLst>
          <pc:docMk/>
          <pc:sldMk cId="1411358188" sldId="282"/>
        </pc:sldMkLst>
        <pc:picChg chg="add mod">
          <ac:chgData name="Riccardo Berta" userId="c8694f89-bba4-4576-b0a8-456619ca5a8c" providerId="ADAL" clId="{FDDBFC5A-5EA9-5330-BEB8-433D7E3B4C4E}" dt="2025-10-02T10:22:28.968" v="11" actId="14100"/>
          <ac:picMkLst>
            <pc:docMk/>
            <pc:sldMk cId="1411358188" sldId="282"/>
            <ac:picMk id="2" creationId="{C5EC8C93-6E23-E022-0237-E68794DB6B29}"/>
          </ac:picMkLst>
        </pc:picChg>
      </pc:sldChg>
      <pc:sldChg chg="addSp delSp modSp mod">
        <pc:chgData name="Riccardo Berta" userId="c8694f89-bba4-4576-b0a8-456619ca5a8c" providerId="ADAL" clId="{FDDBFC5A-5EA9-5330-BEB8-433D7E3B4C4E}" dt="2025-10-02T10:25:11.509" v="17" actId="1076"/>
        <pc:sldMkLst>
          <pc:docMk/>
          <pc:sldMk cId="3815001471" sldId="283"/>
        </pc:sldMkLst>
        <pc:picChg chg="add mod">
          <ac:chgData name="Riccardo Berta" userId="c8694f89-bba4-4576-b0a8-456619ca5a8c" providerId="ADAL" clId="{FDDBFC5A-5EA9-5330-BEB8-433D7E3B4C4E}" dt="2025-10-02T10:25:11.509" v="17" actId="1076"/>
          <ac:picMkLst>
            <pc:docMk/>
            <pc:sldMk cId="3815001471" sldId="283"/>
            <ac:picMk id="2" creationId="{98E9B487-E9AA-6FCF-A4B0-99E5B2359FCE}"/>
          </ac:picMkLst>
        </pc:picChg>
      </pc:sldChg>
      <pc:sldChg chg="addSp delSp modSp mod">
        <pc:chgData name="Riccardo Berta" userId="c8694f89-bba4-4576-b0a8-456619ca5a8c" providerId="ADAL" clId="{FDDBFC5A-5EA9-5330-BEB8-433D7E3B4C4E}" dt="2025-10-02T10:26:56.992" v="22" actId="1076"/>
        <pc:sldMkLst>
          <pc:docMk/>
          <pc:sldMk cId="2506133898" sldId="284"/>
        </pc:sldMkLst>
        <pc:picChg chg="add mod">
          <ac:chgData name="Riccardo Berta" userId="c8694f89-bba4-4576-b0a8-456619ca5a8c" providerId="ADAL" clId="{FDDBFC5A-5EA9-5330-BEB8-433D7E3B4C4E}" dt="2025-10-02T10:26:56.992" v="22" actId="1076"/>
          <ac:picMkLst>
            <pc:docMk/>
            <pc:sldMk cId="2506133898" sldId="284"/>
            <ac:picMk id="3" creationId="{5F2D06E5-A3FB-B257-B078-DAA66ADB1A60}"/>
          </ac:picMkLst>
        </pc:picChg>
      </pc:sldChg>
      <pc:sldChg chg="addSp modSp mod">
        <pc:chgData name="Riccardo Berta" userId="c8694f89-bba4-4576-b0a8-456619ca5a8c" providerId="ADAL" clId="{FDDBFC5A-5EA9-5330-BEB8-433D7E3B4C4E}" dt="2025-10-10T13:39:16.177" v="111"/>
        <pc:sldMkLst>
          <pc:docMk/>
          <pc:sldMk cId="1578067628" sldId="299"/>
        </pc:sldMkLst>
        <pc:spChg chg="mod">
          <ac:chgData name="Riccardo Berta" userId="c8694f89-bba4-4576-b0a8-456619ca5a8c" providerId="ADAL" clId="{FDDBFC5A-5EA9-5330-BEB8-433D7E3B4C4E}" dt="2025-10-10T13:39:09.345" v="110" actId="20577"/>
          <ac:spMkLst>
            <pc:docMk/>
            <pc:sldMk cId="1578067628" sldId="29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DDBFC5A-5EA9-5330-BEB8-433D7E3B4C4E}" dt="2025-10-10T13:39:16.177" v="111"/>
          <ac:picMkLst>
            <pc:docMk/>
            <pc:sldMk cId="1578067628" sldId="299"/>
            <ac:picMk id="2" creationId="{91E421C9-1F3B-33F8-F5F9-5018D19A6C33}"/>
          </ac:picMkLst>
        </pc:picChg>
      </pc:sldChg>
    </pc:docChg>
  </pc:docChgLst>
  <pc:docChgLst>
    <pc:chgData name="Riccardo Berta" userId="c8694f89-bba4-4576-b0a8-456619ca5a8c" providerId="ADAL" clId="{3C2FE29D-27CB-6F45-BC3F-067E25618A7C}"/>
    <pc:docChg chg="undo redo custSel addSld delSld modSld sldOrd">
      <pc:chgData name="Riccardo Berta" userId="c8694f89-bba4-4576-b0a8-456619ca5a8c" providerId="ADAL" clId="{3C2FE29D-27CB-6F45-BC3F-067E25618A7C}" dt="2022-12-12T11:35:43.471" v="3930"/>
      <pc:docMkLst>
        <pc:docMk/>
      </pc:docMkLst>
      <pc:sldChg chg="modSp mod">
        <pc:chgData name="Riccardo Berta" userId="c8694f89-bba4-4576-b0a8-456619ca5a8c" providerId="ADAL" clId="{3C2FE29D-27CB-6F45-BC3F-067E25618A7C}" dt="2022-12-12T11:35:43.471" v="3930"/>
        <pc:sldMkLst>
          <pc:docMk/>
          <pc:sldMk cId="0" sldId="256"/>
        </pc:sldMkLst>
      </pc:sldChg>
      <pc:sldChg chg="modSp mod">
        <pc:chgData name="Riccardo Berta" userId="c8694f89-bba4-4576-b0a8-456619ca5a8c" providerId="ADAL" clId="{3C2FE29D-27CB-6F45-BC3F-067E25618A7C}" dt="2022-12-06T12:33:55.003" v="3037"/>
        <pc:sldMkLst>
          <pc:docMk/>
          <pc:sldMk cId="0" sldId="264"/>
        </pc:sldMkLst>
      </pc:sldChg>
      <pc:sldChg chg="modSp mod ord">
        <pc:chgData name="Riccardo Berta" userId="c8694f89-bba4-4576-b0a8-456619ca5a8c" providerId="ADAL" clId="{3C2FE29D-27CB-6F45-BC3F-067E25618A7C}" dt="2022-12-02T15:27:08.666" v="413" actId="20578"/>
        <pc:sldMkLst>
          <pc:docMk/>
          <pc:sldMk cId="2056707301" sldId="265"/>
        </pc:sldMkLst>
      </pc:sldChg>
      <pc:sldChg chg="modSp mod">
        <pc:chgData name="Riccardo Berta" userId="c8694f89-bba4-4576-b0a8-456619ca5a8c" providerId="ADAL" clId="{3C2FE29D-27CB-6F45-BC3F-067E25618A7C}" dt="2022-12-06T16:54:00.375" v="3928" actId="1076"/>
        <pc:sldMkLst>
          <pc:docMk/>
          <pc:sldMk cId="1073505695" sldId="280"/>
        </pc:sldMkLst>
      </pc:sldChg>
      <pc:sldChg chg="addSp modSp mod">
        <pc:chgData name="Riccardo Berta" userId="c8694f89-bba4-4576-b0a8-456619ca5a8c" providerId="ADAL" clId="{3C2FE29D-27CB-6F45-BC3F-067E25618A7C}" dt="2022-12-02T15:24:35.181" v="381" actId="404"/>
        <pc:sldMkLst>
          <pc:docMk/>
          <pc:sldMk cId="2611114984" sldId="281"/>
        </pc:sldMkLst>
      </pc:sldChg>
      <pc:sldChg chg="addSp delSp modSp mod">
        <pc:chgData name="Riccardo Berta" userId="c8694f89-bba4-4576-b0a8-456619ca5a8c" providerId="ADAL" clId="{3C2FE29D-27CB-6F45-BC3F-067E25618A7C}" dt="2022-12-02T15:25:52.252" v="398" actId="164"/>
        <pc:sldMkLst>
          <pc:docMk/>
          <pc:sldMk cId="1411358188" sldId="282"/>
        </pc:sldMkLst>
      </pc:sldChg>
      <pc:sldChg chg="addSp modSp mod">
        <pc:chgData name="Riccardo Berta" userId="c8694f89-bba4-4576-b0a8-456619ca5a8c" providerId="ADAL" clId="{3C2FE29D-27CB-6F45-BC3F-067E25618A7C}" dt="2022-12-05T11:45:14.620" v="559" actId="1035"/>
        <pc:sldMkLst>
          <pc:docMk/>
          <pc:sldMk cId="3815001471" sldId="283"/>
        </pc:sldMkLst>
      </pc:sldChg>
      <pc:sldChg chg="addSp delSp modSp mod">
        <pc:chgData name="Riccardo Berta" userId="c8694f89-bba4-4576-b0a8-456619ca5a8c" providerId="ADAL" clId="{3C2FE29D-27CB-6F45-BC3F-067E25618A7C}" dt="2022-12-05T11:49:08.127" v="645" actId="14100"/>
        <pc:sldMkLst>
          <pc:docMk/>
          <pc:sldMk cId="2506133898" sldId="284"/>
        </pc:sldMkLst>
      </pc:sldChg>
      <pc:sldChg chg="addSp modSp mod">
        <pc:chgData name="Riccardo Berta" userId="c8694f89-bba4-4576-b0a8-456619ca5a8c" providerId="ADAL" clId="{3C2FE29D-27CB-6F45-BC3F-067E25618A7C}" dt="2022-12-06T07:00:12.226" v="1662" actId="14100"/>
        <pc:sldMkLst>
          <pc:docMk/>
          <pc:sldMk cId="1139223116" sldId="285"/>
        </pc:sldMkLst>
      </pc:sldChg>
      <pc:sldChg chg="addSp delSp modSp mod">
        <pc:chgData name="Riccardo Berta" userId="c8694f89-bba4-4576-b0a8-456619ca5a8c" providerId="ADAL" clId="{3C2FE29D-27CB-6F45-BC3F-067E25618A7C}" dt="2022-12-05T12:23:48.118" v="1168" actId="21"/>
        <pc:sldMkLst>
          <pc:docMk/>
          <pc:sldMk cId="1783712705" sldId="286"/>
        </pc:sldMkLst>
      </pc:sldChg>
      <pc:sldChg chg="addSp delSp modSp mod">
        <pc:chgData name="Riccardo Berta" userId="c8694f89-bba4-4576-b0a8-456619ca5a8c" providerId="ADAL" clId="{3C2FE29D-27CB-6F45-BC3F-067E25618A7C}" dt="2022-12-05T12:24:44.601" v="1195" actId="1076"/>
        <pc:sldMkLst>
          <pc:docMk/>
          <pc:sldMk cId="301428442" sldId="287"/>
        </pc:sldMkLst>
      </pc:sldChg>
      <pc:sldChg chg="addSp modSp mod">
        <pc:chgData name="Riccardo Berta" userId="c8694f89-bba4-4576-b0a8-456619ca5a8c" providerId="ADAL" clId="{3C2FE29D-27CB-6F45-BC3F-067E25618A7C}" dt="2022-12-05T12:26:30.572" v="1207" actId="1076"/>
        <pc:sldMkLst>
          <pc:docMk/>
          <pc:sldMk cId="1438984981" sldId="288"/>
        </pc:sldMkLst>
      </pc:sldChg>
      <pc:sldChg chg="addSp modSp mod">
        <pc:chgData name="Riccardo Berta" userId="c8694f89-bba4-4576-b0a8-456619ca5a8c" providerId="ADAL" clId="{3C2FE29D-27CB-6F45-BC3F-067E25618A7C}" dt="2022-12-05T12:32:40.171" v="1298" actId="20577"/>
        <pc:sldMkLst>
          <pc:docMk/>
          <pc:sldMk cId="771520974" sldId="289"/>
        </pc:sldMkLst>
      </pc:sldChg>
      <pc:sldChg chg="addSp delSp modSp add mod">
        <pc:chgData name="Riccardo Berta" userId="c8694f89-bba4-4576-b0a8-456619ca5a8c" providerId="ADAL" clId="{3C2FE29D-27CB-6F45-BC3F-067E25618A7C}" dt="2022-12-05T12:38:15.632" v="1367" actId="20577"/>
        <pc:sldMkLst>
          <pc:docMk/>
          <pc:sldMk cId="2069157773" sldId="290"/>
        </pc:sldMkLst>
      </pc:sldChg>
      <pc:sldChg chg="addSp delSp modSp add mod">
        <pc:chgData name="Riccardo Berta" userId="c8694f89-bba4-4576-b0a8-456619ca5a8c" providerId="ADAL" clId="{3C2FE29D-27CB-6F45-BC3F-067E25618A7C}" dt="2022-12-06T07:02:32.061" v="1703" actId="113"/>
        <pc:sldMkLst>
          <pc:docMk/>
          <pc:sldMk cId="2604980407" sldId="291"/>
        </pc:sldMkLst>
      </pc:sldChg>
      <pc:sldChg chg="addSp modSp add mod">
        <pc:chgData name="Riccardo Berta" userId="c8694f89-bba4-4576-b0a8-456619ca5a8c" providerId="ADAL" clId="{3C2FE29D-27CB-6F45-BC3F-067E25618A7C}" dt="2022-12-06T07:17:28.639" v="1885" actId="20577"/>
        <pc:sldMkLst>
          <pc:docMk/>
          <pc:sldMk cId="3459842221" sldId="292"/>
        </pc:sldMkLst>
      </pc:sldChg>
      <pc:sldChg chg="addSp delSp modSp add mod">
        <pc:chgData name="Riccardo Berta" userId="c8694f89-bba4-4576-b0a8-456619ca5a8c" providerId="ADAL" clId="{3C2FE29D-27CB-6F45-BC3F-067E25618A7C}" dt="2022-12-06T09:55:28.845" v="2428" actId="20577"/>
        <pc:sldMkLst>
          <pc:docMk/>
          <pc:sldMk cId="2089974615" sldId="293"/>
        </pc:sldMkLst>
      </pc:sldChg>
      <pc:sldChg chg="addSp modSp add mod">
        <pc:chgData name="Riccardo Berta" userId="c8694f89-bba4-4576-b0a8-456619ca5a8c" providerId="ADAL" clId="{3C2FE29D-27CB-6F45-BC3F-067E25618A7C}" dt="2022-12-06T07:23:29.450" v="1931" actId="1076"/>
        <pc:sldMkLst>
          <pc:docMk/>
          <pc:sldMk cId="3758557650" sldId="294"/>
        </pc:sldMkLst>
      </pc:sldChg>
      <pc:sldChg chg="addSp modSp add mod">
        <pc:chgData name="Riccardo Berta" userId="c8694f89-bba4-4576-b0a8-456619ca5a8c" providerId="ADAL" clId="{3C2FE29D-27CB-6F45-BC3F-067E25618A7C}" dt="2022-12-06T09:17:53.414" v="2013" actId="14"/>
        <pc:sldMkLst>
          <pc:docMk/>
          <pc:sldMk cId="931677077" sldId="295"/>
        </pc:sldMkLst>
      </pc:sldChg>
      <pc:sldChg chg="addSp delSp modSp add mod">
        <pc:chgData name="Riccardo Berta" userId="c8694f89-bba4-4576-b0a8-456619ca5a8c" providerId="ADAL" clId="{3C2FE29D-27CB-6F45-BC3F-067E25618A7C}" dt="2022-12-06T11:54:31.405" v="2837" actId="1076"/>
        <pc:sldMkLst>
          <pc:docMk/>
          <pc:sldMk cId="3393540272" sldId="296"/>
        </pc:sldMkLst>
      </pc:sldChg>
      <pc:sldChg chg="addSp modSp add mod">
        <pc:chgData name="Riccardo Berta" userId="c8694f89-bba4-4576-b0a8-456619ca5a8c" providerId="ADAL" clId="{3C2FE29D-27CB-6F45-BC3F-067E25618A7C}" dt="2022-12-06T11:54:41.806" v="2840" actId="1076"/>
        <pc:sldMkLst>
          <pc:docMk/>
          <pc:sldMk cId="4247091244" sldId="297"/>
        </pc:sldMkLst>
      </pc:sldChg>
      <pc:sldChg chg="modSp add mod">
        <pc:chgData name="Riccardo Berta" userId="c8694f89-bba4-4576-b0a8-456619ca5a8c" providerId="ADAL" clId="{3C2FE29D-27CB-6F45-BC3F-067E25618A7C}" dt="2022-12-06T12:33:04.535" v="2995" actId="20577"/>
        <pc:sldMkLst>
          <pc:docMk/>
          <pc:sldMk cId="70478933" sldId="298"/>
        </pc:sldMkLst>
      </pc:sldChg>
      <pc:sldChg chg="modSp add mod">
        <pc:chgData name="Riccardo Berta" userId="c8694f89-bba4-4576-b0a8-456619ca5a8c" providerId="ADAL" clId="{3C2FE29D-27CB-6F45-BC3F-067E25618A7C}" dt="2022-12-06T09:22:22.520" v="2160" actId="20577"/>
        <pc:sldMkLst>
          <pc:docMk/>
          <pc:sldMk cId="1578067628" sldId="299"/>
        </pc:sldMkLst>
      </pc:sldChg>
      <pc:sldChg chg="addSp modSp add mod">
        <pc:chgData name="Riccardo Berta" userId="c8694f89-bba4-4576-b0a8-456619ca5a8c" providerId="ADAL" clId="{3C2FE29D-27CB-6F45-BC3F-067E25618A7C}" dt="2022-12-06T11:53:13.146" v="2818" actId="1036"/>
        <pc:sldMkLst>
          <pc:docMk/>
          <pc:sldMk cId="3650906499" sldId="300"/>
        </pc:sldMkLst>
      </pc:sldChg>
      <pc:sldChg chg="addSp modSp add mod">
        <pc:chgData name="Riccardo Berta" userId="c8694f89-bba4-4576-b0a8-456619ca5a8c" providerId="ADAL" clId="{3C2FE29D-27CB-6F45-BC3F-067E25618A7C}" dt="2022-12-06T16:54:20.493" v="3929" actId="20577"/>
        <pc:sldMkLst>
          <pc:docMk/>
          <pc:sldMk cId="626844690" sldId="301"/>
        </pc:sldMkLst>
      </pc:sldChg>
      <pc:sldChg chg="addSp modSp add mod">
        <pc:chgData name="Riccardo Berta" userId="c8694f89-bba4-4576-b0a8-456619ca5a8c" providerId="ADAL" clId="{3C2FE29D-27CB-6F45-BC3F-067E25618A7C}" dt="2022-12-06T07:12:49.180" v="1874" actId="1076"/>
        <pc:sldMkLst>
          <pc:docMk/>
          <pc:sldMk cId="2465721096" sldId="302"/>
        </pc:sldMkLst>
      </pc:sldChg>
      <pc:sldChg chg="addSp modSp add mod ord">
        <pc:chgData name="Riccardo Berta" userId="c8694f89-bba4-4576-b0a8-456619ca5a8c" providerId="ADAL" clId="{3C2FE29D-27CB-6F45-BC3F-067E25618A7C}" dt="2022-12-06T12:01:01.803" v="2982" actId="14100"/>
        <pc:sldMkLst>
          <pc:docMk/>
          <pc:sldMk cId="3305673298" sldId="303"/>
        </pc:sldMkLst>
      </pc:sldChg>
      <pc:sldChg chg="addSp delSp modSp add mod">
        <pc:chgData name="Riccardo Berta" userId="c8694f89-bba4-4576-b0a8-456619ca5a8c" providerId="ADAL" clId="{3C2FE29D-27CB-6F45-BC3F-067E25618A7C}" dt="2022-12-06T16:08:17.824" v="3335" actId="1038"/>
        <pc:sldMkLst>
          <pc:docMk/>
          <pc:sldMk cId="985633978" sldId="304"/>
        </pc:sldMkLst>
      </pc:sldChg>
      <pc:sldChg chg="addSp delSp modSp add mod">
        <pc:chgData name="Riccardo Berta" userId="c8694f89-bba4-4576-b0a8-456619ca5a8c" providerId="ADAL" clId="{3C2FE29D-27CB-6F45-BC3F-067E25618A7C}" dt="2022-12-06T16:08:06.674" v="3329" actId="1036"/>
        <pc:sldMkLst>
          <pc:docMk/>
          <pc:sldMk cId="4282032191" sldId="305"/>
        </pc:sldMkLst>
      </pc:sldChg>
      <pc:sldChg chg="addSp delSp modSp add mod">
        <pc:chgData name="Riccardo Berta" userId="c8694f89-bba4-4576-b0a8-456619ca5a8c" providerId="ADAL" clId="{3C2FE29D-27CB-6F45-BC3F-067E25618A7C}" dt="2022-12-06T12:52:42.702" v="3149" actId="20577"/>
        <pc:sldMkLst>
          <pc:docMk/>
          <pc:sldMk cId="244155539" sldId="306"/>
        </pc:sldMkLst>
      </pc:sldChg>
      <pc:sldChg chg="addSp delSp modSp add mod">
        <pc:chgData name="Riccardo Berta" userId="c8694f89-bba4-4576-b0a8-456619ca5a8c" providerId="ADAL" clId="{3C2FE29D-27CB-6F45-BC3F-067E25618A7C}" dt="2022-12-06T12:54:07.396" v="3197" actId="20577"/>
        <pc:sldMkLst>
          <pc:docMk/>
          <pc:sldMk cId="1426120087" sldId="307"/>
        </pc:sldMkLst>
      </pc:sldChg>
      <pc:sldChg chg="addSp delSp modSp add mod">
        <pc:chgData name="Riccardo Berta" userId="c8694f89-bba4-4576-b0a8-456619ca5a8c" providerId="ADAL" clId="{3C2FE29D-27CB-6F45-BC3F-067E25618A7C}" dt="2022-12-06T16:30:50.443" v="3600" actId="1035"/>
        <pc:sldMkLst>
          <pc:docMk/>
          <pc:sldMk cId="2112374369" sldId="308"/>
        </pc:sldMkLst>
      </pc:sldChg>
      <pc:sldChg chg="add del">
        <pc:chgData name="Riccardo Berta" userId="c8694f89-bba4-4576-b0a8-456619ca5a8c" providerId="ADAL" clId="{3C2FE29D-27CB-6F45-BC3F-067E25618A7C}" dt="2022-12-06T12:34:30.948" v="3058" actId="2696"/>
        <pc:sldMkLst>
          <pc:docMk/>
          <pc:sldMk cId="2289319449" sldId="308"/>
        </pc:sldMkLst>
      </pc:sldChg>
      <pc:sldChg chg="modSp add mod">
        <pc:chgData name="Riccardo Berta" userId="c8694f89-bba4-4576-b0a8-456619ca5a8c" providerId="ADAL" clId="{3C2FE29D-27CB-6F45-BC3F-067E25618A7C}" dt="2022-12-06T16:53:14.672" v="3860" actId="20577"/>
        <pc:sldMkLst>
          <pc:docMk/>
          <pc:sldMk cId="2093082037" sldId="309"/>
        </pc:sldMkLst>
      </pc:sldChg>
      <pc:sldChg chg="add del">
        <pc:chgData name="Riccardo Berta" userId="c8694f89-bba4-4576-b0a8-456619ca5a8c" providerId="ADAL" clId="{3C2FE29D-27CB-6F45-BC3F-067E25618A7C}" dt="2022-12-06T12:34:31.860" v="3059" actId="2696"/>
        <pc:sldMkLst>
          <pc:docMk/>
          <pc:sldMk cId="3195606445" sldId="309"/>
        </pc:sldMkLst>
      </pc:sldChg>
      <pc:sldChg chg="add del">
        <pc:chgData name="Riccardo Berta" userId="c8694f89-bba4-4576-b0a8-456619ca5a8c" providerId="ADAL" clId="{3C2FE29D-27CB-6F45-BC3F-067E25618A7C}" dt="2022-12-06T16:53:17.887" v="3861" actId="2696"/>
        <pc:sldMkLst>
          <pc:docMk/>
          <pc:sldMk cId="3870430053" sldId="310"/>
        </pc:sldMkLst>
      </pc:sldChg>
      <pc:sldChg chg="add del">
        <pc:chgData name="Riccardo Berta" userId="c8694f89-bba4-4576-b0a8-456619ca5a8c" providerId="ADAL" clId="{3C2FE29D-27CB-6F45-BC3F-067E25618A7C}" dt="2022-12-06T16:53:18.851" v="3862" actId="2696"/>
        <pc:sldMkLst>
          <pc:docMk/>
          <pc:sldMk cId="1703369896" sldId="311"/>
        </pc:sldMkLst>
      </pc:sldChg>
    </pc:docChg>
  </pc:docChgLst>
  <pc:docChgLst>
    <pc:chgData name="Riccardo Berta" userId="c8694f89-bba4-4576-b0a8-456619ca5a8c" providerId="ADAL" clId="{A8290FA7-622A-D149-8650-9DF3F18680D5}"/>
    <pc:docChg chg="undo redo custSel addSld delSld modSld sldOrd modMainMaster">
      <pc:chgData name="Riccardo Berta" userId="c8694f89-bba4-4576-b0a8-456619ca5a8c" providerId="ADAL" clId="{A8290FA7-622A-D149-8650-9DF3F18680D5}" dt="2022-07-27T13:36:04.688" v="2998"/>
      <pc:docMkLst>
        <pc:docMk/>
      </pc:docMkLst>
      <pc:sldChg chg="delSp modSp mod">
        <pc:chgData name="Riccardo Berta" userId="c8694f89-bba4-4576-b0a8-456619ca5a8c" providerId="ADAL" clId="{A8290FA7-622A-D149-8650-9DF3F18680D5}" dt="2022-07-27T13:35:14.530" v="2993" actId="20577"/>
        <pc:sldMkLst>
          <pc:docMk/>
          <pc:sldMk cId="0" sldId="256"/>
        </pc:sldMkLst>
      </pc:sldChg>
      <pc:sldChg chg="delSp modSp mod">
        <pc:chgData name="Riccardo Berta" userId="c8694f89-bba4-4576-b0a8-456619ca5a8c" providerId="ADAL" clId="{A8290FA7-622A-D149-8650-9DF3F18680D5}" dt="2022-07-27T08:46:23.569" v="1166" actId="948"/>
        <pc:sldMkLst>
          <pc:docMk/>
          <pc:sldMk cId="0" sldId="257"/>
        </pc:sldMkLst>
      </pc:sldChg>
      <pc:sldChg chg="addSp modSp new mod modNotes">
        <pc:chgData name="Riccardo Berta" userId="c8694f89-bba4-4576-b0a8-456619ca5a8c" providerId="ADAL" clId="{A8290FA7-622A-D149-8650-9DF3F18680D5}" dt="2022-07-27T08:52:46.755" v="1313" actId="113"/>
        <pc:sldMkLst>
          <pc:docMk/>
          <pc:sldMk cId="1899110855" sldId="258"/>
        </pc:sldMkLst>
      </pc:sldChg>
      <pc:sldChg chg="new del">
        <pc:chgData name="Riccardo Berta" userId="c8694f89-bba4-4576-b0a8-456619ca5a8c" providerId="ADAL" clId="{A8290FA7-622A-D149-8650-9DF3F18680D5}" dt="2022-07-27T07:48:28.832" v="223" actId="2696"/>
        <pc:sldMkLst>
          <pc:docMk/>
          <pc:sldMk cId="182339981" sldId="259"/>
        </pc:sldMkLst>
      </pc:sldChg>
      <pc:sldChg chg="del">
        <pc:chgData name="Riccardo Berta" userId="c8694f89-bba4-4576-b0a8-456619ca5a8c" providerId="ADAL" clId="{A8290FA7-622A-D149-8650-9DF3F18680D5}" dt="2022-07-18T11:39:57.790" v="23" actId="2696"/>
        <pc:sldMkLst>
          <pc:docMk/>
          <pc:sldMk cId="3018556184" sldId="259"/>
        </pc:sldMkLst>
      </pc:sldChg>
      <pc:sldChg chg="addSp modSp new mod">
        <pc:chgData name="Riccardo Berta" userId="c8694f89-bba4-4576-b0a8-456619ca5a8c" providerId="ADAL" clId="{A8290FA7-622A-D149-8650-9DF3F18680D5}" dt="2022-07-27T08:48:59.292" v="1210" actId="1076"/>
        <pc:sldMkLst>
          <pc:docMk/>
          <pc:sldMk cId="1104208334" sldId="260"/>
        </pc:sldMkLst>
      </pc:sldChg>
      <pc:sldChg chg="del">
        <pc:chgData name="Riccardo Berta" userId="c8694f89-bba4-4576-b0a8-456619ca5a8c" providerId="ADAL" clId="{A8290FA7-622A-D149-8650-9DF3F18680D5}" dt="2022-07-18T11:39:58.142" v="25" actId="2696"/>
        <pc:sldMkLst>
          <pc:docMk/>
          <pc:sldMk cId="1290395919" sldId="261"/>
        </pc:sldMkLst>
      </pc:sldChg>
      <pc:sldChg chg="new del">
        <pc:chgData name="Riccardo Berta" userId="c8694f89-bba4-4576-b0a8-456619ca5a8c" providerId="ADAL" clId="{A8290FA7-622A-D149-8650-9DF3F18680D5}" dt="2022-07-27T10:14:34.151" v="1776" actId="2696"/>
        <pc:sldMkLst>
          <pc:docMk/>
          <pc:sldMk cId="1228403239" sldId="262"/>
        </pc:sldMkLst>
      </pc:sldChg>
      <pc:sldChg chg="addSp modSp add mod">
        <pc:chgData name="Riccardo Berta" userId="c8694f89-bba4-4576-b0a8-456619ca5a8c" providerId="ADAL" clId="{A8290FA7-622A-D149-8650-9DF3F18680D5}" dt="2022-07-27T10:42:13.820" v="2230" actId="113"/>
        <pc:sldMkLst>
          <pc:docMk/>
          <pc:sldMk cId="4130549615" sldId="262"/>
        </pc:sldMkLst>
      </pc:sldChg>
      <pc:sldChg chg="new del">
        <pc:chgData name="Riccardo Berta" userId="c8694f89-bba4-4576-b0a8-456619ca5a8c" providerId="ADAL" clId="{A8290FA7-622A-D149-8650-9DF3F18680D5}" dt="2022-07-27T10:14:17.648" v="1770" actId="2696"/>
        <pc:sldMkLst>
          <pc:docMk/>
          <pc:sldMk cId="4179454221" sldId="262"/>
        </pc:sldMkLst>
      </pc:sldChg>
      <pc:sldChg chg="addSp delSp modSp new del mod">
        <pc:chgData name="Riccardo Berta" userId="c8694f89-bba4-4576-b0a8-456619ca5a8c" providerId="ADAL" clId="{A8290FA7-622A-D149-8650-9DF3F18680D5}" dt="2022-07-27T10:14:36.007" v="1777" actId="2696"/>
        <pc:sldMkLst>
          <pc:docMk/>
          <pc:sldMk cId="2702540954" sldId="263"/>
        </pc:sldMkLst>
      </pc:sldChg>
      <pc:sldChg chg="del">
        <pc:chgData name="Riccardo Berta" userId="c8694f89-bba4-4576-b0a8-456619ca5a8c" providerId="ADAL" clId="{A8290FA7-622A-D149-8650-9DF3F18680D5}" dt="2022-07-18T11:39:58.451" v="27" actId="2696"/>
        <pc:sldMkLst>
          <pc:docMk/>
          <pc:sldMk cId="3102138681" sldId="263"/>
        </pc:sldMkLst>
      </pc:sldChg>
      <pc:sldChg chg="addSp modSp add del mod">
        <pc:chgData name="Riccardo Berta" userId="c8694f89-bba4-4576-b0a8-456619ca5a8c" providerId="ADAL" clId="{A8290FA7-622A-D149-8650-9DF3F18680D5}" dt="2022-07-27T10:42:20.886" v="2231" actId="2696"/>
        <pc:sldMkLst>
          <pc:docMk/>
          <pc:sldMk cId="3911169705" sldId="263"/>
        </pc:sldMkLst>
      </pc:sldChg>
      <pc:sldChg chg="del">
        <pc:chgData name="Riccardo Berta" userId="c8694f89-bba4-4576-b0a8-456619ca5a8c" providerId="ADAL" clId="{A8290FA7-622A-D149-8650-9DF3F18680D5}" dt="2022-07-18T11:39:58.616" v="28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A8290FA7-622A-D149-8650-9DF3F18680D5}" dt="2022-07-18T11:39:58.749" v="29" actId="2696"/>
        <pc:sldMkLst>
          <pc:docMk/>
          <pc:sldMk cId="2045385232" sldId="265"/>
        </pc:sldMkLst>
      </pc:sldChg>
      <pc:sldChg chg="del">
        <pc:chgData name="Riccardo Berta" userId="c8694f89-bba4-4576-b0a8-456619ca5a8c" providerId="ADAL" clId="{A8290FA7-622A-D149-8650-9DF3F18680D5}" dt="2022-07-18T11:39:58.869" v="30" actId="2696"/>
        <pc:sldMkLst>
          <pc:docMk/>
          <pc:sldMk cId="4181844165" sldId="266"/>
        </pc:sldMkLst>
      </pc:sldChg>
      <pc:sldChg chg="del">
        <pc:chgData name="Riccardo Berta" userId="c8694f89-bba4-4576-b0a8-456619ca5a8c" providerId="ADAL" clId="{A8290FA7-622A-D149-8650-9DF3F18680D5}" dt="2022-07-18T11:39:59.035" v="31" actId="2696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A8290FA7-622A-D149-8650-9DF3F18680D5}" dt="2022-07-18T11:39:59.202" v="32" actId="2696"/>
        <pc:sldMkLst>
          <pc:docMk/>
          <pc:sldMk cId="3471997037" sldId="269"/>
        </pc:sldMkLst>
      </pc:sldChg>
      <pc:sldChg chg="del">
        <pc:chgData name="Riccardo Berta" userId="c8694f89-bba4-4576-b0a8-456619ca5a8c" providerId="ADAL" clId="{A8290FA7-622A-D149-8650-9DF3F18680D5}" dt="2022-07-18T11:39:59.363" v="33" actId="2696"/>
        <pc:sldMkLst>
          <pc:docMk/>
          <pc:sldMk cId="3130917410" sldId="270"/>
        </pc:sldMkLst>
      </pc:sldChg>
      <pc:sldChg chg="del">
        <pc:chgData name="Riccardo Berta" userId="c8694f89-bba4-4576-b0a8-456619ca5a8c" providerId="ADAL" clId="{A8290FA7-622A-D149-8650-9DF3F18680D5}" dt="2022-07-18T11:39:59.502" v="34" actId="2696"/>
        <pc:sldMkLst>
          <pc:docMk/>
          <pc:sldMk cId="2266699268" sldId="271"/>
        </pc:sldMkLst>
      </pc:sldChg>
      <pc:sldChg chg="del">
        <pc:chgData name="Riccardo Berta" userId="c8694f89-bba4-4576-b0a8-456619ca5a8c" providerId="ADAL" clId="{A8290FA7-622A-D149-8650-9DF3F18680D5}" dt="2022-07-18T11:40:00.091" v="38" actId="2696"/>
        <pc:sldMkLst>
          <pc:docMk/>
          <pc:sldMk cId="993270251" sldId="272"/>
        </pc:sldMkLst>
      </pc:sldChg>
      <pc:sldChg chg="del">
        <pc:chgData name="Riccardo Berta" userId="c8694f89-bba4-4576-b0a8-456619ca5a8c" providerId="ADAL" clId="{A8290FA7-622A-D149-8650-9DF3F18680D5}" dt="2022-07-18T11:39:59.623" v="35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A8290FA7-622A-D149-8650-9DF3F18680D5}" dt="2022-07-18T11:39:59.806" v="36" actId="2696"/>
        <pc:sldMkLst>
          <pc:docMk/>
          <pc:sldMk cId="3084049364" sldId="274"/>
        </pc:sldMkLst>
      </pc:sldChg>
      <pc:sldChg chg="del">
        <pc:chgData name="Riccardo Berta" userId="c8694f89-bba4-4576-b0a8-456619ca5a8c" providerId="ADAL" clId="{A8290FA7-622A-D149-8650-9DF3F18680D5}" dt="2022-07-18T11:39:59.937" v="37" actId="2696"/>
        <pc:sldMkLst>
          <pc:docMk/>
          <pc:sldMk cId="284781631" sldId="275"/>
        </pc:sldMkLst>
      </pc:sldChg>
      <pc:sldMasterChg chg="modSp mod delSldLayout modSldLayout">
        <pc:chgData name="Riccardo Berta" userId="c8694f89-bba4-4576-b0a8-456619ca5a8c" providerId="ADAL" clId="{A8290FA7-622A-D149-8650-9DF3F18680D5}" dt="2022-07-27T08:45:00.853" v="1135" actId="20577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A8290FA7-622A-D149-8650-9DF3F18680D5}" dt="2022-07-27T07:48:28.832" v="223" actId="2696"/>
          <pc:sldLayoutMkLst>
            <pc:docMk/>
            <pc:sldMasterMk cId="0" sldId="2147483659"/>
            <pc:sldLayoutMk cId="0" sldId="2147483649"/>
          </pc:sldLayoutMkLst>
        </pc:sldLayoutChg>
        <pc:sldLayoutChg chg="delSp">
          <pc:chgData name="Riccardo Berta" userId="c8694f89-bba4-4576-b0a8-456619ca5a8c" providerId="ADAL" clId="{A8290FA7-622A-D149-8650-9DF3F18680D5}" dt="2022-07-27T08:44:23.725" v="1124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1899110855" sldId="258"/>
        </pc:sldMkLst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3018556184" sldId="259"/>
        </pc:sldMkLst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1104208334" sldId="260"/>
        </pc:sldMkLst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1290395919" sldId="261"/>
        </pc:sldMkLst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4130549615" sldId="262"/>
        </pc:sldMkLst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3102138681" sldId="263"/>
        </pc:sldMkLst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2113557187" sldId="264"/>
        </pc:sldMkLst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2045385232" sldId="265"/>
        </pc:sldMkLst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4181844165" sldId="266"/>
        </pc:sldMkLst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925286286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3471997037" sldId="269"/>
        </pc:sldMkLst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3130917410" sldId="270"/>
        </pc:sldMkLst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2266699268" sldId="271"/>
        </pc:sldMkLst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993270251" sldId="272"/>
        </pc:sldMkLst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3843819371" sldId="273"/>
        </pc:sldMkLst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284781631" sldId="275"/>
        </pc:sldMkLst>
      </pc:sldChg>
    </pc:docChg>
  </pc:docChgLst>
  <pc:docChgLst>
    <pc:chgData name="Riccardo Berta" userId="c8694f89-bba4-4576-b0a8-456619ca5a8c" providerId="ADAL" clId="{8DFB5BC6-994B-3141-98E9-85AB63727E49}"/>
    <pc:docChg chg="custSel modSld">
      <pc:chgData name="Riccardo Berta" userId="c8694f89-bba4-4576-b0a8-456619ca5a8c" providerId="ADAL" clId="{8DFB5BC6-994B-3141-98E9-85AB63727E49}" dt="2022-11-16T10:18:44.146" v="52" actId="767"/>
      <pc:docMkLst>
        <pc:docMk/>
      </pc:docMkLst>
      <pc:sldChg chg="addSp modSp">
        <pc:chgData name="Riccardo Berta" userId="c8694f89-bba4-4576-b0a8-456619ca5a8c" providerId="ADAL" clId="{8DFB5BC6-994B-3141-98E9-85AB63727E49}" dt="2022-11-16T10:18:44.146" v="52" actId="767"/>
        <pc:sldMkLst>
          <pc:docMk/>
          <pc:sldMk cId="0" sldId="256"/>
        </pc:sldMkLst>
      </pc:sldChg>
      <pc:sldChg chg="modSp mod">
        <pc:chgData name="Riccardo Berta" userId="c8694f89-bba4-4576-b0a8-456619ca5a8c" providerId="ADAL" clId="{8DFB5BC6-994B-3141-98E9-85AB63727E49}" dt="2022-11-16T07:05:41.682" v="17" actId="1076"/>
        <pc:sldMkLst>
          <pc:docMk/>
          <pc:sldMk cId="411550242" sldId="274"/>
        </pc:sldMkLst>
      </pc:sldChg>
      <pc:sldChg chg="addSp delSp modSp mod">
        <pc:chgData name="Riccardo Berta" userId="c8694f89-bba4-4576-b0a8-456619ca5a8c" providerId="ADAL" clId="{8DFB5BC6-994B-3141-98E9-85AB63727E49}" dt="2022-11-16T07:09:07.896" v="26" actId="164"/>
        <pc:sldMkLst>
          <pc:docMk/>
          <pc:sldMk cId="189339524" sldId="276"/>
        </pc:sldMkLst>
      </pc:sldChg>
      <pc:sldChg chg="modSp mod">
        <pc:chgData name="Riccardo Berta" userId="c8694f89-bba4-4576-b0a8-456619ca5a8c" providerId="ADAL" clId="{8DFB5BC6-994B-3141-98E9-85AB63727E49}" dt="2022-11-16T07:19:11.122" v="51" actId="20577"/>
        <pc:sldMkLst>
          <pc:docMk/>
          <pc:sldMk cId="2509645545" sldId="279"/>
        </pc:sldMkLst>
      </pc:sldChg>
      <pc:sldChg chg="modSp mod">
        <pc:chgData name="Riccardo Berta" userId="c8694f89-bba4-4576-b0a8-456619ca5a8c" providerId="ADAL" clId="{8DFB5BC6-994B-3141-98E9-85AB63727E49}" dt="2022-11-16T07:13:15.148" v="42" actId="313"/>
        <pc:sldMkLst>
          <pc:docMk/>
          <pc:sldMk cId="2315955737" sldId="285"/>
        </pc:sldMkLst>
      </pc:sldChg>
      <pc:sldChg chg="modSp mod">
        <pc:chgData name="Riccardo Berta" userId="c8694f89-bba4-4576-b0a8-456619ca5a8c" providerId="ADAL" clId="{8DFB5BC6-994B-3141-98E9-85AB63727E49}" dt="2022-11-16T07:17:01.671" v="50" actId="1037"/>
        <pc:sldMkLst>
          <pc:docMk/>
          <pc:sldMk cId="342907949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9131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5029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705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4939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1864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344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8382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3606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6126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297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2636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6770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101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3084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092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3411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561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Neural fitted Q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778982"/>
            <a:ext cx="8520600" cy="3467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Reinforcement Learning: sequential feedback, evaluative feedback, sampled feedback, tabular representation</a:t>
            </a:r>
          </a:p>
          <a:p>
            <a:r>
              <a:rPr lang="en-GB" sz="1800" dirty="0"/>
              <a:t>Generalization needs</a:t>
            </a:r>
          </a:p>
          <a:p>
            <a:pPr lvl="0"/>
            <a:r>
              <a:rPr lang="en-GB" sz="1800" dirty="0"/>
              <a:t>The Cart-pole environment</a:t>
            </a:r>
          </a:p>
          <a:p>
            <a:pPr lvl="0"/>
            <a:r>
              <a:rPr lang="en-GB" sz="1800" dirty="0"/>
              <a:t>Select the neural architecture</a:t>
            </a:r>
          </a:p>
          <a:p>
            <a:pPr lvl="0"/>
            <a:r>
              <a:rPr lang="en-GB" sz="1800" dirty="0"/>
              <a:t>Select what to optimize</a:t>
            </a:r>
          </a:p>
          <a:p>
            <a:pPr lvl="0"/>
            <a:r>
              <a:rPr lang="en-GB" sz="1800" dirty="0"/>
              <a:t>Select the exploration strategy</a:t>
            </a:r>
          </a:p>
          <a:p>
            <a:pPr lvl="0"/>
            <a:r>
              <a:rPr lang="en-GB" sz="1800" dirty="0"/>
              <a:t>Select an optimization method</a:t>
            </a:r>
          </a:p>
          <a:p>
            <a:pPr lvl="0"/>
            <a:r>
              <a:rPr lang="en-GB" sz="1800" dirty="0"/>
              <a:t>Neural Fitted Q (NFQ)</a:t>
            </a:r>
          </a:p>
          <a:p>
            <a:pPr lvl="0"/>
            <a:r>
              <a:rPr lang="en-GB" sz="1800" dirty="0"/>
              <a:t>Challenges</a:t>
            </a:r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sequential feedback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3956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 Agent receives </a:t>
            </a:r>
            <a:r>
              <a:rPr lang="en-GB" b="1" dirty="0"/>
              <a:t>delayed feedback</a:t>
            </a:r>
          </a:p>
          <a:p>
            <a:pPr lvl="1"/>
            <a:r>
              <a:rPr lang="en-GB" dirty="0"/>
              <a:t>chess: you make wrong moves early on, but consequences only manifest at the end</a:t>
            </a:r>
          </a:p>
          <a:p>
            <a:pPr lvl="1"/>
            <a:r>
              <a:rPr lang="en-GB" dirty="0"/>
              <a:t>it is tricky to interpret the source of the feedback </a:t>
            </a:r>
          </a:p>
          <a:p>
            <a:r>
              <a:rPr lang="en-GB" dirty="0"/>
              <a:t>The </a:t>
            </a:r>
            <a:r>
              <a:rPr lang="en-GB" b="1" dirty="0"/>
              <a:t>temporal credit assignment problem</a:t>
            </a:r>
          </a:p>
          <a:p>
            <a:pPr lvl="1"/>
            <a:r>
              <a:rPr lang="en-GB" dirty="0"/>
              <a:t>determining which state-action pair is responsible for a reward</a:t>
            </a:r>
          </a:p>
          <a:p>
            <a:endParaRPr lang="en-GB" sz="11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1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supervised learning decisions don’t have long-term consequences </a:t>
            </a:r>
          </a:p>
          <a:p>
            <a:pPr lvl="1"/>
            <a:r>
              <a:rPr lang="en-GB" dirty="0"/>
              <a:t>classifying an image (correctly or not) has no bearing on future performance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5C59F0B-ADDC-C3F2-0600-F9BCA78AE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0" y="2841634"/>
            <a:ext cx="5511800" cy="27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1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evaluative feedback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73508" y="1022216"/>
            <a:ext cx="8818500" cy="5669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 goodness of the feedback is </a:t>
            </a:r>
            <a:r>
              <a:rPr lang="en-GB" b="1" dirty="0"/>
              <a:t>only relative</a:t>
            </a:r>
          </a:p>
          <a:p>
            <a:pPr lvl="1"/>
            <a:r>
              <a:rPr lang="en-GB" dirty="0"/>
              <a:t>the environment is uncertain</a:t>
            </a:r>
          </a:p>
          <a:p>
            <a:pPr lvl="1"/>
            <a:r>
              <a:rPr lang="en-GB" dirty="0"/>
              <a:t>agent doesn’t know the actual dynamics of the environment </a:t>
            </a:r>
          </a:p>
          <a:p>
            <a:r>
              <a:rPr lang="en-GB" dirty="0"/>
              <a:t>The agent must explore, but it misses capitalizing on its current knowledge</a:t>
            </a:r>
          </a:p>
          <a:p>
            <a:pPr lvl="1"/>
            <a:r>
              <a:rPr lang="en-GB" b="1" dirty="0"/>
              <a:t>exploration-exploitation </a:t>
            </a:r>
            <a:r>
              <a:rPr lang="en-GB" dirty="0"/>
              <a:t>trade-off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sz="2000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opposite is supervised feedback</a:t>
            </a:r>
          </a:p>
          <a:p>
            <a:pPr lvl="1"/>
            <a:r>
              <a:rPr lang="en-GB" dirty="0"/>
              <a:t>In ML during learning, the model is given correct labels for each samples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5EC8C93-6E23-E022-0237-E68794DB6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66" y="2848365"/>
            <a:ext cx="4931458" cy="29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5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sampled feedback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326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In real problems, agents are </a:t>
            </a:r>
            <a:r>
              <a:rPr lang="en-GB" b="1" dirty="0"/>
              <a:t>unlikely to sample all possible feedback exhaustively</a:t>
            </a:r>
          </a:p>
          <a:p>
            <a:pPr lvl="1"/>
            <a:r>
              <a:rPr lang="en-GB" dirty="0"/>
              <a:t>common assumptions "sampling every state-action pair infinitely often” are reasonable in small grid worlds with finite state and action spaces</a:t>
            </a:r>
          </a:p>
          <a:p>
            <a:pPr lvl="0"/>
            <a:r>
              <a:rPr lang="en-GB" dirty="0"/>
              <a:t>The core of supervised learning is to learn from sampled feedback in order to be able to </a:t>
            </a:r>
            <a:r>
              <a:rPr lang="en-GB" b="1" dirty="0"/>
              <a:t>generalize</a:t>
            </a:r>
            <a:r>
              <a:rPr lang="en-GB" dirty="0"/>
              <a:t> to new samples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8E9B487-E9AA-6FCF-A4B0-99E5B235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99" y="3101927"/>
            <a:ext cx="5096934" cy="351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0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Challenges: tabular representation</a:t>
            </a:r>
            <a:endParaRPr sz="4000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2446801-D956-614F-1A3E-B4A14E0E8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700" y="1104349"/>
            <a:ext cx="8818500" cy="5481645"/>
          </a:xfrm>
        </p:spPr>
        <p:txBody>
          <a:bodyPr/>
          <a:lstStyle/>
          <a:p>
            <a:r>
              <a:rPr lang="en-GB" dirty="0"/>
              <a:t>A table to represent value functions is </a:t>
            </a:r>
            <a:r>
              <a:rPr lang="en-GB" b="1" dirty="0"/>
              <a:t>no practical </a:t>
            </a:r>
            <a:r>
              <a:rPr lang="en-GB" dirty="0"/>
              <a:t>in complex problems</a:t>
            </a:r>
          </a:p>
          <a:p>
            <a:pPr lvl="1"/>
            <a:r>
              <a:rPr lang="en-GB" dirty="0"/>
              <a:t>Q-learning estimates optimal action-value function by a matrix indexed by states and actions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120650" indent="0">
              <a:buNone/>
            </a:pPr>
            <a:endParaRPr lang="en-GB" dirty="0"/>
          </a:p>
          <a:p>
            <a:r>
              <a:rPr lang="en-GB" dirty="0"/>
              <a:t>Environments can have </a:t>
            </a:r>
            <a:r>
              <a:rPr lang="en-GB" b="1" dirty="0"/>
              <a:t>high-dimensional state spaces </a:t>
            </a:r>
            <a:r>
              <a:rPr lang="en-GB" dirty="0"/>
              <a:t>(the number of variables that comprise a single state is vast) or can additionally have </a:t>
            </a:r>
            <a:r>
              <a:rPr lang="en-GB" b="1" dirty="0"/>
              <a:t>continuous variables</a:t>
            </a:r>
            <a:r>
              <a:rPr lang="en-GB" dirty="0"/>
              <a:t> (a single variable can take on an infinite number of values)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2D06E5-A3FB-B257-B078-DAA66ADB1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391541"/>
            <a:ext cx="8536891" cy="25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3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Generalization needs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02540" y="1147907"/>
            <a:ext cx="8958942" cy="5490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In real tasks the state space is </a:t>
            </a:r>
            <a:r>
              <a:rPr lang="en-GB" b="1" dirty="0"/>
              <a:t>combinatorial</a:t>
            </a:r>
            <a:r>
              <a:rPr lang="en-GB" dirty="0"/>
              <a:t> and </a:t>
            </a:r>
            <a:r>
              <a:rPr lang="en-GB" b="1" dirty="0"/>
              <a:t>enormous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we cannot expect to find an optimal policy</a:t>
            </a:r>
          </a:p>
          <a:p>
            <a:pPr lvl="1"/>
            <a:r>
              <a:rPr lang="en-GB" dirty="0"/>
              <a:t>the goal instead is to find a </a:t>
            </a:r>
            <a:r>
              <a:rPr lang="en-GB" b="1" dirty="0"/>
              <a:t>good approximate solution </a:t>
            </a:r>
          </a:p>
          <a:p>
            <a:r>
              <a:rPr lang="en-GB" dirty="0"/>
              <a:t>One problem: the </a:t>
            </a:r>
            <a:r>
              <a:rPr lang="en-GB" b="1" dirty="0"/>
              <a:t>memory needed </a:t>
            </a:r>
            <a:r>
              <a:rPr lang="en-GB" dirty="0"/>
              <a:t>for large tables and  the </a:t>
            </a:r>
            <a:r>
              <a:rPr lang="en-GB" b="1" dirty="0"/>
              <a:t>time needed</a:t>
            </a:r>
            <a:r>
              <a:rPr lang="en-GB" dirty="0"/>
              <a:t> to fill them accurately</a:t>
            </a:r>
          </a:p>
          <a:p>
            <a:r>
              <a:rPr lang="en-GB" dirty="0"/>
              <a:t>Even worst: almost every state encountered </a:t>
            </a:r>
            <a:r>
              <a:rPr lang="en-GB" b="1" dirty="0"/>
              <a:t>will never have been seen before</a:t>
            </a:r>
          </a:p>
          <a:p>
            <a:pPr lvl="1"/>
            <a:r>
              <a:rPr lang="en-GB" dirty="0"/>
              <a:t>it is necessary to </a:t>
            </a:r>
            <a:r>
              <a:rPr lang="en-GB" b="1" dirty="0"/>
              <a:t>generalize</a:t>
            </a:r>
            <a:r>
              <a:rPr lang="en-GB" dirty="0"/>
              <a:t> from previous experience with different (but in some sense similar) states</a:t>
            </a:r>
          </a:p>
          <a:p>
            <a:r>
              <a:rPr lang="en-GB" dirty="0"/>
              <a:t>How can experience with a limited subset of the state space be generalized to produce a good approximation over a much larger subset?</a:t>
            </a:r>
          </a:p>
          <a:p>
            <a:pPr lvl="1"/>
            <a:r>
              <a:rPr lang="en-GB" b="1" dirty="0"/>
              <a:t>generalization from examples </a:t>
            </a:r>
            <a:r>
              <a:rPr lang="en-GB" dirty="0"/>
              <a:t>has been extensively studied in </a:t>
            </a:r>
            <a:r>
              <a:rPr lang="en-GB" b="1" dirty="0"/>
              <a:t>Machine Learning</a:t>
            </a:r>
          </a:p>
          <a:p>
            <a:pPr lvl="1"/>
            <a:r>
              <a:rPr lang="en-GB" dirty="0"/>
              <a:t>we need to combine RL methods with existing generalization methods</a:t>
            </a:r>
          </a:p>
          <a:p>
            <a:pPr lvl="1"/>
            <a:endParaRPr lang="en-GB" sz="100" dirty="0"/>
          </a:p>
          <a:p>
            <a:r>
              <a:rPr lang="en-GB" dirty="0"/>
              <a:t>The kind of generalization is called </a:t>
            </a:r>
            <a:r>
              <a:rPr lang="en-GB" b="1" dirty="0"/>
              <a:t>function approximation </a:t>
            </a:r>
          </a:p>
          <a:p>
            <a:pPr lvl="1"/>
            <a:r>
              <a:rPr lang="en-GB" dirty="0"/>
              <a:t>takes examples from a desired function (e.g. value function) </a:t>
            </a:r>
          </a:p>
          <a:p>
            <a:pPr lvl="1"/>
            <a:r>
              <a:rPr lang="en-GB" dirty="0"/>
              <a:t>attempts to generalize from them to construct an approximation of the entire function </a:t>
            </a:r>
          </a:p>
        </p:txBody>
      </p:sp>
    </p:spTree>
    <p:extLst>
      <p:ext uri="{BB962C8B-B14F-4D97-AF65-F5344CB8AC3E}">
        <p14:creationId xmlns:p14="http://schemas.microsoft.com/office/powerpoint/2010/main" val="205670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diagramma, linea&#10;&#10;Descrizione generata automaticamente">
            <a:extLst>
              <a:ext uri="{FF2B5EF4-FFF2-40B4-BE49-F238E27FC236}">
                <a16:creationId xmlns:a16="http://schemas.microsoft.com/office/drawing/2014/main" id="{46359122-EFA3-B398-28FE-2A760D3CF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80" y="1156854"/>
            <a:ext cx="4924010" cy="2408149"/>
          </a:xfrm>
          <a:prstGeom prst="rect">
            <a:avLst/>
          </a:prstGeom>
        </p:spPr>
      </p:pic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The Cart-pole environment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81726" y="1073639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It is a classic in reinforcement learning</a:t>
            </a:r>
          </a:p>
          <a:p>
            <a:pPr lvl="1"/>
            <a:r>
              <a:rPr lang="en-GB" dirty="0"/>
              <a:t>state space has four variables</a:t>
            </a:r>
          </a:p>
          <a:p>
            <a:pPr lvl="2"/>
            <a:r>
              <a:rPr lang="en-GB" dirty="0"/>
              <a:t>position on the track (x-axis) </a:t>
            </a:r>
          </a:p>
          <a:p>
            <a:pPr lvl="2"/>
            <a:r>
              <a:rPr lang="en-GB" dirty="0"/>
              <a:t>velocity along the track (x-axis)  </a:t>
            </a:r>
          </a:p>
          <a:p>
            <a:pPr lvl="2"/>
            <a:r>
              <a:rPr lang="en-GB" dirty="0"/>
              <a:t>angle</a:t>
            </a:r>
          </a:p>
          <a:p>
            <a:pPr lvl="2"/>
            <a:r>
              <a:rPr lang="en-GB" dirty="0"/>
              <a:t>velocity at the tip </a:t>
            </a:r>
          </a:p>
          <a:p>
            <a:pPr lvl="1"/>
            <a:r>
              <a:rPr lang="en-GB" dirty="0"/>
              <a:t>two available actions in every state</a:t>
            </a:r>
          </a:p>
          <a:p>
            <a:pPr lvl="2"/>
            <a:r>
              <a:rPr lang="en-GB" dirty="0"/>
              <a:t>action 0 applies a –1 force to the cart (push it left)</a:t>
            </a:r>
          </a:p>
          <a:p>
            <a:pPr lvl="2"/>
            <a:r>
              <a:rPr lang="en-GB" dirty="0"/>
              <a:t>action 1 applies a +1 force to the cart (push it right)</a:t>
            </a:r>
          </a:p>
          <a:p>
            <a:pPr lvl="1"/>
            <a:r>
              <a:rPr lang="en-GB" dirty="0"/>
              <a:t>The cart reach a terminal state if the angle is more than 12 degrees away from the vertical position; the centre is more than 2.4 units from the centre of the track; and the episode count reaches 500 time steps.</a:t>
            </a:r>
          </a:p>
          <a:p>
            <a:pPr lvl="1"/>
            <a:r>
              <a:rPr lang="en-GB" dirty="0"/>
              <a:t>The reward function is +1 for every time step</a:t>
            </a:r>
          </a:p>
          <a:p>
            <a:r>
              <a:rPr lang="en-GB" dirty="0"/>
              <a:t>State space is </a:t>
            </a:r>
            <a:r>
              <a:rPr lang="en-GB" b="1" dirty="0"/>
              <a:t>low dimensional </a:t>
            </a:r>
            <a:r>
              <a:rPr lang="en-GB" dirty="0"/>
              <a:t>but </a:t>
            </a:r>
            <a:r>
              <a:rPr lang="en-GB" b="1" dirty="0"/>
              <a:t>continuous</a:t>
            </a:r>
          </a:p>
          <a:p>
            <a:r>
              <a:rPr lang="en-GB" dirty="0"/>
              <a:t>Training is fast and function approximation can help</a:t>
            </a:r>
          </a:p>
        </p:txBody>
      </p:sp>
      <p:pic>
        <p:nvPicPr>
          <p:cNvPr id="5" name="Immagine 4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ADF053CD-F6AF-86E1-CC56-2247B2B5F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21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the neural architecture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4308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refer to the </a:t>
            </a:r>
            <a:r>
              <a:rPr lang="en-GB" b="1" dirty="0"/>
              <a:t>approximate action-value function</a:t>
            </a:r>
            <a:r>
              <a:rPr lang="en-GB" dirty="0"/>
              <a:t> as Q(</a:t>
            </a:r>
            <a:r>
              <a:rPr lang="en-GB" dirty="0" err="1"/>
              <a:t>s,a</a:t>
            </a:r>
            <a:r>
              <a:rPr lang="en-GB" dirty="0"/>
              <a:t>; theta)</a:t>
            </a:r>
          </a:p>
          <a:p>
            <a:pPr lvl="1"/>
            <a:r>
              <a:rPr lang="en-GB" dirty="0"/>
              <a:t>parameterized by theta </a:t>
            </a:r>
          </a:p>
          <a:p>
            <a:pPr lvl="1"/>
            <a:r>
              <a:rPr lang="en-GB" dirty="0"/>
              <a:t>parameterized by the weights of a neural network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739E258-B16F-DE3C-1749-6CC9DBBA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20" y="2981149"/>
            <a:ext cx="5072934" cy="250524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689E3C1-2A92-9342-E6C5-5109BED79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58" y="2789499"/>
            <a:ext cx="4273956" cy="269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3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the neural architecture (2)</a:t>
            </a:r>
            <a:endParaRPr sz="4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F8BC385-753F-A59E-C9D5-261890853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" y="1794326"/>
            <a:ext cx="9054915" cy="387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2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51896"/>
            <a:ext cx="8818500" cy="5435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Loss function</a:t>
            </a:r>
            <a:r>
              <a:rPr lang="en-GB" dirty="0"/>
              <a:t>: a measure of how well our predictions are</a:t>
            </a:r>
          </a:p>
          <a:p>
            <a:pPr lvl="1"/>
            <a:r>
              <a:rPr lang="en-GB" dirty="0"/>
              <a:t>MSE (mean squared error, or L2 loss)</a:t>
            </a:r>
          </a:p>
          <a:p>
            <a:pPr lvl="1"/>
            <a:r>
              <a:rPr lang="en-GB" dirty="0"/>
              <a:t>average squared difference between the "predicted" and "true" values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straightforward in supervised learning (training/test set): in RL the "predicted values" are those from the neural network, but the "true values"?</a:t>
            </a:r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sz="1000" dirty="0"/>
          </a:p>
          <a:p>
            <a:r>
              <a:rPr lang="en-GB" dirty="0"/>
              <a:t>We don’t have sample of that optimal values, but remember that</a:t>
            </a:r>
          </a:p>
          <a:p>
            <a:pPr lvl="1"/>
            <a:r>
              <a:rPr lang="en-GB" dirty="0"/>
              <a:t>we can use the same principle of generalized policy iteration: alternate between policy-evaluation and policy-improvement</a:t>
            </a:r>
          </a:p>
          <a:p>
            <a:pPr lvl="1"/>
            <a:r>
              <a:rPr lang="en-GB" dirty="0"/>
              <a:t>however, using non-linear approximation cannot guarantees convergence</a:t>
            </a:r>
            <a:endParaRPr lang="en-GB" sz="500" dirty="0"/>
          </a:p>
          <a:p>
            <a:r>
              <a:rPr lang="en-GB" dirty="0"/>
              <a:t>We can use as "true values" the TD targets, which depend on a prediction coming from the network, the value of the next state, in a circular dependency</a:t>
            </a:r>
          </a:p>
          <a:p>
            <a:endParaRPr lang="en-GB" dirty="0"/>
          </a:p>
          <a:p>
            <a:endParaRPr lang="en-GB" dirty="0"/>
          </a:p>
          <a:p>
            <a:pPr marL="120650" indent="0">
              <a:buNone/>
            </a:pPr>
            <a:endParaRPr lang="en-GB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669E2B1-8308-4DD7-D4D7-E736820EE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63" y="3565904"/>
            <a:ext cx="3708400" cy="457200"/>
          </a:xfrm>
          <a:prstGeom prst="rect">
            <a:avLst/>
          </a:prstGeom>
        </p:spPr>
      </p:pic>
      <p:pic>
        <p:nvPicPr>
          <p:cNvPr id="3" name="Immagine 2" descr="Immagine che contiene Carattere, tipografia, calligrafia, testo&#10;&#10;Descrizione generata automaticamente">
            <a:extLst>
              <a:ext uri="{FF2B5EF4-FFF2-40B4-BE49-F238E27FC236}">
                <a16:creationId xmlns:a16="http://schemas.microsoft.com/office/drawing/2014/main" id="{BE9405DF-DE8E-8C89-8A16-8C0757FB0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463" y="2325740"/>
            <a:ext cx="34036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1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This circular dependency is bad: it’s not well behaved because it </a:t>
            </a:r>
            <a:r>
              <a:rPr lang="en-GB" b="1" dirty="0"/>
              <a:t>doesn’t respect several of the assumptions made in supervised learning problems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3CE8286-9E36-9187-1225-E504196F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1384300"/>
            <a:ext cx="7772400" cy="392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(3)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There are multiple ways we can evaluate a policy: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93AC528-83AE-0B51-655E-8F4E577AB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87" y="1810139"/>
            <a:ext cx="7272693" cy="47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84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what to optimize (4)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can use any of these targets and get solid results, however we keep things simple and use the off-policy TD target (Q-learning): </a:t>
            </a:r>
          </a:p>
          <a:p>
            <a:pPr lvl="0"/>
            <a:endParaRPr lang="en-GB" sz="600" dirty="0"/>
          </a:p>
          <a:p>
            <a:pPr lvl="0"/>
            <a:endParaRPr lang="en-GB" dirty="0"/>
          </a:p>
          <a:p>
            <a:pPr lvl="0"/>
            <a:endParaRPr lang="en-GB" sz="1400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dirty="0"/>
          </a:p>
          <a:p>
            <a:pPr lvl="0"/>
            <a:r>
              <a:rPr lang="en-GB" dirty="0"/>
              <a:t>Now, we can substitute in the loss function definition: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In ML we have </a:t>
            </a:r>
            <a:r>
              <a:rPr lang="en-GB" b="1" dirty="0"/>
              <a:t>predicted values</a:t>
            </a:r>
            <a:r>
              <a:rPr lang="en-GB" dirty="0"/>
              <a:t> (from the learning model) and </a:t>
            </a:r>
            <a:r>
              <a:rPr lang="en-GB" b="1" dirty="0"/>
              <a:t>true values </a:t>
            </a:r>
            <a:r>
              <a:rPr lang="en-GB" dirty="0"/>
              <a:t>(commonly constants and provided in advance)</a:t>
            </a:r>
          </a:p>
          <a:p>
            <a:pPr lvl="0"/>
            <a:r>
              <a:rPr lang="en-GB" dirty="0"/>
              <a:t>In RL, the "true values" </a:t>
            </a:r>
            <a:r>
              <a:rPr lang="en-GB" b="1" dirty="0"/>
              <a:t>depend on predicted values themselves</a:t>
            </a:r>
            <a:r>
              <a:rPr lang="en-GB" dirty="0"/>
              <a:t>: they come from the model, however </a:t>
            </a:r>
            <a:r>
              <a:rPr lang="en-GB" b="1" dirty="0"/>
              <a:t>they should be treated as a constant</a:t>
            </a:r>
            <a:r>
              <a:rPr lang="en-GB" dirty="0"/>
              <a:t>. 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dirty="0"/>
          </a:p>
        </p:txBody>
      </p:sp>
      <p:pic>
        <p:nvPicPr>
          <p:cNvPr id="4" name="Immagine 3" descr="Immagine che contiene testo, Carattere, calligrafia, bianco&#10;&#10;Descrizione generata automaticamente">
            <a:extLst>
              <a:ext uri="{FF2B5EF4-FFF2-40B4-BE49-F238E27FC236}">
                <a16:creationId xmlns:a16="http://schemas.microsoft.com/office/drawing/2014/main" id="{7475F5FE-5F7A-3ABD-955C-C453823C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0793"/>
            <a:ext cx="7772400" cy="101379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60FA82C-CB8F-A46C-D6D8-0C579A6DC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4944"/>
            <a:ext cx="4737100" cy="533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74A7BC7-F749-2842-B841-E12292550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20867"/>
            <a:ext cx="7876990" cy="74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2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the exploration strategy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need to balance the exploration-exploitation trade-off</a:t>
            </a:r>
          </a:p>
          <a:p>
            <a:pPr lvl="1"/>
            <a:r>
              <a:rPr lang="en-GB" dirty="0"/>
              <a:t>almost any technique would work fine</a:t>
            </a:r>
          </a:p>
          <a:p>
            <a:pPr lvl="1"/>
            <a:r>
              <a:rPr lang="en-GB" dirty="0"/>
              <a:t>to keep things simple, we’re going to use an epsilon-greedy strategy </a:t>
            </a:r>
          </a:p>
          <a:p>
            <a:pPr lvl="1"/>
            <a:endParaRPr lang="en-GB" dirty="0"/>
          </a:p>
          <a:p>
            <a:r>
              <a:rPr lang="en-GB" dirty="0"/>
              <a:t>Remember that the implication of the off-policy learning: two policies</a:t>
            </a:r>
          </a:p>
          <a:p>
            <a:pPr lvl="1"/>
            <a:r>
              <a:rPr lang="en-GB" dirty="0"/>
              <a:t>a policy that generates behaviour (in this case is an epsilon-greedy policy) </a:t>
            </a:r>
          </a:p>
          <a:p>
            <a:pPr lvl="1"/>
            <a:r>
              <a:rPr lang="en-GB" dirty="0"/>
              <a:t>a policy that we’re learning about </a:t>
            </a:r>
          </a:p>
          <a:p>
            <a:endParaRPr lang="en-GB" dirty="0"/>
          </a:p>
          <a:p>
            <a:r>
              <a:rPr lang="en-GB" dirty="0"/>
              <a:t>When evaluating the agent, we will use the action greedy with respect to the learned action-value function</a:t>
            </a:r>
          </a:p>
        </p:txBody>
      </p:sp>
    </p:spTree>
    <p:extLst>
      <p:ext uri="{BB962C8B-B14F-4D97-AF65-F5344CB8AC3E}">
        <p14:creationId xmlns:p14="http://schemas.microsoft.com/office/powerpoint/2010/main" val="2069157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Select an optimization method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75107" y="994305"/>
            <a:ext cx="8818500" cy="5658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Gradient Descent method needs a couple of assumptions: </a:t>
            </a:r>
          </a:p>
          <a:p>
            <a:pPr lvl="1"/>
            <a:r>
              <a:rPr lang="en-GB" dirty="0"/>
              <a:t>data must be </a:t>
            </a:r>
            <a:r>
              <a:rPr lang="en-GB" b="1" dirty="0"/>
              <a:t>independent and identically distributed </a:t>
            </a:r>
            <a:r>
              <a:rPr lang="en-GB" dirty="0"/>
              <a:t>(IID) </a:t>
            </a:r>
          </a:p>
          <a:p>
            <a:pPr lvl="1"/>
            <a:r>
              <a:rPr lang="en-GB" dirty="0"/>
              <a:t>targets must be </a:t>
            </a:r>
            <a:r>
              <a:rPr lang="en-GB" b="1" dirty="0"/>
              <a:t>stationary</a:t>
            </a:r>
          </a:p>
          <a:p>
            <a:pPr lvl="1"/>
            <a:r>
              <a:rPr lang="en-GB" dirty="0"/>
              <a:t>in RL we cannot ensure any of these assumptions</a:t>
            </a:r>
          </a:p>
          <a:p>
            <a:r>
              <a:rPr lang="en-GB" dirty="0"/>
              <a:t>We need a robust optimization method</a:t>
            </a:r>
          </a:p>
          <a:p>
            <a:pPr lvl="1"/>
            <a:r>
              <a:rPr lang="en-GB" dirty="0"/>
              <a:t>Batch Gradient Descent: </a:t>
            </a:r>
          </a:p>
          <a:p>
            <a:pPr lvl="2"/>
            <a:r>
              <a:rPr lang="en-GB" dirty="0"/>
              <a:t>takes the entire dataset, calculates the gradient and </a:t>
            </a:r>
            <a:br>
              <a:rPr lang="en-GB" dirty="0"/>
            </a:br>
            <a:r>
              <a:rPr lang="en-GB" dirty="0"/>
              <a:t>steps toward this gradient a little bit at a time</a:t>
            </a:r>
          </a:p>
          <a:p>
            <a:pPr lvl="2"/>
            <a:r>
              <a:rPr lang="en-GB" dirty="0"/>
              <a:t>we don’t even have a dataset in advance, so it </a:t>
            </a:r>
            <a:br>
              <a:rPr lang="en-GB" dirty="0"/>
            </a:br>
            <a:r>
              <a:rPr lang="en-GB" dirty="0"/>
              <a:t>isn’t applicable</a:t>
            </a:r>
          </a:p>
          <a:p>
            <a:pPr lvl="1"/>
            <a:r>
              <a:rPr lang="en-GB" dirty="0"/>
              <a:t>Mini-batch gradient descent</a:t>
            </a:r>
          </a:p>
          <a:p>
            <a:pPr lvl="2"/>
            <a:r>
              <a:rPr lang="en-GB" dirty="0"/>
              <a:t>only a fraction of the data at a time (mini-batch)</a:t>
            </a:r>
          </a:p>
          <a:p>
            <a:pPr lvl="1"/>
            <a:r>
              <a:rPr lang="en-GB" dirty="0"/>
              <a:t>Gradient descent with momentum</a:t>
            </a:r>
          </a:p>
          <a:p>
            <a:pPr lvl="2"/>
            <a:r>
              <a:rPr lang="en-GB" dirty="0"/>
              <a:t>updates weights in  the direction of the moving </a:t>
            </a:r>
            <a:br>
              <a:rPr lang="en-GB" dirty="0"/>
            </a:br>
            <a:r>
              <a:rPr lang="en-GB" dirty="0"/>
              <a:t>average of the gradients, instead of the gradient itself</a:t>
            </a:r>
          </a:p>
          <a:p>
            <a:pPr lvl="1"/>
            <a:r>
              <a:rPr lang="en-GB" dirty="0"/>
              <a:t>Others: </a:t>
            </a:r>
            <a:r>
              <a:rPr lang="en-GB" b="1" dirty="0"/>
              <a:t>root mean square propagation </a:t>
            </a:r>
            <a:r>
              <a:rPr lang="en-GB" dirty="0"/>
              <a:t>(RMSprop), </a:t>
            </a:r>
            <a:br>
              <a:rPr lang="en-GB" dirty="0"/>
            </a:br>
            <a:r>
              <a:rPr lang="en-GB" b="1" dirty="0"/>
              <a:t>adaptive moment estimation </a:t>
            </a:r>
            <a:r>
              <a:rPr lang="en-GB" dirty="0"/>
              <a:t>(Adam)</a:t>
            </a:r>
          </a:p>
          <a:p>
            <a:pPr lvl="2"/>
            <a:endParaRPr lang="en-GB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824B62-39D2-067B-7973-592F3517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980" y="2981725"/>
            <a:ext cx="2470839" cy="115331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EEED730-36D2-B792-9B7F-B97976EDD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115" y="4166867"/>
            <a:ext cx="2612571" cy="1187533"/>
          </a:xfrm>
          <a:prstGeom prst="rect">
            <a:avLst/>
          </a:prstGeom>
        </p:spPr>
      </p:pic>
      <p:pic>
        <p:nvPicPr>
          <p:cNvPr id="9" name="Immagine 8" descr="Immagine che contiene cerchio, design, illustrazione&#10;&#10;Descrizione generata automaticamente">
            <a:extLst>
              <a:ext uri="{FF2B5EF4-FFF2-40B4-BE49-F238E27FC236}">
                <a16:creationId xmlns:a16="http://schemas.microsoft.com/office/drawing/2014/main" id="{4477482F-E0DC-53B1-ED73-708167103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115" y="5386229"/>
            <a:ext cx="2787678" cy="123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8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Neural Fitted Q (NFQ)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31512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Now we can put things together: </a:t>
            </a:r>
          </a:p>
          <a:p>
            <a:pPr lvl="1"/>
            <a:r>
              <a:rPr lang="en-GB" dirty="0"/>
              <a:t>approximate 𝑄(𝑠,𝑎;𝜃) using a fully connected NN </a:t>
            </a:r>
          </a:p>
          <a:p>
            <a:pPr lvl="1"/>
            <a:r>
              <a:rPr lang="en-GB" dirty="0"/>
              <a:t>use the off-policy TD targets (𝑟 + 𝛾 max</a:t>
            </a:r>
            <a:r>
              <a:rPr lang="en-GB" baseline="-25000" dirty="0"/>
              <a:t>𝑎</a:t>
            </a:r>
            <a:r>
              <a:rPr lang="en-GB" dirty="0"/>
              <a:t>𝑄(𝑠′,𝑎;𝜃)) to evaluate policies</a:t>
            </a:r>
          </a:p>
          <a:p>
            <a:pPr lvl="1"/>
            <a:r>
              <a:rPr lang="en-GB" dirty="0"/>
              <a:t>use an epsilon-greedy strategy to improve policies</a:t>
            </a:r>
          </a:p>
          <a:p>
            <a:pPr lvl="1"/>
            <a:r>
              <a:rPr lang="en-GB" dirty="0"/>
              <a:t>use mean squared error (MSE) for the loss function </a:t>
            </a:r>
          </a:p>
          <a:p>
            <a:pPr lvl="1"/>
            <a:r>
              <a:rPr lang="en-GB" dirty="0"/>
              <a:t>and use RMSprop as optimizer</a:t>
            </a:r>
          </a:p>
          <a:p>
            <a:pPr lvl="1"/>
            <a:endParaRPr lang="en-GB" sz="100" dirty="0"/>
          </a:p>
          <a:p>
            <a:pPr lvl="0"/>
            <a:r>
              <a:rPr lang="en-GB" dirty="0"/>
              <a:t>The full neural fitted Q-iteration (NFQ) algorithm has three main steps:</a:t>
            </a:r>
          </a:p>
        </p:txBody>
      </p:sp>
      <p:pic>
        <p:nvPicPr>
          <p:cNvPr id="4" name="Immagine 3" descr="Immagine che contiene testo, Carattere, linea, bianco&#10;&#10;Descrizione generata automaticamente">
            <a:extLst>
              <a:ext uri="{FF2B5EF4-FFF2-40B4-BE49-F238E27FC236}">
                <a16:creationId xmlns:a16="http://schemas.microsoft.com/office/drawing/2014/main" id="{91B66105-7558-9D16-874B-B9412A409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25" y="3953580"/>
            <a:ext cx="7772400" cy="274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42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Neural Fitted Q (NFQ)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NFQ is not a state-of-the-art solution, however in a simple environment as the cart-pole, it shows a decent performance</a:t>
            </a:r>
          </a:p>
        </p:txBody>
      </p:sp>
      <p:pic>
        <p:nvPicPr>
          <p:cNvPr id="6" name="Immagine 5" descr="Immagine che contiene schermata, diagramma, Diagramma, testo&#10;&#10;Descrizione generata automaticamente">
            <a:extLst>
              <a:ext uri="{FF2B5EF4-FFF2-40B4-BE49-F238E27FC236}">
                <a16:creationId xmlns:a16="http://schemas.microsoft.com/office/drawing/2014/main" id="{63F75DCB-92FE-C15F-FFEB-9C76EECCF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94" y="2017227"/>
            <a:ext cx="8572237" cy="4588344"/>
          </a:xfrm>
          <a:prstGeom prst="rect">
            <a:avLst/>
          </a:prstGeom>
        </p:spPr>
      </p:pic>
      <p:pic>
        <p:nvPicPr>
          <p:cNvPr id="7" name="Immagine 6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11E03EFF-723B-40F4-609D-20E48BF80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74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Notice that we’re using a </a:t>
            </a:r>
            <a:r>
              <a:rPr lang="en-GB" b="1" dirty="0"/>
              <a:t>non-stationary target </a:t>
            </a:r>
            <a:r>
              <a:rPr lang="en-GB" dirty="0"/>
              <a:t>for the learning updates</a:t>
            </a:r>
          </a:p>
          <a:p>
            <a:pPr lvl="1"/>
            <a:r>
              <a:rPr lang="en-GB" dirty="0"/>
              <a:t>as we update the weights of the approximate Q-function, the targets also move and make our most recent update outdated</a:t>
            </a:r>
          </a:p>
          <a:p>
            <a:r>
              <a:rPr lang="en-GB" dirty="0"/>
              <a:t>Training becomes </a:t>
            </a:r>
            <a:r>
              <a:rPr lang="en-GB" b="1" dirty="0"/>
              <a:t>unstable</a:t>
            </a:r>
            <a:r>
              <a:rPr lang="en-GB" dirty="0"/>
              <a:t> quickly</a:t>
            </a:r>
          </a:p>
        </p:txBody>
      </p:sp>
      <p:pic>
        <p:nvPicPr>
          <p:cNvPr id="4" name="Immagine 3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19E744CE-98FA-6412-4C7B-E2C0343D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2826657"/>
            <a:ext cx="8772481" cy="377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77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Challenges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batched K experience samples, collected online, and update the NN from that mini-batch</a:t>
            </a:r>
          </a:p>
          <a:p>
            <a:pPr lvl="1"/>
            <a:r>
              <a:rPr lang="en-GB" dirty="0"/>
              <a:t>these samples are </a:t>
            </a:r>
            <a:r>
              <a:rPr lang="en-GB" b="1" dirty="0"/>
              <a:t>correlated</a:t>
            </a:r>
            <a:r>
              <a:rPr lang="en-GB" dirty="0"/>
              <a:t>, they come from the same trajectory and policy</a:t>
            </a:r>
          </a:p>
          <a:p>
            <a:pPr lvl="1"/>
            <a:r>
              <a:rPr lang="en-GB" dirty="0"/>
              <a:t>later we use different mini-batches that are also internally correlated, but likely different from previous mini-batches</a:t>
            </a:r>
          </a:p>
          <a:p>
            <a:r>
              <a:rPr lang="en-GB" dirty="0"/>
              <a:t>This means that </a:t>
            </a:r>
            <a:r>
              <a:rPr lang="en-GB" b="1" dirty="0"/>
              <a:t>we aren’t holding the IID assumption</a:t>
            </a:r>
            <a:r>
              <a:rPr lang="en-GB" dirty="0"/>
              <a:t>, </a:t>
            </a:r>
          </a:p>
          <a:p>
            <a:pPr lvl="1"/>
            <a:r>
              <a:rPr lang="en-GB" dirty="0"/>
              <a:t>optimization methods assume data samples independent and identically distributed</a:t>
            </a:r>
          </a:p>
          <a:p>
            <a:r>
              <a:rPr lang="en-GB" dirty="0"/>
              <a:t>We’re training on almost the exact opposite</a:t>
            </a:r>
          </a:p>
          <a:p>
            <a:pPr lvl="1"/>
            <a:r>
              <a:rPr lang="en-GB" dirty="0"/>
              <a:t>samples are not independent </a:t>
            </a:r>
          </a:p>
          <a:p>
            <a:pPr lvl="2"/>
            <a:r>
              <a:rPr lang="en-GB" dirty="0"/>
              <a:t>the outcome of a new state is dependent on current state</a:t>
            </a:r>
          </a:p>
          <a:p>
            <a:pPr lvl="1"/>
            <a:r>
              <a:rPr lang="en-GB" dirty="0"/>
              <a:t>samples aren’t identically distributed </a:t>
            </a:r>
          </a:p>
          <a:p>
            <a:pPr lvl="2"/>
            <a:r>
              <a:rPr lang="en-GB" dirty="0"/>
              <a:t>underlying data generating process, the policy, is changing over time</a:t>
            </a:r>
          </a:p>
          <a:p>
            <a:pPr lvl="1"/>
            <a:r>
              <a:rPr lang="en-GB" dirty="0"/>
              <a:t>optimization methods allow to relax the IID assumption to a certain degree, but we go all the way</a:t>
            </a:r>
          </a:p>
          <a:p>
            <a:r>
              <a:rPr lang="en-GB" dirty="0"/>
              <a:t>We can run a </a:t>
            </a:r>
            <a:r>
              <a:rPr lang="en-GB" b="1" dirty="0"/>
              <a:t>grid search </a:t>
            </a:r>
            <a:r>
              <a:rPr lang="en-GB" dirty="0"/>
              <a:t>experiment to find the best parameters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91E421C9-1F3B-33F8-F5F9-5018D19A6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67628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9FCBEF-C3E3-44E1-8B4F-C9903419375D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3bd0d43f-5e5b-43cd-b6fc-691bd77672c6"/>
    <ds:schemaRef ds:uri="e9b5433c-2372-4cb7-8bab-09518096b29b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FD75012-9612-47E2-A19A-DBEFFBE78E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9F123E-5225-44F0-B95C-4FD63E588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22420</TotalTime>
  <Words>1430</Words>
  <Application>Microsoft Macintosh PowerPoint</Application>
  <PresentationFormat>Presentazione su schermo (4:3)</PresentationFormat>
  <Paragraphs>198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Open Sans</vt:lpstr>
      <vt:lpstr>Arial</vt:lpstr>
      <vt:lpstr>Economica</vt:lpstr>
      <vt:lpstr>Luxe</vt:lpstr>
      <vt:lpstr>Neural fitted Q</vt:lpstr>
      <vt:lpstr>Objectives</vt:lpstr>
      <vt:lpstr>Challenges: sequential feedback</vt:lpstr>
      <vt:lpstr>Challenges: evaluative feedback</vt:lpstr>
      <vt:lpstr>Challenges: sampled feedback</vt:lpstr>
      <vt:lpstr>Challenges: tabular representation</vt:lpstr>
      <vt:lpstr>Generalization needs</vt:lpstr>
      <vt:lpstr>The Cart-pole environment</vt:lpstr>
      <vt:lpstr>Select the neural architecture (2)</vt:lpstr>
      <vt:lpstr>Select the neural architecture (2)</vt:lpstr>
      <vt:lpstr>Select what to optimize (1)</vt:lpstr>
      <vt:lpstr>Select what to optimize (2)</vt:lpstr>
      <vt:lpstr>Select what to optimize (3)</vt:lpstr>
      <vt:lpstr>Select what to optimize (4)</vt:lpstr>
      <vt:lpstr>Select the exploration strategy</vt:lpstr>
      <vt:lpstr>Select an optimization method</vt:lpstr>
      <vt:lpstr>Neural Fitted Q (NFQ) (1)</vt:lpstr>
      <vt:lpstr>Neural Fitted Q (NFQ) (2)</vt:lpstr>
      <vt:lpstr>Challenges (1)</vt:lpstr>
      <vt:lpstr>Challenges (2)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52</cp:revision>
  <dcterms:modified xsi:type="dcterms:W3CDTF">2025-10-10T13:39:18Z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