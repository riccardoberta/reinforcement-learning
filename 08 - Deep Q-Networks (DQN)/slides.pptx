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8"/>
  </p:notesMasterIdLst>
  <p:sldIdLst>
    <p:sldId id="256" r:id="rId5"/>
    <p:sldId id="264" r:id="rId6"/>
    <p:sldId id="295" r:id="rId7"/>
    <p:sldId id="299" r:id="rId8"/>
    <p:sldId id="296" r:id="rId9"/>
    <p:sldId id="297" r:id="rId10"/>
    <p:sldId id="300" r:id="rId11"/>
    <p:sldId id="301" r:id="rId12"/>
    <p:sldId id="303" r:id="rId13"/>
    <p:sldId id="298" r:id="rId14"/>
    <p:sldId id="315" r:id="rId15"/>
    <p:sldId id="306" r:id="rId16"/>
    <p:sldId id="309" r:id="rId17"/>
    <p:sldId id="310" r:id="rId18"/>
    <p:sldId id="317" r:id="rId19"/>
    <p:sldId id="313" r:id="rId20"/>
    <p:sldId id="314" r:id="rId21"/>
    <p:sldId id="318" r:id="rId22"/>
    <p:sldId id="316" r:id="rId23"/>
    <p:sldId id="311" r:id="rId24"/>
    <p:sldId id="312" r:id="rId25"/>
    <p:sldId id="319" r:id="rId26"/>
    <p:sldId id="308" r:id="rId27"/>
  </p:sldIdLst>
  <p:sldSz cx="9144000" cy="6858000" type="screen4x3"/>
  <p:notesSz cx="6858000" cy="9144000"/>
  <p:embeddedFontLst>
    <p:embeddedFont>
      <p:font typeface="Economica" panose="02000506040000020004" pitchFamily="2" charset="77"/>
      <p:regular r:id="rId29"/>
      <p:bold r:id="rId30"/>
      <p:italic r:id="rId31"/>
      <p:boldItalic r:id="rId32"/>
    </p:embeddedFont>
    <p:embeddedFont>
      <p:font typeface="Open Sans" panose="020B0606030504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039C91-37AC-7042-8FCA-AE1CE0A92DE6}" v="19" dt="2025-12-03T16:17:27.5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15"/>
    <p:restoredTop sz="91968"/>
  </p:normalViewPr>
  <p:slideViewPr>
    <p:cSldViewPr snapToGrid="0" snapToObjects="1">
      <p:cViewPr varScale="1">
        <p:scale>
          <a:sx n="143" d="100"/>
          <a:sy n="143" d="100"/>
        </p:scale>
        <p:origin x="24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6.fntdata"/><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custSel addSld delSld modSld sldOrd">
      <pc:chgData name="Riccardo Berta" userId="c8694f89-bba4-4576-b0a8-456619ca5a8c" providerId="ADAL" clId="{FDDBFC5A-5EA9-5330-BEB8-433D7E3B4C4E}" dt="2025-12-03T16:17:33.611" v="357" actId="1076"/>
      <pc:docMkLst>
        <pc:docMk/>
      </pc:docMkLst>
      <pc:sldChg chg="modSp mod">
        <pc:chgData name="Riccardo Berta" userId="c8694f89-bba4-4576-b0a8-456619ca5a8c" providerId="ADAL" clId="{FDDBFC5A-5EA9-5330-BEB8-433D7E3B4C4E}" dt="2025-12-03T16:05:28.679" v="236" actId="20577"/>
        <pc:sldMkLst>
          <pc:docMk/>
          <pc:sldMk cId="0" sldId="264"/>
        </pc:sldMkLst>
        <pc:spChg chg="mod">
          <ac:chgData name="Riccardo Berta" userId="c8694f89-bba4-4576-b0a8-456619ca5a8c" providerId="ADAL" clId="{FDDBFC5A-5EA9-5330-BEB8-433D7E3B4C4E}" dt="2025-12-03T16:05:28.679" v="236" actId="20577"/>
          <ac:spMkLst>
            <pc:docMk/>
            <pc:sldMk cId="0" sldId="264"/>
            <ac:spMk id="84" creationId="{00000000-0000-0000-0000-000000000000}"/>
          </ac:spMkLst>
        </pc:spChg>
      </pc:sldChg>
      <pc:sldChg chg="modSp mod">
        <pc:chgData name="Riccardo Berta" userId="c8694f89-bba4-4576-b0a8-456619ca5a8c" providerId="ADAL" clId="{FDDBFC5A-5EA9-5330-BEB8-433D7E3B4C4E}" dt="2025-12-03T16:06:29.601" v="246" actId="1076"/>
        <pc:sldMkLst>
          <pc:docMk/>
          <pc:sldMk cId="931677077" sldId="295"/>
        </pc:sldMkLst>
        <pc:spChg chg="mod">
          <ac:chgData name="Riccardo Berta" userId="c8694f89-bba4-4576-b0a8-456619ca5a8c" providerId="ADAL" clId="{FDDBFC5A-5EA9-5330-BEB8-433D7E3B4C4E}" dt="2025-12-03T16:06:23.254" v="243" actId="20577"/>
          <ac:spMkLst>
            <pc:docMk/>
            <pc:sldMk cId="931677077" sldId="295"/>
            <ac:spMk id="84" creationId="{00000000-0000-0000-0000-000000000000}"/>
          </ac:spMkLst>
        </pc:spChg>
        <pc:picChg chg="mod">
          <ac:chgData name="Riccardo Berta" userId="c8694f89-bba4-4576-b0a8-456619ca5a8c" providerId="ADAL" clId="{FDDBFC5A-5EA9-5330-BEB8-433D7E3B4C4E}" dt="2025-12-03T16:06:29.601" v="246" actId="1076"/>
          <ac:picMkLst>
            <pc:docMk/>
            <pc:sldMk cId="931677077" sldId="295"/>
            <ac:picMk id="3" creationId="{78E96A67-2332-EB9D-2237-584B09C97F05}"/>
          </ac:picMkLst>
        </pc:picChg>
        <pc:picChg chg="mod">
          <ac:chgData name="Riccardo Berta" userId="c8694f89-bba4-4576-b0a8-456619ca5a8c" providerId="ADAL" clId="{FDDBFC5A-5EA9-5330-BEB8-433D7E3B4C4E}" dt="2025-12-03T16:06:14.226" v="241" actId="1076"/>
          <ac:picMkLst>
            <pc:docMk/>
            <pc:sldMk cId="931677077" sldId="295"/>
            <ac:picMk id="4" creationId="{71FAB54C-FD34-4B3E-E2C5-57ADF23AEB4C}"/>
          </ac:picMkLst>
        </pc:picChg>
      </pc:sldChg>
      <pc:sldChg chg="modSp mod">
        <pc:chgData name="Riccardo Berta" userId="c8694f89-bba4-4576-b0a8-456619ca5a8c" providerId="ADAL" clId="{FDDBFC5A-5EA9-5330-BEB8-433D7E3B4C4E}" dt="2025-12-03T16:09:05.293" v="290" actId="1076"/>
        <pc:sldMkLst>
          <pc:docMk/>
          <pc:sldMk cId="3393540272" sldId="296"/>
        </pc:sldMkLst>
        <pc:spChg chg="mod">
          <ac:chgData name="Riccardo Berta" userId="c8694f89-bba4-4576-b0a8-456619ca5a8c" providerId="ADAL" clId="{FDDBFC5A-5EA9-5330-BEB8-433D7E3B4C4E}" dt="2025-12-03T16:08:50.121" v="289" actId="113"/>
          <ac:spMkLst>
            <pc:docMk/>
            <pc:sldMk cId="3393540272" sldId="296"/>
            <ac:spMk id="84" creationId="{00000000-0000-0000-0000-000000000000}"/>
          </ac:spMkLst>
        </pc:spChg>
        <pc:picChg chg="mod">
          <ac:chgData name="Riccardo Berta" userId="c8694f89-bba4-4576-b0a8-456619ca5a8c" providerId="ADAL" clId="{FDDBFC5A-5EA9-5330-BEB8-433D7E3B4C4E}" dt="2025-12-03T16:09:05.293" v="290" actId="1076"/>
          <ac:picMkLst>
            <pc:docMk/>
            <pc:sldMk cId="3393540272" sldId="296"/>
            <ac:picMk id="4" creationId="{F3871048-A6B0-87FC-06F5-96FE3E44F6A8}"/>
          </ac:picMkLst>
        </pc:picChg>
      </pc:sldChg>
      <pc:sldChg chg="modSp mod">
        <pc:chgData name="Riccardo Berta" userId="c8694f89-bba4-4576-b0a8-456619ca5a8c" providerId="ADAL" clId="{FDDBFC5A-5EA9-5330-BEB8-433D7E3B4C4E}" dt="2025-12-03T16:09:45.964" v="294" actId="20577"/>
        <pc:sldMkLst>
          <pc:docMk/>
          <pc:sldMk cId="4247091244" sldId="297"/>
        </pc:sldMkLst>
        <pc:spChg chg="mod">
          <ac:chgData name="Riccardo Berta" userId="c8694f89-bba4-4576-b0a8-456619ca5a8c" providerId="ADAL" clId="{FDDBFC5A-5EA9-5330-BEB8-433D7E3B4C4E}" dt="2025-12-03T16:09:45.964" v="294" actId="20577"/>
          <ac:spMkLst>
            <pc:docMk/>
            <pc:sldMk cId="4247091244" sldId="297"/>
            <ac:spMk id="84" creationId="{00000000-0000-0000-0000-000000000000}"/>
          </ac:spMkLst>
        </pc:spChg>
        <pc:picChg chg="mod">
          <ac:chgData name="Riccardo Berta" userId="c8694f89-bba4-4576-b0a8-456619ca5a8c" providerId="ADAL" clId="{FDDBFC5A-5EA9-5330-BEB8-433D7E3B4C4E}" dt="2025-12-03T16:09:43.133" v="293" actId="1076"/>
          <ac:picMkLst>
            <pc:docMk/>
            <pc:sldMk cId="4247091244" sldId="297"/>
            <ac:picMk id="3" creationId="{828A3654-B8F6-2C79-3289-6BA8809CF101}"/>
          </ac:picMkLst>
        </pc:picChg>
      </pc:sldChg>
      <pc:sldChg chg="modSp mod">
        <pc:chgData name="Riccardo Berta" userId="c8694f89-bba4-4576-b0a8-456619ca5a8c" providerId="ADAL" clId="{FDDBFC5A-5EA9-5330-BEB8-433D7E3B4C4E}" dt="2025-12-03T16:08:34.539" v="286" actId="404"/>
        <pc:sldMkLst>
          <pc:docMk/>
          <pc:sldMk cId="1578067628" sldId="299"/>
        </pc:sldMkLst>
        <pc:spChg chg="mod">
          <ac:chgData name="Riccardo Berta" userId="c8694f89-bba4-4576-b0a8-456619ca5a8c" providerId="ADAL" clId="{FDDBFC5A-5EA9-5330-BEB8-433D7E3B4C4E}" dt="2025-12-03T16:08:34.539" v="286" actId="404"/>
          <ac:spMkLst>
            <pc:docMk/>
            <pc:sldMk cId="1578067628" sldId="299"/>
            <ac:spMk id="84" creationId="{00000000-0000-0000-0000-000000000000}"/>
          </ac:spMkLst>
        </pc:spChg>
      </pc:sldChg>
      <pc:sldChg chg="modSp mod">
        <pc:chgData name="Riccardo Berta" userId="c8694f89-bba4-4576-b0a8-456619ca5a8c" providerId="ADAL" clId="{FDDBFC5A-5EA9-5330-BEB8-433D7E3B4C4E}" dt="2025-12-03T16:10:49.920" v="295" actId="1076"/>
        <pc:sldMkLst>
          <pc:docMk/>
          <pc:sldMk cId="626844690" sldId="301"/>
        </pc:sldMkLst>
        <pc:picChg chg="mod">
          <ac:chgData name="Riccardo Berta" userId="c8694f89-bba4-4576-b0a8-456619ca5a8c" providerId="ADAL" clId="{FDDBFC5A-5EA9-5330-BEB8-433D7E3B4C4E}" dt="2025-12-03T16:10:49.920" v="295" actId="1076"/>
          <ac:picMkLst>
            <pc:docMk/>
            <pc:sldMk cId="626844690" sldId="301"/>
            <ac:picMk id="3" creationId="{196E140F-4085-0A77-9C53-D2A04BF75D0E}"/>
          </ac:picMkLst>
        </pc:picChg>
      </pc:sldChg>
      <pc:sldChg chg="modSp mod">
        <pc:chgData name="Riccardo Berta" userId="c8694f89-bba4-4576-b0a8-456619ca5a8c" providerId="ADAL" clId="{FDDBFC5A-5EA9-5330-BEB8-433D7E3B4C4E}" dt="2025-12-03T16:11:37.037" v="298" actId="14100"/>
        <pc:sldMkLst>
          <pc:docMk/>
          <pc:sldMk cId="3305673298" sldId="303"/>
        </pc:sldMkLst>
        <pc:spChg chg="mod">
          <ac:chgData name="Riccardo Berta" userId="c8694f89-bba4-4576-b0a8-456619ca5a8c" providerId="ADAL" clId="{FDDBFC5A-5EA9-5330-BEB8-433D7E3B4C4E}" dt="2025-12-03T16:11:30.035" v="296" actId="20577"/>
          <ac:spMkLst>
            <pc:docMk/>
            <pc:sldMk cId="3305673298" sldId="303"/>
            <ac:spMk id="84" creationId="{00000000-0000-0000-0000-000000000000}"/>
          </ac:spMkLst>
        </pc:spChg>
        <pc:picChg chg="mod">
          <ac:chgData name="Riccardo Berta" userId="c8694f89-bba4-4576-b0a8-456619ca5a8c" providerId="ADAL" clId="{FDDBFC5A-5EA9-5330-BEB8-433D7E3B4C4E}" dt="2025-12-03T16:11:37.037" v="298" actId="14100"/>
          <ac:picMkLst>
            <pc:docMk/>
            <pc:sldMk cId="3305673298" sldId="303"/>
            <ac:picMk id="3" creationId="{E9C4211B-6614-C188-6400-E6645F6FC00C}"/>
          </ac:picMkLst>
        </pc:picChg>
      </pc:sldChg>
      <pc:sldChg chg="addSp delSp modSp mod">
        <pc:chgData name="Riccardo Berta" userId="c8694f89-bba4-4576-b0a8-456619ca5a8c" providerId="ADAL" clId="{FDDBFC5A-5EA9-5330-BEB8-433D7E3B4C4E}" dt="2025-12-03T15:52:35.158" v="64" actId="1076"/>
        <pc:sldMkLst>
          <pc:docMk/>
          <pc:sldMk cId="244155539" sldId="306"/>
        </pc:sldMkLst>
        <pc:picChg chg="add mod">
          <ac:chgData name="Riccardo Berta" userId="c8694f89-bba4-4576-b0a8-456619ca5a8c" providerId="ADAL" clId="{FDDBFC5A-5EA9-5330-BEB8-433D7E3B4C4E}" dt="2025-12-03T15:52:03.534" v="61"/>
          <ac:picMkLst>
            <pc:docMk/>
            <pc:sldMk cId="244155539" sldId="306"/>
            <ac:picMk id="2" creationId="{2067EE20-B065-60BF-0DCD-E04B77C7E1EC}"/>
          </ac:picMkLst>
        </pc:picChg>
        <pc:picChg chg="del">
          <ac:chgData name="Riccardo Berta" userId="c8694f89-bba4-4576-b0a8-456619ca5a8c" providerId="ADAL" clId="{FDDBFC5A-5EA9-5330-BEB8-433D7E3B4C4E}" dt="2025-12-03T15:52:20.157" v="62" actId="478"/>
          <ac:picMkLst>
            <pc:docMk/>
            <pc:sldMk cId="244155539" sldId="306"/>
            <ac:picMk id="3" creationId="{106461BA-146D-4F3D-0663-4ED8F6263745}"/>
          </ac:picMkLst>
        </pc:picChg>
        <pc:picChg chg="add mod">
          <ac:chgData name="Riccardo Berta" userId="c8694f89-bba4-4576-b0a8-456619ca5a8c" providerId="ADAL" clId="{FDDBFC5A-5EA9-5330-BEB8-433D7E3B4C4E}" dt="2025-12-03T15:52:35.158" v="64" actId="1076"/>
          <ac:picMkLst>
            <pc:docMk/>
            <pc:sldMk cId="244155539" sldId="306"/>
            <ac:picMk id="5" creationId="{B61C811C-AA7C-DC47-E1BB-84C5A49F18DF}"/>
          </ac:picMkLst>
        </pc:picChg>
      </pc:sldChg>
      <pc:sldChg chg="del">
        <pc:chgData name="Riccardo Berta" userId="c8694f89-bba4-4576-b0a8-456619ca5a8c" providerId="ADAL" clId="{FDDBFC5A-5EA9-5330-BEB8-433D7E3B4C4E}" dt="2025-12-03T15:52:43.593" v="65" actId="2696"/>
        <pc:sldMkLst>
          <pc:docMk/>
          <pc:sldMk cId="1426120087" sldId="307"/>
        </pc:sldMkLst>
      </pc:sldChg>
      <pc:sldChg chg="modSp mod">
        <pc:chgData name="Riccardo Berta" userId="c8694f89-bba4-4576-b0a8-456619ca5a8c" providerId="ADAL" clId="{FDDBFC5A-5EA9-5330-BEB8-433D7E3B4C4E}" dt="2025-12-03T16:04:25.767" v="198" actId="20577"/>
        <pc:sldMkLst>
          <pc:docMk/>
          <pc:sldMk cId="2112374369" sldId="308"/>
        </pc:sldMkLst>
        <pc:spChg chg="mod">
          <ac:chgData name="Riccardo Berta" userId="c8694f89-bba4-4576-b0a8-456619ca5a8c" providerId="ADAL" clId="{FDDBFC5A-5EA9-5330-BEB8-433D7E3B4C4E}" dt="2025-12-03T16:04:25.767" v="198" actId="20577"/>
          <ac:spMkLst>
            <pc:docMk/>
            <pc:sldMk cId="2112374369" sldId="308"/>
            <ac:spMk id="83" creationId="{00000000-0000-0000-0000-000000000000}"/>
          </ac:spMkLst>
        </pc:spChg>
      </pc:sldChg>
      <pc:sldChg chg="modSp mod">
        <pc:chgData name="Riccardo Berta" userId="c8694f89-bba4-4576-b0a8-456619ca5a8c" providerId="ADAL" clId="{FDDBFC5A-5EA9-5330-BEB8-433D7E3B4C4E}" dt="2025-12-03T16:14:16.080" v="316" actId="313"/>
        <pc:sldMkLst>
          <pc:docMk/>
          <pc:sldMk cId="143983965" sldId="309"/>
        </pc:sldMkLst>
        <pc:spChg chg="mod">
          <ac:chgData name="Riccardo Berta" userId="c8694f89-bba4-4576-b0a8-456619ca5a8c" providerId="ADAL" clId="{FDDBFC5A-5EA9-5330-BEB8-433D7E3B4C4E}" dt="2025-12-03T16:14:16.080" v="316" actId="313"/>
          <ac:spMkLst>
            <pc:docMk/>
            <pc:sldMk cId="143983965" sldId="309"/>
            <ac:spMk id="84" creationId="{00000000-0000-0000-0000-000000000000}"/>
          </ac:spMkLst>
        </pc:spChg>
        <pc:picChg chg="mod">
          <ac:chgData name="Riccardo Berta" userId="c8694f89-bba4-4576-b0a8-456619ca5a8c" providerId="ADAL" clId="{FDDBFC5A-5EA9-5330-BEB8-433D7E3B4C4E}" dt="2025-12-03T16:13:52.779" v="299" actId="1076"/>
          <ac:picMkLst>
            <pc:docMk/>
            <pc:sldMk cId="143983965" sldId="309"/>
            <ac:picMk id="3" creationId="{CD7B9607-FF67-F275-C1D4-2E80085FDA6D}"/>
          </ac:picMkLst>
        </pc:picChg>
      </pc:sldChg>
      <pc:sldChg chg="addSp delSp modSp mod">
        <pc:chgData name="Riccardo Berta" userId="c8694f89-bba4-4576-b0a8-456619ca5a8c" providerId="ADAL" clId="{FDDBFC5A-5EA9-5330-BEB8-433D7E3B4C4E}" dt="2025-12-03T16:16:08.823" v="352" actId="1076"/>
        <pc:sldMkLst>
          <pc:docMk/>
          <pc:sldMk cId="1540971503" sldId="310"/>
        </pc:sldMkLst>
        <pc:spChg chg="mod">
          <ac:chgData name="Riccardo Berta" userId="c8694f89-bba4-4576-b0a8-456619ca5a8c" providerId="ADAL" clId="{FDDBFC5A-5EA9-5330-BEB8-433D7E3B4C4E}" dt="2025-12-03T16:15:40.237" v="351" actId="113"/>
          <ac:spMkLst>
            <pc:docMk/>
            <pc:sldMk cId="1540971503" sldId="310"/>
            <ac:spMk id="84" creationId="{00000000-0000-0000-0000-000000000000}"/>
          </ac:spMkLst>
        </pc:spChg>
        <pc:picChg chg="mod">
          <ac:chgData name="Riccardo Berta" userId="c8694f89-bba4-4576-b0a8-456619ca5a8c" providerId="ADAL" clId="{FDDBFC5A-5EA9-5330-BEB8-433D7E3B4C4E}" dt="2025-12-03T16:16:08.823" v="352" actId="1076"/>
          <ac:picMkLst>
            <pc:docMk/>
            <pc:sldMk cId="1540971503" sldId="310"/>
            <ac:picMk id="2" creationId="{66B2E5B5-4CC1-62F2-1FA4-7D66F5B69758}"/>
          </ac:picMkLst>
        </pc:picChg>
        <pc:picChg chg="add del mod">
          <ac:chgData name="Riccardo Berta" userId="c8694f89-bba4-4576-b0a8-456619ca5a8c" providerId="ADAL" clId="{FDDBFC5A-5EA9-5330-BEB8-433D7E3B4C4E}" dt="2025-12-03T15:55:52.343" v="75" actId="478"/>
          <ac:picMkLst>
            <pc:docMk/>
            <pc:sldMk cId="1540971503" sldId="310"/>
            <ac:picMk id="4" creationId="{A8410F06-7445-3B86-9028-6F23386EDD69}"/>
          </ac:picMkLst>
        </pc:picChg>
        <pc:picChg chg="del mod">
          <ac:chgData name="Riccardo Berta" userId="c8694f89-bba4-4576-b0a8-456619ca5a8c" providerId="ADAL" clId="{FDDBFC5A-5EA9-5330-BEB8-433D7E3B4C4E}" dt="2025-12-03T15:55:55.111" v="76" actId="478"/>
          <ac:picMkLst>
            <pc:docMk/>
            <pc:sldMk cId="1540971503" sldId="310"/>
            <ac:picMk id="6" creationId="{0B628E0C-CE8F-270E-0433-6CEB97384193}"/>
          </ac:picMkLst>
        </pc:picChg>
        <pc:picChg chg="add mod">
          <ac:chgData name="Riccardo Berta" userId="c8694f89-bba4-4576-b0a8-456619ca5a8c" providerId="ADAL" clId="{FDDBFC5A-5EA9-5330-BEB8-433D7E3B4C4E}" dt="2025-12-03T15:59:40.174" v="154" actId="1076"/>
          <ac:picMkLst>
            <pc:docMk/>
            <pc:sldMk cId="1540971503" sldId="310"/>
            <ac:picMk id="7" creationId="{BE61FDDB-520C-9EFA-C860-1BA9E3F9BEBE}"/>
          </ac:picMkLst>
        </pc:picChg>
      </pc:sldChg>
      <pc:sldChg chg="modSp mod">
        <pc:chgData name="Riccardo Berta" userId="c8694f89-bba4-4576-b0a8-456619ca5a8c" providerId="ADAL" clId="{FDDBFC5A-5EA9-5330-BEB8-433D7E3B4C4E}" dt="2025-12-03T16:03:24.927" v="184" actId="20577"/>
        <pc:sldMkLst>
          <pc:docMk/>
          <pc:sldMk cId="1291969507" sldId="312"/>
        </pc:sldMkLst>
        <pc:spChg chg="mod">
          <ac:chgData name="Riccardo Berta" userId="c8694f89-bba4-4576-b0a8-456619ca5a8c" providerId="ADAL" clId="{FDDBFC5A-5EA9-5330-BEB8-433D7E3B4C4E}" dt="2025-12-03T16:03:24.927" v="184" actId="20577"/>
          <ac:spMkLst>
            <pc:docMk/>
            <pc:sldMk cId="1291969507" sldId="312"/>
            <ac:spMk id="84" creationId="{00000000-0000-0000-0000-000000000000}"/>
          </ac:spMkLst>
        </pc:spChg>
      </pc:sldChg>
      <pc:sldChg chg="addSp delSp modSp mod ord">
        <pc:chgData name="Riccardo Berta" userId="c8694f89-bba4-4576-b0a8-456619ca5a8c" providerId="ADAL" clId="{FDDBFC5A-5EA9-5330-BEB8-433D7E3B4C4E}" dt="2025-12-03T16:17:33.611" v="357" actId="1076"/>
        <pc:sldMkLst>
          <pc:docMk/>
          <pc:sldMk cId="2657552485" sldId="313"/>
        </pc:sldMkLst>
        <pc:picChg chg="add mod">
          <ac:chgData name="Riccardo Berta" userId="c8694f89-bba4-4576-b0a8-456619ca5a8c" providerId="ADAL" clId="{FDDBFC5A-5EA9-5330-BEB8-433D7E3B4C4E}" dt="2025-12-03T16:17:33.611" v="357" actId="1076"/>
          <ac:picMkLst>
            <pc:docMk/>
            <pc:sldMk cId="2657552485" sldId="313"/>
            <ac:picMk id="3" creationId="{040EF577-D899-6620-FD9D-4973A02D06BC}"/>
          </ac:picMkLst>
        </pc:picChg>
        <pc:picChg chg="del">
          <ac:chgData name="Riccardo Berta" userId="c8694f89-bba4-4576-b0a8-456619ca5a8c" providerId="ADAL" clId="{FDDBFC5A-5EA9-5330-BEB8-433D7E3B4C4E}" dt="2025-12-03T16:17:30.217" v="356" actId="478"/>
          <ac:picMkLst>
            <pc:docMk/>
            <pc:sldMk cId="2657552485" sldId="313"/>
            <ac:picMk id="4" creationId="{C94EADA2-8B0C-4F09-F1D7-07722AA4835C}"/>
          </ac:picMkLst>
        </pc:picChg>
      </pc:sldChg>
      <pc:sldChg chg="addSp delSp modSp mod ord">
        <pc:chgData name="Riccardo Berta" userId="c8694f89-bba4-4576-b0a8-456619ca5a8c" providerId="ADAL" clId="{FDDBFC5A-5EA9-5330-BEB8-433D7E3B4C4E}" dt="2025-12-03T16:02:16.823" v="172" actId="1076"/>
        <pc:sldMkLst>
          <pc:docMk/>
          <pc:sldMk cId="2551691494" sldId="314"/>
        </pc:sldMkLst>
        <pc:spChg chg="mod">
          <ac:chgData name="Riccardo Berta" userId="c8694f89-bba4-4576-b0a8-456619ca5a8c" providerId="ADAL" clId="{FDDBFC5A-5EA9-5330-BEB8-433D7E3B4C4E}" dt="2025-12-03T16:01:49.894" v="169" actId="20577"/>
          <ac:spMkLst>
            <pc:docMk/>
            <pc:sldMk cId="2551691494" sldId="314"/>
            <ac:spMk id="84" creationId="{00000000-0000-0000-0000-000000000000}"/>
          </ac:spMkLst>
        </pc:spChg>
        <pc:picChg chg="add mod">
          <ac:chgData name="Riccardo Berta" userId="c8694f89-bba4-4576-b0a8-456619ca5a8c" providerId="ADAL" clId="{FDDBFC5A-5EA9-5330-BEB8-433D7E3B4C4E}" dt="2025-12-03T16:02:16.823" v="172" actId="1076"/>
          <ac:picMkLst>
            <pc:docMk/>
            <pc:sldMk cId="2551691494" sldId="314"/>
            <ac:picMk id="4" creationId="{307CE671-F12C-80B5-F8FB-8E3FAC015FA9}"/>
          </ac:picMkLst>
        </pc:picChg>
        <pc:picChg chg="del">
          <ac:chgData name="Riccardo Berta" userId="c8694f89-bba4-4576-b0a8-456619ca5a8c" providerId="ADAL" clId="{FDDBFC5A-5EA9-5330-BEB8-433D7E3B4C4E}" dt="2025-12-03T16:02:05.383" v="170" actId="478"/>
          <ac:picMkLst>
            <pc:docMk/>
            <pc:sldMk cId="2551691494" sldId="314"/>
            <ac:picMk id="10" creationId="{D37D1A75-7320-12DA-AA2A-C636EDCF9E8D}"/>
          </ac:picMkLst>
        </pc:picChg>
      </pc:sldChg>
      <pc:sldChg chg="addSp delSp modSp add mod">
        <pc:chgData name="Riccardo Berta" userId="c8694f89-bba4-4576-b0a8-456619ca5a8c" providerId="ADAL" clId="{FDDBFC5A-5EA9-5330-BEB8-433D7E3B4C4E}" dt="2025-12-03T16:16:58.142" v="354" actId="20577"/>
        <pc:sldMkLst>
          <pc:docMk/>
          <pc:sldMk cId="292713987" sldId="317"/>
        </pc:sldMkLst>
        <pc:spChg chg="mod">
          <ac:chgData name="Riccardo Berta" userId="c8694f89-bba4-4576-b0a8-456619ca5a8c" providerId="ADAL" clId="{FDDBFC5A-5EA9-5330-BEB8-433D7E3B4C4E}" dt="2025-12-03T16:16:58.142" v="354" actId="20577"/>
          <ac:spMkLst>
            <pc:docMk/>
            <pc:sldMk cId="292713987" sldId="317"/>
            <ac:spMk id="83" creationId="{3AA98923-7065-B727-24CC-8AE395A9569F}"/>
          </ac:spMkLst>
        </pc:spChg>
        <pc:spChg chg="mod">
          <ac:chgData name="Riccardo Berta" userId="c8694f89-bba4-4576-b0a8-456619ca5a8c" providerId="ADAL" clId="{FDDBFC5A-5EA9-5330-BEB8-433D7E3B4C4E}" dt="2025-12-03T16:00:15.932" v="160" actId="20577"/>
          <ac:spMkLst>
            <pc:docMk/>
            <pc:sldMk cId="292713987" sldId="317"/>
            <ac:spMk id="84" creationId="{72A0F12C-24CE-9CEB-B783-1199EF280C6A}"/>
          </ac:spMkLst>
        </pc:spChg>
        <pc:picChg chg="add mod">
          <ac:chgData name="Riccardo Berta" userId="c8694f89-bba4-4576-b0a8-456619ca5a8c" providerId="ADAL" clId="{FDDBFC5A-5EA9-5330-BEB8-433D7E3B4C4E}" dt="2025-12-03T16:01:03.036" v="166" actId="1076"/>
          <ac:picMkLst>
            <pc:docMk/>
            <pc:sldMk cId="292713987" sldId="317"/>
            <ac:picMk id="4" creationId="{6CF7218D-8929-FC67-D7F3-C2FFA9DCD44B}"/>
          </ac:picMkLst>
        </pc:picChg>
        <pc:picChg chg="del">
          <ac:chgData name="Riccardo Berta" userId="c8694f89-bba4-4576-b0a8-456619ca5a8c" providerId="ADAL" clId="{FDDBFC5A-5EA9-5330-BEB8-433D7E3B4C4E}" dt="2025-12-03T16:00:13.710" v="159" actId="478"/>
          <ac:picMkLst>
            <pc:docMk/>
            <pc:sldMk cId="292713987" sldId="317"/>
            <ac:picMk id="5" creationId="{957CBBE1-0AC3-9805-FB2B-473BB48A7399}"/>
          </ac:picMkLst>
        </pc:picChg>
      </pc:sldChg>
      <pc:sldChg chg="addSp delSp modSp add mod">
        <pc:chgData name="Riccardo Berta" userId="c8694f89-bba4-4576-b0a8-456619ca5a8c" providerId="ADAL" clId="{FDDBFC5A-5EA9-5330-BEB8-433D7E3B4C4E}" dt="2025-12-03T16:03:01.272" v="182" actId="20577"/>
        <pc:sldMkLst>
          <pc:docMk/>
          <pc:sldMk cId="508395915" sldId="318"/>
        </pc:sldMkLst>
        <pc:spChg chg="mod">
          <ac:chgData name="Riccardo Berta" userId="c8694f89-bba4-4576-b0a8-456619ca5a8c" providerId="ADAL" clId="{FDDBFC5A-5EA9-5330-BEB8-433D7E3B4C4E}" dt="2025-12-03T16:03:01.272" v="182" actId="20577"/>
          <ac:spMkLst>
            <pc:docMk/>
            <pc:sldMk cId="508395915" sldId="318"/>
            <ac:spMk id="83" creationId="{5050A81E-1DE0-547E-0971-DFAFC94C31B6}"/>
          </ac:spMkLst>
        </pc:spChg>
        <pc:picChg chg="del">
          <ac:chgData name="Riccardo Berta" userId="c8694f89-bba4-4576-b0a8-456619ca5a8c" providerId="ADAL" clId="{FDDBFC5A-5EA9-5330-BEB8-433D7E3B4C4E}" dt="2025-12-03T16:02:27.105" v="174" actId="478"/>
          <ac:picMkLst>
            <pc:docMk/>
            <pc:sldMk cId="508395915" sldId="318"/>
            <ac:picMk id="4" creationId="{7E579C09-52F7-4DAD-6648-DF979013F9CE}"/>
          </ac:picMkLst>
        </pc:picChg>
        <pc:picChg chg="add mod">
          <ac:chgData name="Riccardo Berta" userId="c8694f89-bba4-4576-b0a8-456619ca5a8c" providerId="ADAL" clId="{FDDBFC5A-5EA9-5330-BEB8-433D7E3B4C4E}" dt="2025-12-03T16:02:48.952" v="179" actId="14100"/>
          <ac:picMkLst>
            <pc:docMk/>
            <pc:sldMk cId="508395915" sldId="318"/>
            <ac:picMk id="5" creationId="{02391FB7-7F00-55B1-8F2E-97B5E74AC825}"/>
          </ac:picMkLst>
        </pc:picChg>
      </pc:sldChg>
      <pc:sldChg chg="addSp delSp modSp add mod">
        <pc:chgData name="Riccardo Berta" userId="c8694f89-bba4-4576-b0a8-456619ca5a8c" providerId="ADAL" clId="{FDDBFC5A-5EA9-5330-BEB8-433D7E3B4C4E}" dt="2025-12-03T16:04:08.838" v="193" actId="1076"/>
        <pc:sldMkLst>
          <pc:docMk/>
          <pc:sldMk cId="2227500506" sldId="319"/>
        </pc:sldMkLst>
        <pc:spChg chg="mod">
          <ac:chgData name="Riccardo Berta" userId="c8694f89-bba4-4576-b0a8-456619ca5a8c" providerId="ADAL" clId="{FDDBFC5A-5EA9-5330-BEB8-433D7E3B4C4E}" dt="2025-12-03T16:03:50.706" v="189" actId="20577"/>
          <ac:spMkLst>
            <pc:docMk/>
            <pc:sldMk cId="2227500506" sldId="319"/>
            <ac:spMk id="83" creationId="{793C85EC-B76C-D22F-0AE7-5F9674D15A8A}"/>
          </ac:spMkLst>
        </pc:spChg>
        <pc:picChg chg="add mod">
          <ac:chgData name="Riccardo Berta" userId="c8694f89-bba4-4576-b0a8-456619ca5a8c" providerId="ADAL" clId="{FDDBFC5A-5EA9-5330-BEB8-433D7E3B4C4E}" dt="2025-12-03T16:04:08.838" v="193" actId="1076"/>
          <ac:picMkLst>
            <pc:docMk/>
            <pc:sldMk cId="2227500506" sldId="319"/>
            <ac:picMk id="4" creationId="{8622931B-F0AD-2D2A-294A-ED7CC579AA83}"/>
          </ac:picMkLst>
        </pc:picChg>
        <pc:picChg chg="del">
          <ac:chgData name="Riccardo Berta" userId="c8694f89-bba4-4576-b0a8-456619ca5a8c" providerId="ADAL" clId="{FDDBFC5A-5EA9-5330-BEB8-433D7E3B4C4E}" dt="2025-12-03T16:03:42.784" v="186" actId="478"/>
          <ac:picMkLst>
            <pc:docMk/>
            <pc:sldMk cId="2227500506" sldId="319"/>
            <ac:picMk id="5" creationId="{E078EDA8-F8A8-F23D-137C-82828139A9A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3411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5615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0213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95183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97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3377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6267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2926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1917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3119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9072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1828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0BF401A6-2FDC-7709-7099-0A6DB075F513}"/>
            </a:ext>
          </a:extLst>
        </p:cNvPr>
        <p:cNvGrpSpPr/>
        <p:nvPr/>
      </p:nvGrpSpPr>
      <p:grpSpPr>
        <a:xfrm>
          <a:off x="0" y="0"/>
          <a:ext cx="0" cy="0"/>
          <a:chOff x="0" y="0"/>
          <a:chExt cx="0" cy="0"/>
        </a:xfrm>
      </p:grpSpPr>
      <p:sp>
        <p:nvSpPr>
          <p:cNvPr id="80" name="Google Shape;80;geed6aedbf_0_0:notes">
            <a:extLst>
              <a:ext uri="{FF2B5EF4-FFF2-40B4-BE49-F238E27FC236}">
                <a16:creationId xmlns:a16="http://schemas.microsoft.com/office/drawing/2014/main" id="{FE866F5A-CEEB-20B4-73FE-8A39D623475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a:extLst>
              <a:ext uri="{FF2B5EF4-FFF2-40B4-BE49-F238E27FC236}">
                <a16:creationId xmlns:a16="http://schemas.microsoft.com/office/drawing/2014/main" id="{ECE2FAB5-EC10-861E-D35C-680C0426F4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953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9525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4497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6C39604E-64E4-D1AF-1AAE-2E882E686741}"/>
            </a:ext>
          </a:extLst>
        </p:cNvPr>
        <p:cNvGrpSpPr/>
        <p:nvPr/>
      </p:nvGrpSpPr>
      <p:grpSpPr>
        <a:xfrm>
          <a:off x="0" y="0"/>
          <a:ext cx="0" cy="0"/>
          <a:chOff x="0" y="0"/>
          <a:chExt cx="0" cy="0"/>
        </a:xfrm>
      </p:grpSpPr>
      <p:sp>
        <p:nvSpPr>
          <p:cNvPr id="80" name="Google Shape;80;geed6aedbf_0_0:notes">
            <a:extLst>
              <a:ext uri="{FF2B5EF4-FFF2-40B4-BE49-F238E27FC236}">
                <a16:creationId xmlns:a16="http://schemas.microsoft.com/office/drawing/2014/main" id="{089A1B20-E8B1-4FB3-92DA-3F0199DFA1E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a:extLst>
              <a:ext uri="{FF2B5EF4-FFF2-40B4-BE49-F238E27FC236}">
                <a16:creationId xmlns:a16="http://schemas.microsoft.com/office/drawing/2014/main" id="{1DE29284-62FE-EE39-D869-BB34BF48A6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622545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53ED01B1-712B-250D-69A0-3D7091463300}"/>
            </a:ext>
          </a:extLst>
        </p:cNvPr>
        <p:cNvGrpSpPr/>
        <p:nvPr/>
      </p:nvGrpSpPr>
      <p:grpSpPr>
        <a:xfrm>
          <a:off x="0" y="0"/>
          <a:ext cx="0" cy="0"/>
          <a:chOff x="0" y="0"/>
          <a:chExt cx="0" cy="0"/>
        </a:xfrm>
      </p:grpSpPr>
      <p:sp>
        <p:nvSpPr>
          <p:cNvPr id="80" name="Google Shape;80;geed6aedbf_0_0:notes">
            <a:extLst>
              <a:ext uri="{FF2B5EF4-FFF2-40B4-BE49-F238E27FC236}">
                <a16:creationId xmlns:a16="http://schemas.microsoft.com/office/drawing/2014/main" id="{258938B7-4E8E-C2EE-FF47-F6AD73B53D0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a:extLst>
              <a:ext uri="{FF2B5EF4-FFF2-40B4-BE49-F238E27FC236}">
                <a16:creationId xmlns:a16="http://schemas.microsoft.com/office/drawing/2014/main" id="{042EC022-4B4F-186E-8060-FE55AD8FE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5789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9325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047745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02735B46-5DBC-9B3E-4C08-CA3C48A6C4E1}"/>
            </a:ext>
          </a:extLst>
        </p:cNvPr>
        <p:cNvGrpSpPr/>
        <p:nvPr/>
      </p:nvGrpSpPr>
      <p:grpSpPr>
        <a:xfrm>
          <a:off x="0" y="0"/>
          <a:ext cx="0" cy="0"/>
          <a:chOff x="0" y="0"/>
          <a:chExt cx="0" cy="0"/>
        </a:xfrm>
      </p:grpSpPr>
      <p:sp>
        <p:nvSpPr>
          <p:cNvPr id="80" name="Google Shape;80;geed6aedbf_0_0:notes">
            <a:extLst>
              <a:ext uri="{FF2B5EF4-FFF2-40B4-BE49-F238E27FC236}">
                <a16:creationId xmlns:a16="http://schemas.microsoft.com/office/drawing/2014/main" id="{48DC5B24-4C29-07CB-5CC5-02572585C34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a:extLst>
              <a:ext uri="{FF2B5EF4-FFF2-40B4-BE49-F238E27FC236}">
                <a16:creationId xmlns:a16="http://schemas.microsoft.com/office/drawing/2014/main" id="{94208E85-CEA1-AABE-A420-37329C1B11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536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04214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it-IT"/>
          </a:p>
        </p:txBody>
      </p:sp>
      <p:sp>
        <p:nvSpPr>
          <p:cNvPr id="11" name="Google Shape;11;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it-IT"/>
          </a:p>
        </p:txBody>
      </p:sp>
      <p:sp>
        <p:nvSpPr>
          <p:cNvPr id="12" name="Google Shape;12;p2"/>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icTheme" userDrawn="1">
  <p:cSld name="TITLE_AND_BODY">
    <p:spTree>
      <p:nvGrpSpPr>
        <p:cNvPr id="1" name="Shape 20"/>
        <p:cNvGrpSpPr/>
        <p:nvPr/>
      </p:nvGrpSpPr>
      <p:grpSpPr>
        <a:xfrm>
          <a:off x="0" y="0"/>
          <a:ext cx="0" cy="0"/>
          <a:chOff x="0" y="0"/>
          <a:chExt cx="0" cy="0"/>
        </a:xfrm>
      </p:grpSpPr>
      <p:sp>
        <p:nvSpPr>
          <p:cNvPr id="21" name="Google Shape;21;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body" idx="1"/>
          </p:nvPr>
        </p:nvSpPr>
        <p:spPr>
          <a:xfrm>
            <a:off x="202700" y="1104350"/>
            <a:ext cx="8818500" cy="5113200"/>
          </a:xfrm>
          <a:prstGeom prst="rect">
            <a:avLst/>
          </a:prstGeom>
        </p:spPr>
        <p:txBody>
          <a:bodyPr spcFirstLastPara="1" wrap="square" lIns="91425" tIns="91425" rIns="91425" bIns="91425" anchor="t" anchorCtr="0">
            <a:noAutofit/>
          </a:bodyPr>
          <a:lstStyle>
            <a:lvl1pPr marL="457200" lvl="0" indent="-336550">
              <a:spcBef>
                <a:spcPts val="0"/>
              </a:spcBef>
              <a:spcAft>
                <a:spcPts val="0"/>
              </a:spcAft>
              <a:buSzPts val="1700"/>
              <a:buChar char="●"/>
              <a:defRPr sz="1700"/>
            </a:lvl1pPr>
            <a:lvl2pPr marL="914400" lvl="1" indent="-323850">
              <a:lnSpc>
                <a:spcPct val="100000"/>
              </a:lnSpc>
              <a:spcBef>
                <a:spcPts val="600"/>
              </a:spcBef>
              <a:spcAft>
                <a:spcPts val="600"/>
              </a:spcAft>
              <a:buSzPts val="1500"/>
              <a:buChar char="○"/>
              <a:defRPr sz="1500"/>
            </a:lvl2pPr>
            <a:lvl3pPr marL="1371600" lvl="2" indent="-317500">
              <a:lnSpc>
                <a:spcPct val="100000"/>
              </a:lnSpc>
              <a:spcBef>
                <a:spcPts val="600"/>
              </a:spcBef>
              <a:spcAft>
                <a:spcPts val="600"/>
              </a:spcAft>
              <a:buSzPts val="1400"/>
              <a:buChar char="■"/>
              <a:defRPr/>
            </a:lvl3pPr>
            <a:lvl4pPr marL="1828800" lvl="3" indent="-304800">
              <a:spcBef>
                <a:spcPts val="1600"/>
              </a:spcBef>
              <a:spcAft>
                <a:spcPts val="0"/>
              </a:spcAft>
              <a:buSzPts val="1200"/>
              <a:buChar char="●"/>
              <a:defRPr sz="1200"/>
            </a:lvl4pPr>
            <a:lvl5pPr marL="2286000" lvl="4" indent="-292100">
              <a:spcBef>
                <a:spcPts val="1600"/>
              </a:spcBef>
              <a:spcAft>
                <a:spcPts val="0"/>
              </a:spcAft>
              <a:buSzPts val="1000"/>
              <a:buChar char="○"/>
              <a:defRPr sz="1000"/>
            </a:lvl5pPr>
            <a:lvl6pPr marL="2743200" lvl="5" indent="-292100">
              <a:spcBef>
                <a:spcPts val="1600"/>
              </a:spcBef>
              <a:spcAft>
                <a:spcPts val="0"/>
              </a:spcAft>
              <a:buSzPts val="1000"/>
              <a:buChar char="■"/>
              <a:defRPr sz="1000"/>
            </a:lvl6pPr>
            <a:lvl7pPr marL="3200400" lvl="6" indent="-292100">
              <a:spcBef>
                <a:spcPts val="1600"/>
              </a:spcBef>
              <a:spcAft>
                <a:spcPts val="0"/>
              </a:spcAft>
              <a:buSzPts val="1000"/>
              <a:buChar char="●"/>
              <a:defRPr sz="1000"/>
            </a:lvl7pPr>
            <a:lvl8pPr marL="3657600" lvl="7" indent="-292100">
              <a:spcBef>
                <a:spcPts val="1600"/>
              </a:spcBef>
              <a:spcAft>
                <a:spcPts val="0"/>
              </a:spcAft>
              <a:buSzPts val="1000"/>
              <a:buChar char="○"/>
              <a:defRPr sz="1000"/>
            </a:lvl8pPr>
            <a:lvl9pPr marL="4114800" lvl="8" indent="-292100">
              <a:spcBef>
                <a:spcPts val="1600"/>
              </a:spcBef>
              <a:spcAft>
                <a:spcPts val="1600"/>
              </a:spcAft>
              <a:buSzPts val="1000"/>
              <a:buChar char="■"/>
              <a:defRPr sz="1000"/>
            </a:lvl9pPr>
          </a:lstStyle>
          <a:p>
            <a:endParaRPr lang="it-IT" dirty="0"/>
          </a:p>
          <a:p>
            <a:pPr lvl="2"/>
            <a:endParaRPr dirty="0"/>
          </a:p>
        </p:txBody>
      </p:sp>
      <p:sp>
        <p:nvSpPr>
          <p:cNvPr id="24" name="Google Shape;24;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865867"/>
            <a:ext cx="2808000" cy="3713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600200"/>
            <a:ext cx="5878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1239033"/>
            <a:ext cx="4045200" cy="2381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3692001"/>
            <a:ext cx="40452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5625233"/>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1276167"/>
            <a:ext cx="8520600" cy="2838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4216000"/>
            <a:ext cx="8520600" cy="1428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21233"/>
            <a:ext cx="8520600" cy="622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60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88012" y="1937550"/>
            <a:ext cx="3367975" cy="2049600"/>
          </a:xfrm>
          <a:prstGeom prst="rect">
            <a:avLst/>
          </a:prstGeom>
        </p:spPr>
        <p:txBody>
          <a:bodyPr spcFirstLastPara="1" wrap="square" lIns="91425" tIns="91425" rIns="91425" bIns="91425" anchor="b" anchorCtr="0">
            <a:noAutofit/>
          </a:bodyPr>
          <a:lstStyle/>
          <a:p>
            <a:pPr lvl="0"/>
            <a:r>
              <a:rPr lang="en-GB" dirty="0"/>
              <a:t>Deep-Q Network</a:t>
            </a:r>
          </a:p>
        </p:txBody>
      </p:sp>
      <p:sp>
        <p:nvSpPr>
          <p:cNvPr id="2" name="CasellaDiTesto 1">
            <a:extLst>
              <a:ext uri="{FF2B5EF4-FFF2-40B4-BE49-F238E27FC236}">
                <a16:creationId xmlns:a16="http://schemas.microsoft.com/office/drawing/2014/main" id="{15B4D833-F59D-26E4-3DCB-AF8E72E5F3AE}"/>
              </a:ext>
            </a:extLst>
          </p:cNvPr>
          <p:cNvSpPr txBox="1"/>
          <p:nvPr/>
        </p:nvSpPr>
        <p:spPr>
          <a:xfrm>
            <a:off x="10456606" y="8377084"/>
            <a:ext cx="184731" cy="307777"/>
          </a:xfrm>
          <a:prstGeom prst="rect">
            <a:avLst/>
          </a:prstGeom>
          <a:noFill/>
        </p:spPr>
        <p:txBody>
          <a:bodyPr wrap="none" rtlCol="0">
            <a:spAutoFit/>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Objectives</a:t>
            </a:r>
            <a:endParaRPr dirty="0"/>
          </a:p>
        </p:txBody>
      </p:sp>
      <p:sp>
        <p:nvSpPr>
          <p:cNvPr id="84" name="Google Shape;84;p14"/>
          <p:cNvSpPr txBox="1">
            <a:spLocks noGrp="1"/>
          </p:cNvSpPr>
          <p:nvPr>
            <p:ph type="body" idx="1"/>
          </p:nvPr>
        </p:nvSpPr>
        <p:spPr>
          <a:xfrm>
            <a:off x="311700" y="1425765"/>
            <a:ext cx="8520600" cy="5202070"/>
          </a:xfrm>
          <a:prstGeom prst="rect">
            <a:avLst/>
          </a:prstGeom>
        </p:spPr>
        <p:txBody>
          <a:bodyPr spcFirstLastPara="1" wrap="square" lIns="91425" tIns="91425" rIns="91425" bIns="91425" anchor="t" anchorCtr="0">
            <a:noAutofit/>
          </a:bodyPr>
          <a:lstStyle/>
          <a:p>
            <a:pPr lvl="0"/>
            <a:r>
              <a:rPr lang="en-GB" sz="1800" dirty="0"/>
              <a:t>NFQ Challenges</a:t>
            </a:r>
          </a:p>
          <a:p>
            <a:pPr lvl="0"/>
            <a:endParaRPr lang="en-GB" sz="1800" dirty="0"/>
          </a:p>
          <a:p>
            <a:r>
              <a:rPr lang="en-GB" sz="1800" dirty="0"/>
              <a:t>Deep Q-network (DQN)</a:t>
            </a:r>
          </a:p>
          <a:p>
            <a:pPr lvl="1"/>
            <a:r>
              <a:rPr lang="en-GB" sz="1600" dirty="0"/>
              <a:t>Experience Replay</a:t>
            </a:r>
          </a:p>
          <a:p>
            <a:pPr lvl="1"/>
            <a:r>
              <a:rPr lang="en-GB" sz="1600" dirty="0"/>
              <a:t>Target Network </a:t>
            </a:r>
          </a:p>
          <a:p>
            <a:pPr lvl="1"/>
            <a:r>
              <a:rPr lang="en-GB" sz="1600" dirty="0"/>
              <a:t>Better exploration strategies</a:t>
            </a:r>
          </a:p>
          <a:p>
            <a:pPr lvl="0"/>
            <a:endParaRPr lang="en-GB" sz="1800" dirty="0"/>
          </a:p>
          <a:p>
            <a:pPr lvl="0"/>
            <a:r>
              <a:rPr lang="en-GB" sz="1800" dirty="0"/>
              <a:t>Double Q-Learning (DDQN)</a:t>
            </a:r>
          </a:p>
          <a:p>
            <a:pPr lvl="0"/>
            <a:endParaRPr lang="en-GB" sz="1800" dirty="0"/>
          </a:p>
          <a:p>
            <a:pPr lvl="0"/>
            <a:r>
              <a:rPr lang="en-GB" sz="1800" dirty="0"/>
              <a:t>Dueling Architecture</a:t>
            </a:r>
          </a:p>
          <a:p>
            <a:pPr lvl="0"/>
            <a:endParaRPr lang="en-GB" sz="1800" dirty="0"/>
          </a:p>
          <a:p>
            <a:pPr lvl="0"/>
            <a:r>
              <a:rPr lang="en-GB" sz="1800" dirty="0"/>
              <a:t>Prioritized Experience Replay (PER)</a:t>
            </a:r>
          </a:p>
          <a:p>
            <a:pPr lvl="0"/>
            <a:endParaRPr lang="en-GB" sz="1800" dirty="0"/>
          </a:p>
          <a:p>
            <a:pPr lvl="0"/>
            <a:r>
              <a:rPr lang="en-GB" sz="1800" dirty="0"/>
              <a:t>Challenges: The deadly triad</a:t>
            </a:r>
          </a:p>
          <a:p>
            <a:pPr lvl="0"/>
            <a:endParaRPr lang="en-GB" sz="1800" dirty="0"/>
          </a:p>
          <a:p>
            <a:pPr lvl="0"/>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NFQ Challenges (1)</a:t>
            </a:r>
            <a:endParaRPr sz="4000" dirty="0"/>
          </a:p>
        </p:txBody>
      </p:sp>
      <p:sp>
        <p:nvSpPr>
          <p:cNvPr id="84" name="Google Shape;84;p14"/>
          <p:cNvSpPr txBox="1">
            <a:spLocks noGrp="1"/>
          </p:cNvSpPr>
          <p:nvPr>
            <p:ph type="body" idx="1"/>
          </p:nvPr>
        </p:nvSpPr>
        <p:spPr>
          <a:xfrm>
            <a:off x="162750" y="1124259"/>
            <a:ext cx="8818500" cy="5224230"/>
          </a:xfrm>
          <a:prstGeom prst="rect">
            <a:avLst/>
          </a:prstGeom>
        </p:spPr>
        <p:txBody>
          <a:bodyPr spcFirstLastPara="1" wrap="square" lIns="91425" tIns="91425" rIns="91425" bIns="91425" anchor="t" anchorCtr="0">
            <a:noAutofit/>
          </a:bodyPr>
          <a:lstStyle/>
          <a:p>
            <a:r>
              <a:rPr lang="en-GB" dirty="0"/>
              <a:t>NFQ uses a </a:t>
            </a:r>
            <a:r>
              <a:rPr lang="en-GB" b="1" dirty="0"/>
              <a:t>non-stationary target </a:t>
            </a:r>
            <a:r>
              <a:rPr lang="en-GB" dirty="0"/>
              <a:t>for the learning updates</a:t>
            </a:r>
          </a:p>
          <a:p>
            <a:pPr lvl="1">
              <a:spcBef>
                <a:spcPts val="0"/>
              </a:spcBef>
              <a:spcAft>
                <a:spcPts val="0"/>
              </a:spcAft>
            </a:pPr>
            <a:r>
              <a:rPr lang="en-GB" dirty="0"/>
              <a:t>as we update the weights of the approximate Q-function, the targets also move and make our most recent update outdated</a:t>
            </a:r>
          </a:p>
          <a:p>
            <a:pPr lvl="1">
              <a:spcBef>
                <a:spcPts val="0"/>
              </a:spcBef>
              <a:spcAft>
                <a:spcPts val="0"/>
              </a:spcAft>
            </a:pPr>
            <a:endParaRPr lang="en-GB" dirty="0"/>
          </a:p>
          <a:p>
            <a:pPr lvl="1">
              <a:spcBef>
                <a:spcPts val="0"/>
              </a:spcBef>
              <a:spcAft>
                <a:spcPts val="0"/>
              </a:spcAft>
            </a:pPr>
            <a:endParaRPr lang="en-GB" dirty="0"/>
          </a:p>
          <a:p>
            <a:pPr lvl="1">
              <a:spcBef>
                <a:spcPts val="0"/>
              </a:spcBef>
              <a:spcAft>
                <a:spcPts val="0"/>
              </a:spcAft>
            </a:pPr>
            <a:endParaRPr lang="en-GB" dirty="0"/>
          </a:p>
          <a:p>
            <a:r>
              <a:rPr lang="en-GB" dirty="0"/>
              <a:t>Training becomes unstable quickly</a:t>
            </a:r>
          </a:p>
        </p:txBody>
      </p:sp>
      <p:pic>
        <p:nvPicPr>
          <p:cNvPr id="4" name="Immagine 3" descr="Immagine che contiene Carattere, testo, calligrafia, tipografia&#10;&#10;Descrizione generata automaticamente">
            <a:extLst>
              <a:ext uri="{FF2B5EF4-FFF2-40B4-BE49-F238E27FC236}">
                <a16:creationId xmlns:a16="http://schemas.microsoft.com/office/drawing/2014/main" id="{71FAB54C-FD34-4B3E-E2C5-57ADF23AEB4C}"/>
              </a:ext>
            </a:extLst>
          </p:cNvPr>
          <p:cNvPicPr>
            <a:picLocks noChangeAspect="1"/>
          </p:cNvPicPr>
          <p:nvPr/>
        </p:nvPicPr>
        <p:blipFill>
          <a:blip r:embed="rId3"/>
          <a:stretch>
            <a:fillRect/>
          </a:stretch>
        </p:blipFill>
        <p:spPr>
          <a:xfrm>
            <a:off x="1192003" y="2078424"/>
            <a:ext cx="4609318" cy="590641"/>
          </a:xfrm>
          <a:prstGeom prst="rect">
            <a:avLst/>
          </a:prstGeom>
        </p:spPr>
      </p:pic>
      <p:pic>
        <p:nvPicPr>
          <p:cNvPr id="3" name="Immagine 2">
            <a:extLst>
              <a:ext uri="{FF2B5EF4-FFF2-40B4-BE49-F238E27FC236}">
                <a16:creationId xmlns:a16="http://schemas.microsoft.com/office/drawing/2014/main" id="{78E96A67-2332-EB9D-2237-584B09C97F05}"/>
              </a:ext>
            </a:extLst>
          </p:cNvPr>
          <p:cNvPicPr>
            <a:picLocks noChangeAspect="1"/>
          </p:cNvPicPr>
          <p:nvPr/>
        </p:nvPicPr>
        <p:blipFill>
          <a:blip r:embed="rId4"/>
          <a:stretch>
            <a:fillRect/>
          </a:stretch>
        </p:blipFill>
        <p:spPr>
          <a:xfrm>
            <a:off x="1064526" y="3198482"/>
            <a:ext cx="6743680" cy="3345620"/>
          </a:xfrm>
          <a:prstGeom prst="rect">
            <a:avLst/>
          </a:prstGeom>
        </p:spPr>
      </p:pic>
    </p:spTree>
    <p:extLst>
      <p:ext uri="{BB962C8B-B14F-4D97-AF65-F5344CB8AC3E}">
        <p14:creationId xmlns:p14="http://schemas.microsoft.com/office/powerpoint/2010/main" val="931677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NFQ Challenges (2)</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We batched </a:t>
            </a:r>
            <a:r>
              <a:rPr lang="en-GB" b="1" dirty="0"/>
              <a:t>K experience samples</a:t>
            </a:r>
            <a:r>
              <a:rPr lang="en-GB" dirty="0"/>
              <a:t>, collected online</a:t>
            </a:r>
          </a:p>
          <a:p>
            <a:pPr lvl="1"/>
            <a:r>
              <a:rPr lang="en-GB" dirty="0"/>
              <a:t>these samples are </a:t>
            </a:r>
            <a:r>
              <a:rPr lang="en-GB" b="1" dirty="0"/>
              <a:t>correlated</a:t>
            </a:r>
            <a:r>
              <a:rPr lang="en-GB" dirty="0"/>
              <a:t>, they come from the same trajectory and policy</a:t>
            </a:r>
          </a:p>
          <a:p>
            <a:pPr lvl="1"/>
            <a:r>
              <a:rPr lang="en-GB" dirty="0"/>
              <a:t>we use different batches that are internally correlated, but different from previous batches</a:t>
            </a:r>
          </a:p>
          <a:p>
            <a:r>
              <a:rPr lang="en-GB" dirty="0"/>
              <a:t>This means that </a:t>
            </a:r>
            <a:r>
              <a:rPr lang="en-GB" b="1" dirty="0"/>
              <a:t>we aren’t holding the samples independent and identically distributed (IID) assumption</a:t>
            </a:r>
            <a:r>
              <a:rPr lang="en-GB" dirty="0"/>
              <a:t> </a:t>
            </a:r>
          </a:p>
          <a:p>
            <a:pPr lvl="1"/>
            <a:r>
              <a:rPr lang="en-GB" dirty="0"/>
              <a:t>optimization methods assume data samples IID distributed</a:t>
            </a:r>
          </a:p>
          <a:p>
            <a:pPr lvl="1"/>
            <a:endParaRPr lang="en-GB" sz="600" dirty="0"/>
          </a:p>
          <a:p>
            <a:r>
              <a:rPr lang="en-GB" dirty="0"/>
              <a:t>We’re training on almost the </a:t>
            </a:r>
            <a:r>
              <a:rPr lang="en-GB" b="1" dirty="0"/>
              <a:t>exact opposite</a:t>
            </a:r>
          </a:p>
          <a:p>
            <a:pPr lvl="1"/>
            <a:r>
              <a:rPr lang="en-GB" b="1" dirty="0"/>
              <a:t>samples are not independent </a:t>
            </a:r>
          </a:p>
          <a:p>
            <a:pPr lvl="2"/>
            <a:r>
              <a:rPr lang="en-GB" dirty="0"/>
              <a:t>the outcome of a new state is dependent on current state</a:t>
            </a:r>
          </a:p>
          <a:p>
            <a:pPr lvl="1"/>
            <a:r>
              <a:rPr lang="en-GB" b="1" dirty="0"/>
              <a:t>samples aren’t identically distributed </a:t>
            </a:r>
          </a:p>
          <a:p>
            <a:pPr lvl="2"/>
            <a:r>
              <a:rPr lang="en-GB" dirty="0"/>
              <a:t>underlying data generating process, the policy, is changing over time</a:t>
            </a:r>
          </a:p>
          <a:p>
            <a:pPr lvl="2"/>
            <a:endParaRPr lang="en-GB" sz="600" dirty="0"/>
          </a:p>
          <a:p>
            <a:r>
              <a:rPr lang="en-GB" dirty="0"/>
              <a:t>Optimization methods allow to </a:t>
            </a:r>
            <a:r>
              <a:rPr lang="en-GB" b="1" dirty="0"/>
              <a:t>relax</a:t>
            </a:r>
            <a:r>
              <a:rPr lang="en-GB" dirty="0"/>
              <a:t> the IID assumption </a:t>
            </a:r>
            <a:r>
              <a:rPr lang="en-GB" b="1" dirty="0"/>
              <a:t>to a certain degree</a:t>
            </a:r>
            <a:r>
              <a:rPr lang="en-GB" dirty="0"/>
              <a:t>, but we go all the way</a:t>
            </a:r>
          </a:p>
          <a:p>
            <a:pPr lvl="0"/>
            <a:endParaRPr lang="en-GB" dirty="0"/>
          </a:p>
          <a:p>
            <a:pPr lvl="0"/>
            <a:endParaRPr lang="en-GB" dirty="0"/>
          </a:p>
        </p:txBody>
      </p:sp>
    </p:spTree>
    <p:extLst>
      <p:ext uri="{BB962C8B-B14F-4D97-AF65-F5344CB8AC3E}">
        <p14:creationId xmlns:p14="http://schemas.microsoft.com/office/powerpoint/2010/main" val="1578067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Experience Replay (1)</a:t>
            </a:r>
            <a:endParaRPr sz="4000" dirty="0"/>
          </a:p>
        </p:txBody>
      </p:sp>
      <p:sp>
        <p:nvSpPr>
          <p:cNvPr id="84" name="Google Shape;84;p14"/>
          <p:cNvSpPr txBox="1">
            <a:spLocks noGrp="1"/>
          </p:cNvSpPr>
          <p:nvPr>
            <p:ph type="body" idx="1"/>
          </p:nvPr>
        </p:nvSpPr>
        <p:spPr>
          <a:xfrm>
            <a:off x="162750" y="971542"/>
            <a:ext cx="8818500" cy="5224230"/>
          </a:xfrm>
          <a:prstGeom prst="rect">
            <a:avLst/>
          </a:prstGeom>
        </p:spPr>
        <p:txBody>
          <a:bodyPr spcFirstLastPara="1" wrap="square" lIns="91425" tIns="91425" rIns="91425" bIns="91425" anchor="t" anchorCtr="0">
            <a:noAutofit/>
          </a:bodyPr>
          <a:lstStyle/>
          <a:p>
            <a:pPr lvl="0"/>
            <a:r>
              <a:rPr lang="en-GB" dirty="0"/>
              <a:t>Data structure to </a:t>
            </a:r>
            <a:r>
              <a:rPr lang="en-GB" b="1" dirty="0"/>
              <a:t>hold experience samples </a:t>
            </a:r>
            <a:r>
              <a:rPr lang="en-GB" dirty="0"/>
              <a:t>e</a:t>
            </a:r>
            <a:r>
              <a:rPr lang="en-GB" baseline="-25000" dirty="0"/>
              <a:t>𝑡</a:t>
            </a:r>
            <a:r>
              <a:rPr lang="en-GB" dirty="0"/>
              <a:t>=(𝑆</a:t>
            </a:r>
            <a:r>
              <a:rPr lang="en-GB" baseline="-25000" dirty="0"/>
              <a:t>𝑡</a:t>
            </a:r>
            <a:r>
              <a:rPr lang="en-GB" dirty="0"/>
              <a:t>,𝐴</a:t>
            </a:r>
            <a:r>
              <a:rPr lang="en-GB" baseline="-25000" dirty="0"/>
              <a:t>𝑡</a:t>
            </a:r>
            <a:r>
              <a:rPr lang="en-GB" dirty="0"/>
              <a:t>,𝑅</a:t>
            </a:r>
            <a:r>
              <a:rPr lang="en-GB" baseline="-25000" dirty="0"/>
              <a:t>𝑡+1</a:t>
            </a:r>
            <a:r>
              <a:rPr lang="en-GB" dirty="0"/>
              <a:t>,𝑆</a:t>
            </a:r>
            <a:r>
              <a:rPr lang="en-GB" baseline="-25000" dirty="0"/>
              <a:t>𝑡+1</a:t>
            </a:r>
            <a:r>
              <a:rPr lang="en-GB" dirty="0"/>
              <a:t>)  for several steps </a:t>
            </a:r>
          </a:p>
          <a:p>
            <a:pPr lvl="1"/>
            <a:r>
              <a:rPr lang="en-GB" dirty="0"/>
              <a:t>D = e</a:t>
            </a:r>
            <a:r>
              <a:rPr lang="en-GB" baseline="-25000" dirty="0"/>
              <a:t>1</a:t>
            </a:r>
            <a:r>
              <a:rPr lang="en-GB" dirty="0"/>
              <a:t>,e</a:t>
            </a:r>
            <a:r>
              <a:rPr lang="en-GB" baseline="-25000" dirty="0"/>
              <a:t>2</a:t>
            </a:r>
            <a:r>
              <a:rPr lang="en-GB" dirty="0"/>
              <a:t>,...,e</a:t>
            </a:r>
            <a:r>
              <a:rPr lang="en-GB" baseline="-25000" dirty="0"/>
              <a:t>𝑀</a:t>
            </a:r>
            <a:r>
              <a:rPr lang="en-GB" dirty="0"/>
              <a:t> , 𝑀: size of the replay memory </a:t>
            </a:r>
          </a:p>
          <a:p>
            <a:r>
              <a:rPr lang="en-GB" b="1" dirty="0"/>
              <a:t>Sampling</a:t>
            </a:r>
            <a:r>
              <a:rPr lang="en-GB" dirty="0"/>
              <a:t> of batches comes from </a:t>
            </a:r>
            <a:r>
              <a:rPr lang="en-GB" b="1" dirty="0"/>
              <a:t>a broad set of past experiences</a:t>
            </a:r>
          </a:p>
          <a:p>
            <a:pPr lvl="1"/>
            <a:r>
              <a:rPr lang="en-GB" dirty="0"/>
              <a:t>training can use more diverse batch for performing updates</a:t>
            </a:r>
          </a:p>
          <a:p>
            <a:pPr lvl="1"/>
            <a:r>
              <a:rPr lang="en-GB" dirty="0"/>
              <a:t>gives the </a:t>
            </a:r>
            <a:r>
              <a:rPr lang="en-GB" b="1" dirty="0"/>
              <a:t>impression data are IID </a:t>
            </a:r>
            <a:r>
              <a:rPr lang="en-GB" dirty="0"/>
              <a:t>(sampling from multiple trajectories)</a:t>
            </a:r>
          </a:p>
          <a:p>
            <a:pPr lvl="1"/>
            <a:r>
              <a:rPr lang="en-GB" dirty="0"/>
              <a:t>agent no longer has to fit the model to the same batch for multiple iterations</a:t>
            </a:r>
          </a:p>
          <a:p>
            <a:pPr marL="120650" lvl="0" indent="0">
              <a:buNone/>
            </a:pPr>
            <a:endParaRPr lang="en-GB" dirty="0"/>
          </a:p>
        </p:txBody>
      </p:sp>
      <p:pic>
        <p:nvPicPr>
          <p:cNvPr id="4" name="Immagine 3" descr="Immagine che contiene testo, diagramma, schermata, linea&#10;&#10;Descrizione generata automaticamente">
            <a:extLst>
              <a:ext uri="{FF2B5EF4-FFF2-40B4-BE49-F238E27FC236}">
                <a16:creationId xmlns:a16="http://schemas.microsoft.com/office/drawing/2014/main" id="{F3871048-A6B0-87FC-06F5-96FE3E44F6A8}"/>
              </a:ext>
            </a:extLst>
          </p:cNvPr>
          <p:cNvPicPr>
            <a:picLocks noChangeAspect="1"/>
          </p:cNvPicPr>
          <p:nvPr/>
        </p:nvPicPr>
        <p:blipFill>
          <a:blip r:embed="rId3"/>
          <a:stretch>
            <a:fillRect/>
          </a:stretch>
        </p:blipFill>
        <p:spPr>
          <a:xfrm>
            <a:off x="908554" y="3166602"/>
            <a:ext cx="7195931" cy="3496772"/>
          </a:xfrm>
          <a:prstGeom prst="rect">
            <a:avLst/>
          </a:prstGeom>
        </p:spPr>
      </p:pic>
    </p:spTree>
    <p:extLst>
      <p:ext uri="{BB962C8B-B14F-4D97-AF65-F5344CB8AC3E}">
        <p14:creationId xmlns:p14="http://schemas.microsoft.com/office/powerpoint/2010/main" val="3393540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Experience Replay (2)</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A sufficiently large replay memory yields </a:t>
            </a:r>
            <a:r>
              <a:rPr lang="en-GB" b="1" dirty="0"/>
              <a:t>a slow-moving target</a:t>
            </a:r>
          </a:p>
          <a:p>
            <a:pPr lvl="1"/>
            <a:r>
              <a:rPr lang="en-GB" dirty="0"/>
              <a:t>lower risk of divergence</a:t>
            </a:r>
          </a:p>
          <a:p>
            <a:pPr lvl="0"/>
            <a:endParaRPr lang="en-GB" dirty="0"/>
          </a:p>
          <a:p>
            <a:pPr lvl="0"/>
            <a:r>
              <a:rPr lang="en-GB" dirty="0"/>
              <a:t>Unfortunately, </a:t>
            </a:r>
            <a:r>
              <a:rPr lang="en-GB" b="1" dirty="0"/>
              <a:t>implementation is a challenge </a:t>
            </a:r>
            <a:r>
              <a:rPr lang="en-GB" dirty="0"/>
              <a:t>with high-dimensional observations</a:t>
            </a:r>
          </a:p>
          <a:p>
            <a:pPr lvl="1"/>
            <a:r>
              <a:rPr lang="en-GB" dirty="0"/>
              <a:t>replay buffers hit a hardware </a:t>
            </a:r>
            <a:r>
              <a:rPr lang="en-GB" b="1" dirty="0"/>
              <a:t>memory limit </a:t>
            </a:r>
            <a:r>
              <a:rPr lang="en-GB" dirty="0"/>
              <a:t>quickly </a:t>
            </a:r>
          </a:p>
          <a:p>
            <a:pPr lvl="1"/>
            <a:r>
              <a:rPr lang="en-GB" dirty="0"/>
              <a:t>e.g. image-based environments (each state representation is a stack of the latest image frames)</a:t>
            </a:r>
          </a:p>
          <a:p>
            <a:pPr marL="590550" lvl="1" indent="0">
              <a:buNone/>
            </a:pPr>
            <a:endParaRPr lang="en-GB" dirty="0"/>
          </a:p>
          <a:p>
            <a:pPr lvl="0"/>
            <a:r>
              <a:rPr lang="en-GB" dirty="0"/>
              <a:t>The difference with previous equation is that we’re now obtaining experiences by sampling D, instead of using the online experiences:</a:t>
            </a:r>
          </a:p>
        </p:txBody>
      </p:sp>
      <p:pic>
        <p:nvPicPr>
          <p:cNvPr id="3" name="Immagine 2">
            <a:extLst>
              <a:ext uri="{FF2B5EF4-FFF2-40B4-BE49-F238E27FC236}">
                <a16:creationId xmlns:a16="http://schemas.microsoft.com/office/drawing/2014/main" id="{828A3654-B8F6-2C79-3289-6BA8809CF101}"/>
              </a:ext>
            </a:extLst>
          </p:cNvPr>
          <p:cNvPicPr>
            <a:picLocks noChangeAspect="1"/>
          </p:cNvPicPr>
          <p:nvPr/>
        </p:nvPicPr>
        <p:blipFill>
          <a:blip r:embed="rId3"/>
          <a:stretch>
            <a:fillRect/>
          </a:stretch>
        </p:blipFill>
        <p:spPr>
          <a:xfrm>
            <a:off x="644517" y="5162863"/>
            <a:ext cx="5461000" cy="482600"/>
          </a:xfrm>
          <a:prstGeom prst="rect">
            <a:avLst/>
          </a:prstGeom>
        </p:spPr>
      </p:pic>
    </p:spTree>
    <p:extLst>
      <p:ext uri="{BB962C8B-B14F-4D97-AF65-F5344CB8AC3E}">
        <p14:creationId xmlns:p14="http://schemas.microsoft.com/office/powerpoint/2010/main" val="4247091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Target Network (1)</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r>
              <a:rPr lang="en-GB" dirty="0"/>
              <a:t>As we mentioned before, </a:t>
            </a:r>
            <a:r>
              <a:rPr lang="en-GB" b="1" dirty="0"/>
              <a:t>the targets used for training are not stationary</a:t>
            </a:r>
            <a:r>
              <a:rPr lang="en-GB" dirty="0"/>
              <a:t>:</a:t>
            </a:r>
          </a:p>
          <a:p>
            <a:endParaRPr lang="en-GB" dirty="0"/>
          </a:p>
          <a:p>
            <a:endParaRPr lang="en-GB" dirty="0"/>
          </a:p>
          <a:p>
            <a:endParaRPr lang="en-GB" dirty="0"/>
          </a:p>
          <a:p>
            <a:endParaRPr lang="en-GB" dirty="0"/>
          </a:p>
          <a:p>
            <a:endParaRPr lang="en-GB" dirty="0"/>
          </a:p>
          <a:p>
            <a:endParaRPr lang="en-GB" dirty="0"/>
          </a:p>
          <a:p>
            <a:endParaRPr lang="en-GB" dirty="0"/>
          </a:p>
          <a:p>
            <a:r>
              <a:rPr lang="en-GB" dirty="0"/>
              <a:t>To make target values more stationary we can have a separate </a:t>
            </a:r>
            <a:r>
              <a:rPr lang="en-GB" b="1" dirty="0"/>
              <a:t>target network</a:t>
            </a:r>
            <a:r>
              <a:rPr lang="en-GB" dirty="0"/>
              <a:t> </a:t>
            </a:r>
          </a:p>
          <a:p>
            <a:pPr lvl="1"/>
            <a:r>
              <a:rPr lang="en-GB" b="1" dirty="0"/>
              <a:t>fix it for multiple steps </a:t>
            </a:r>
            <a:r>
              <a:rPr lang="en-GB" dirty="0"/>
              <a:t>and reserve it for calculating </a:t>
            </a:r>
            <a:r>
              <a:rPr lang="en-GB" b="1" dirty="0"/>
              <a:t>more stationary targets</a:t>
            </a:r>
          </a:p>
        </p:txBody>
      </p:sp>
      <p:pic>
        <p:nvPicPr>
          <p:cNvPr id="7" name="Immagine 6">
            <a:extLst>
              <a:ext uri="{FF2B5EF4-FFF2-40B4-BE49-F238E27FC236}">
                <a16:creationId xmlns:a16="http://schemas.microsoft.com/office/drawing/2014/main" id="{BC2FAFB3-054F-F448-835F-B434E49B9799}"/>
              </a:ext>
            </a:extLst>
          </p:cNvPr>
          <p:cNvPicPr>
            <a:picLocks noChangeAspect="1"/>
          </p:cNvPicPr>
          <p:nvPr/>
        </p:nvPicPr>
        <p:blipFill>
          <a:blip r:embed="rId3"/>
          <a:stretch>
            <a:fillRect/>
          </a:stretch>
        </p:blipFill>
        <p:spPr>
          <a:xfrm>
            <a:off x="451857" y="1724991"/>
            <a:ext cx="8240285" cy="1704009"/>
          </a:xfrm>
          <a:prstGeom prst="rect">
            <a:avLst/>
          </a:prstGeom>
        </p:spPr>
      </p:pic>
      <p:pic>
        <p:nvPicPr>
          <p:cNvPr id="9" name="Immagine 8">
            <a:extLst>
              <a:ext uri="{FF2B5EF4-FFF2-40B4-BE49-F238E27FC236}">
                <a16:creationId xmlns:a16="http://schemas.microsoft.com/office/drawing/2014/main" id="{0A5EDB2E-0C1B-F131-C6C9-BB34541F4A5D}"/>
              </a:ext>
            </a:extLst>
          </p:cNvPr>
          <p:cNvPicPr>
            <a:picLocks noChangeAspect="1"/>
          </p:cNvPicPr>
          <p:nvPr/>
        </p:nvPicPr>
        <p:blipFill>
          <a:blip r:embed="rId4"/>
          <a:stretch>
            <a:fillRect/>
          </a:stretch>
        </p:blipFill>
        <p:spPr>
          <a:xfrm>
            <a:off x="381329" y="4462240"/>
            <a:ext cx="8599921" cy="1704009"/>
          </a:xfrm>
          <a:prstGeom prst="rect">
            <a:avLst/>
          </a:prstGeom>
        </p:spPr>
      </p:pic>
    </p:spTree>
    <p:extLst>
      <p:ext uri="{BB962C8B-B14F-4D97-AF65-F5344CB8AC3E}">
        <p14:creationId xmlns:p14="http://schemas.microsoft.com/office/powerpoint/2010/main" val="3650906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Target Network (2)</a:t>
            </a:r>
            <a:endParaRPr sz="4000" dirty="0"/>
          </a:p>
        </p:txBody>
      </p:sp>
      <p:sp>
        <p:nvSpPr>
          <p:cNvPr id="84" name="Google Shape;84;p14"/>
          <p:cNvSpPr txBox="1">
            <a:spLocks noGrp="1"/>
          </p:cNvSpPr>
          <p:nvPr>
            <p:ph type="body" idx="1"/>
          </p:nvPr>
        </p:nvSpPr>
        <p:spPr>
          <a:xfrm>
            <a:off x="162750" y="1254741"/>
            <a:ext cx="8818500" cy="5224230"/>
          </a:xfrm>
          <a:prstGeom prst="rect">
            <a:avLst/>
          </a:prstGeom>
        </p:spPr>
        <p:txBody>
          <a:bodyPr spcFirstLastPara="1" wrap="square" lIns="91425" tIns="91425" rIns="91425" bIns="91425" anchor="t" anchorCtr="0">
            <a:noAutofit/>
          </a:bodyPr>
          <a:lstStyle/>
          <a:p>
            <a:pPr lvl="0"/>
            <a:r>
              <a:rPr lang="en-GB" dirty="0"/>
              <a:t>We create </a:t>
            </a:r>
            <a:r>
              <a:rPr lang="en-GB" b="1" dirty="0"/>
              <a:t>several small supervised learning problems </a:t>
            </a:r>
            <a:r>
              <a:rPr lang="en-GB" dirty="0"/>
              <a:t>presented sequentially to the agent</a:t>
            </a:r>
          </a:p>
          <a:p>
            <a:pPr lvl="1"/>
            <a:r>
              <a:rPr lang="en-GB" b="1" dirty="0"/>
              <a:t>targets are fixed </a:t>
            </a:r>
            <a:r>
              <a:rPr lang="en-GB" dirty="0"/>
              <a:t>for as many steps as we fix our target network</a:t>
            </a:r>
          </a:p>
          <a:p>
            <a:pPr lvl="1"/>
            <a:r>
              <a:rPr lang="en-GB" dirty="0"/>
              <a:t>substantially </a:t>
            </a:r>
            <a:r>
              <a:rPr lang="en-GB" b="1" dirty="0"/>
              <a:t>reduces the chance of divergence</a:t>
            </a:r>
          </a:p>
          <a:p>
            <a:pPr lvl="1"/>
            <a:endParaRPr lang="en-GB" b="1" dirty="0"/>
          </a:p>
          <a:p>
            <a:r>
              <a:rPr lang="en-GB" dirty="0"/>
              <a:t>The only difference with NFQ is </a:t>
            </a:r>
            <a:r>
              <a:rPr lang="en-GB" b="1" dirty="0"/>
              <a:t>the age of the neural network weights</a:t>
            </a:r>
          </a:p>
          <a:p>
            <a:endParaRPr lang="en-GB" dirty="0"/>
          </a:p>
          <a:p>
            <a:endParaRPr lang="en-GB" sz="1050" dirty="0"/>
          </a:p>
          <a:p>
            <a:pPr marL="120650" indent="0">
              <a:buNone/>
            </a:pPr>
            <a:endParaRPr lang="en-GB" dirty="0"/>
          </a:p>
          <a:p>
            <a:pPr lvl="1"/>
            <a:r>
              <a:rPr lang="en-GB" dirty="0"/>
              <a:t>notice that we don’t have two different networks</a:t>
            </a:r>
          </a:p>
          <a:p>
            <a:pPr lvl="1"/>
            <a:r>
              <a:rPr lang="en-GB" dirty="0"/>
              <a:t>target network is </a:t>
            </a:r>
            <a:r>
              <a:rPr lang="en-GB" b="1" dirty="0"/>
              <a:t>a previous instance of the network </a:t>
            </a:r>
            <a:r>
              <a:rPr lang="en-GB" dirty="0"/>
              <a:t>that we freeze</a:t>
            </a:r>
          </a:p>
          <a:p>
            <a:pPr lvl="1"/>
            <a:endParaRPr lang="en-GB" sz="600" dirty="0"/>
          </a:p>
          <a:p>
            <a:r>
              <a:rPr lang="en-GB" dirty="0"/>
              <a:t>It’s essential to </a:t>
            </a:r>
            <a:r>
              <a:rPr lang="en-GB" b="1" dirty="0"/>
              <a:t>balance stability and speed </a:t>
            </a:r>
            <a:r>
              <a:rPr lang="en-GB" dirty="0"/>
              <a:t>by tuning this hyperparameter</a:t>
            </a:r>
          </a:p>
          <a:p>
            <a:pPr lvl="1"/>
            <a:r>
              <a:rPr lang="en-GB" dirty="0"/>
              <a:t>the gradient update has time to catch up to the target: which is </a:t>
            </a:r>
            <a:r>
              <a:rPr lang="en-GB" b="1" dirty="0"/>
              <a:t>stable</a:t>
            </a:r>
          </a:p>
          <a:p>
            <a:pPr lvl="1"/>
            <a:r>
              <a:rPr lang="en-GB" dirty="0"/>
              <a:t>we </a:t>
            </a:r>
            <a:r>
              <a:rPr lang="en-GB" b="1" dirty="0"/>
              <a:t>slow down learning </a:t>
            </a:r>
            <a:r>
              <a:rPr lang="en-GB" dirty="0"/>
              <a:t>because you’re no longer training on up-to-date values</a:t>
            </a:r>
          </a:p>
        </p:txBody>
      </p:sp>
      <p:pic>
        <p:nvPicPr>
          <p:cNvPr id="3" name="Immagine 2">
            <a:extLst>
              <a:ext uri="{FF2B5EF4-FFF2-40B4-BE49-F238E27FC236}">
                <a16:creationId xmlns:a16="http://schemas.microsoft.com/office/drawing/2014/main" id="{196E140F-4085-0A77-9C53-D2A04BF75D0E}"/>
              </a:ext>
            </a:extLst>
          </p:cNvPr>
          <p:cNvPicPr>
            <a:picLocks noChangeAspect="1"/>
          </p:cNvPicPr>
          <p:nvPr/>
        </p:nvPicPr>
        <p:blipFill>
          <a:blip r:embed="rId3"/>
          <a:stretch>
            <a:fillRect/>
          </a:stretch>
        </p:blipFill>
        <p:spPr>
          <a:xfrm>
            <a:off x="816779" y="3504224"/>
            <a:ext cx="5549900" cy="596900"/>
          </a:xfrm>
          <a:prstGeom prst="rect">
            <a:avLst/>
          </a:prstGeom>
        </p:spPr>
      </p:pic>
    </p:spTree>
    <p:extLst>
      <p:ext uri="{BB962C8B-B14F-4D97-AF65-F5344CB8AC3E}">
        <p14:creationId xmlns:p14="http://schemas.microsoft.com/office/powerpoint/2010/main" val="626844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Better exploration strategies</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Exploration is </a:t>
            </a:r>
            <a:r>
              <a:rPr lang="en-GB" b="1" dirty="0"/>
              <a:t>a vital component </a:t>
            </a:r>
            <a:r>
              <a:rPr lang="en-GB" dirty="0"/>
              <a:t>of RL </a:t>
            </a:r>
          </a:p>
          <a:p>
            <a:pPr lvl="1"/>
            <a:r>
              <a:rPr lang="en-GB" dirty="0"/>
              <a:t>in NFQ, we use an epsilon-greedy exploration strategy </a:t>
            </a:r>
          </a:p>
          <a:p>
            <a:pPr lvl="2"/>
            <a:r>
              <a:rPr lang="en-GB" dirty="0"/>
              <a:t>acting randomly with epsilon probability</a:t>
            </a:r>
          </a:p>
          <a:p>
            <a:r>
              <a:rPr lang="en-GB" dirty="0"/>
              <a:t>This is not the only possible strategies to balance exploration and exploitation</a:t>
            </a:r>
          </a:p>
          <a:p>
            <a:pPr lvl="1"/>
            <a:r>
              <a:rPr lang="en-GB" b="1" dirty="0"/>
              <a:t>decaying epsilon-greedy </a:t>
            </a:r>
            <a:r>
              <a:rPr lang="en-GB" dirty="0"/>
              <a:t>exploration strategy</a:t>
            </a:r>
          </a:p>
        </p:txBody>
      </p:sp>
      <p:pic>
        <p:nvPicPr>
          <p:cNvPr id="3" name="Immagine 2" descr="Immagine che contiene testo&#10;&#10;Descrizione generata automaticamente">
            <a:extLst>
              <a:ext uri="{FF2B5EF4-FFF2-40B4-BE49-F238E27FC236}">
                <a16:creationId xmlns:a16="http://schemas.microsoft.com/office/drawing/2014/main" id="{E9C4211B-6614-C188-6400-E6645F6FC00C}"/>
              </a:ext>
            </a:extLst>
          </p:cNvPr>
          <p:cNvPicPr>
            <a:picLocks noChangeAspect="1"/>
          </p:cNvPicPr>
          <p:nvPr/>
        </p:nvPicPr>
        <p:blipFill>
          <a:blip r:embed="rId3"/>
          <a:stretch>
            <a:fillRect/>
          </a:stretch>
        </p:blipFill>
        <p:spPr>
          <a:xfrm>
            <a:off x="834997" y="3160059"/>
            <a:ext cx="7044979" cy="3284962"/>
          </a:xfrm>
          <a:prstGeom prst="rect">
            <a:avLst/>
          </a:prstGeom>
        </p:spPr>
      </p:pic>
    </p:spTree>
    <p:extLst>
      <p:ext uri="{BB962C8B-B14F-4D97-AF65-F5344CB8AC3E}">
        <p14:creationId xmlns:p14="http://schemas.microsoft.com/office/powerpoint/2010/main" val="3305673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Deep Q-network (DQN) (1)</a:t>
            </a:r>
            <a:endParaRPr sz="4000" dirty="0"/>
          </a:p>
        </p:txBody>
      </p:sp>
      <p:sp>
        <p:nvSpPr>
          <p:cNvPr id="84" name="Google Shape;84;p14"/>
          <p:cNvSpPr txBox="1">
            <a:spLocks noGrp="1"/>
          </p:cNvSpPr>
          <p:nvPr>
            <p:ph type="body" idx="1"/>
          </p:nvPr>
        </p:nvSpPr>
        <p:spPr>
          <a:xfrm>
            <a:off x="162750" y="1184401"/>
            <a:ext cx="8818500" cy="5224230"/>
          </a:xfrm>
          <a:prstGeom prst="rect">
            <a:avLst/>
          </a:prstGeom>
        </p:spPr>
        <p:txBody>
          <a:bodyPr spcFirstLastPara="1" wrap="square" lIns="91425" tIns="91425" rIns="91425" bIns="91425" anchor="t" anchorCtr="0">
            <a:noAutofit/>
          </a:bodyPr>
          <a:lstStyle/>
          <a:p>
            <a:pPr lvl="0"/>
            <a:r>
              <a:rPr lang="en-GB" dirty="0"/>
              <a:t>One of the most popular deep RL algorithms, it started a series of research innovations that mark the history of RL </a:t>
            </a:r>
          </a:p>
          <a:p>
            <a:pPr lvl="1"/>
            <a:r>
              <a:rPr lang="en-GB" dirty="0"/>
              <a:t>DQN claimed for the first time </a:t>
            </a:r>
            <a:r>
              <a:rPr lang="en-GB" b="1" dirty="0"/>
              <a:t>superhuman level performance </a:t>
            </a:r>
            <a:r>
              <a:rPr lang="en-GB" dirty="0"/>
              <a:t>on the </a:t>
            </a:r>
            <a:r>
              <a:rPr lang="en-GB" b="1" dirty="0"/>
              <a:t>Atari benchmark </a:t>
            </a:r>
            <a:r>
              <a:rPr lang="en-GB" dirty="0"/>
              <a:t>in which agents learned from raw pixel data from mere images </a:t>
            </a:r>
          </a:p>
          <a:p>
            <a:pPr lvl="1"/>
            <a:r>
              <a:rPr lang="en-GB" dirty="0"/>
              <a:t>V. </a:t>
            </a:r>
            <a:r>
              <a:rPr lang="en-GB" dirty="0" err="1"/>
              <a:t>Mnih</a:t>
            </a:r>
            <a:r>
              <a:rPr lang="en-GB" dirty="0"/>
              <a:t>, et al. "</a:t>
            </a:r>
            <a:r>
              <a:rPr lang="en-GB" i="1" dirty="0"/>
              <a:t>Playing Atari with Deep Reinforcement Learning</a:t>
            </a:r>
            <a:r>
              <a:rPr lang="en-GB" dirty="0"/>
              <a:t>", NIPS 2013</a:t>
            </a:r>
          </a:p>
          <a:p>
            <a:pPr lvl="1"/>
            <a:r>
              <a:rPr lang="en-GB" dirty="0"/>
              <a:t>use a decaying epsilon-greedy strategy, use a replay buffer, use a target network</a:t>
            </a:r>
          </a:p>
          <a:p>
            <a:pPr marL="590550" lvl="1" indent="0">
              <a:buNone/>
            </a:pPr>
            <a:endParaRPr lang="en-GB" sz="600" dirty="0"/>
          </a:p>
          <a:p>
            <a:r>
              <a:rPr lang="en-GB" dirty="0"/>
              <a:t>The algorithm has the following steps:</a:t>
            </a:r>
          </a:p>
          <a:p>
            <a:pPr marL="920750" lvl="1" indent="-342900">
              <a:buFont typeface="+mj-lt"/>
              <a:buAutoNum type="arabicPeriod"/>
            </a:pPr>
            <a:r>
              <a:rPr lang="en-GB" b="1" dirty="0"/>
              <a:t>collect experience and insert it into the replay memory</a:t>
            </a:r>
          </a:p>
          <a:p>
            <a:pPr marL="920750" lvl="1" indent="-342900">
              <a:buFont typeface="+mj-lt"/>
              <a:buAutoNum type="arabicPeriod"/>
            </a:pPr>
            <a:r>
              <a:rPr lang="en-GB" b="1" dirty="0"/>
              <a:t>randomly sample a mini-batch from the buffer and provide it in input to both the online and the target network</a:t>
            </a:r>
          </a:p>
          <a:p>
            <a:pPr marL="920750" lvl="1" indent="-342900">
              <a:buFont typeface="+mj-lt"/>
              <a:buAutoNum type="arabicPeriod"/>
            </a:pPr>
            <a:r>
              <a:rPr lang="en-GB" b="1" dirty="0"/>
              <a:t>use the target network to calculate the Q-values of the next state, but use the online network to calculate the Q-values of the current state</a:t>
            </a:r>
          </a:p>
          <a:p>
            <a:pPr marL="920750" lvl="1" indent="-342900">
              <a:buFont typeface="+mj-lt"/>
              <a:buAutoNum type="arabicPeriod"/>
            </a:pPr>
            <a:r>
              <a:rPr lang="en-GB" b="1" dirty="0"/>
              <a:t>compute the loss function and update the online network</a:t>
            </a:r>
          </a:p>
          <a:p>
            <a:pPr marL="920750" lvl="1" indent="-342900">
              <a:buFont typeface="+mj-lt"/>
              <a:buAutoNum type="arabicPeriod"/>
            </a:pPr>
            <a:r>
              <a:rPr lang="en-GB" b="1" dirty="0"/>
              <a:t>sometimes update the target network with the online network weights</a:t>
            </a:r>
            <a:endParaRPr lang="en-GB" dirty="0"/>
          </a:p>
        </p:txBody>
      </p:sp>
    </p:spTree>
    <p:extLst>
      <p:ext uri="{BB962C8B-B14F-4D97-AF65-F5344CB8AC3E}">
        <p14:creationId xmlns:p14="http://schemas.microsoft.com/office/powerpoint/2010/main" val="70478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Deep Q-network (DQN) (2)</a:t>
            </a:r>
            <a:endParaRPr sz="4000" dirty="0"/>
          </a:p>
        </p:txBody>
      </p:sp>
      <p:sp>
        <p:nvSpPr>
          <p:cNvPr id="84" name="Google Shape;84;p14"/>
          <p:cNvSpPr txBox="1">
            <a:spLocks noGrp="1"/>
          </p:cNvSpPr>
          <p:nvPr>
            <p:ph type="body" idx="1"/>
          </p:nvPr>
        </p:nvSpPr>
        <p:spPr>
          <a:xfrm>
            <a:off x="162750" y="1114062"/>
            <a:ext cx="8818500" cy="5224230"/>
          </a:xfrm>
          <a:prstGeom prst="rect">
            <a:avLst/>
          </a:prstGeom>
        </p:spPr>
        <p:txBody>
          <a:bodyPr spcFirstLastPara="1" wrap="square" lIns="91425" tIns="91425" rIns="91425" bIns="91425" anchor="t" anchorCtr="0">
            <a:noAutofit/>
          </a:bodyPr>
          <a:lstStyle/>
          <a:p>
            <a:pPr marL="120650" indent="0">
              <a:buNone/>
            </a:pPr>
            <a:endParaRPr lang="en-GB" dirty="0"/>
          </a:p>
          <a:p>
            <a:pPr lvl="0"/>
            <a:endParaRPr lang="en-GB" dirty="0"/>
          </a:p>
        </p:txBody>
      </p:sp>
      <p:pic>
        <p:nvPicPr>
          <p:cNvPr id="3" name="Immagine 2">
            <a:extLst>
              <a:ext uri="{FF2B5EF4-FFF2-40B4-BE49-F238E27FC236}">
                <a16:creationId xmlns:a16="http://schemas.microsoft.com/office/drawing/2014/main" id="{CE868BBA-B0C6-A7D7-6992-812F0E2D5358}"/>
              </a:ext>
            </a:extLst>
          </p:cNvPr>
          <p:cNvPicPr>
            <a:picLocks noChangeAspect="1"/>
          </p:cNvPicPr>
          <p:nvPr/>
        </p:nvPicPr>
        <p:blipFill>
          <a:blip r:embed="rId3"/>
          <a:stretch>
            <a:fillRect/>
          </a:stretch>
        </p:blipFill>
        <p:spPr>
          <a:xfrm>
            <a:off x="0" y="1865498"/>
            <a:ext cx="9106429" cy="3541389"/>
          </a:xfrm>
          <a:prstGeom prst="rect">
            <a:avLst/>
          </a:prstGeom>
        </p:spPr>
      </p:pic>
    </p:spTree>
    <p:extLst>
      <p:ext uri="{BB962C8B-B14F-4D97-AF65-F5344CB8AC3E}">
        <p14:creationId xmlns:p14="http://schemas.microsoft.com/office/powerpoint/2010/main" val="1172868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Deep Q-network (DQN) (3)</a:t>
            </a:r>
            <a:endParaRPr sz="4000" dirty="0"/>
          </a:p>
        </p:txBody>
      </p:sp>
      <p:sp>
        <p:nvSpPr>
          <p:cNvPr id="84" name="Google Shape;84;p14"/>
          <p:cNvSpPr txBox="1">
            <a:spLocks noGrp="1"/>
          </p:cNvSpPr>
          <p:nvPr>
            <p:ph type="body" idx="1"/>
          </p:nvPr>
        </p:nvSpPr>
        <p:spPr>
          <a:xfrm>
            <a:off x="162750" y="1114062"/>
            <a:ext cx="8818500" cy="5224230"/>
          </a:xfrm>
          <a:prstGeom prst="rect">
            <a:avLst/>
          </a:prstGeom>
        </p:spPr>
        <p:txBody>
          <a:bodyPr spcFirstLastPara="1" wrap="square" lIns="91425" tIns="91425" rIns="91425" bIns="91425" anchor="t" anchorCtr="0">
            <a:noAutofit/>
          </a:bodyPr>
          <a:lstStyle/>
          <a:p>
            <a:r>
              <a:rPr lang="en-GB" dirty="0"/>
              <a:t>DQN takes approximately 250 episodes while NFQ takes almost 1,500 episodes to solve the cart-pole environment</a:t>
            </a:r>
          </a:p>
          <a:p>
            <a:pPr lvl="1"/>
            <a:r>
              <a:rPr lang="en-GB" dirty="0"/>
              <a:t>DQN is more </a:t>
            </a:r>
            <a:r>
              <a:rPr lang="en-GB" b="1" dirty="0"/>
              <a:t>sample efficient </a:t>
            </a:r>
            <a:r>
              <a:rPr lang="en-GB" dirty="0"/>
              <a:t>than NFQ</a:t>
            </a:r>
          </a:p>
          <a:p>
            <a:pPr lvl="1"/>
            <a:r>
              <a:rPr lang="en-GB" dirty="0"/>
              <a:t>NFQ is also </a:t>
            </a:r>
            <a:r>
              <a:rPr lang="en-GB" b="1" dirty="0"/>
              <a:t>noisier</a:t>
            </a:r>
            <a:r>
              <a:rPr lang="en-GB" dirty="0"/>
              <a:t> than DQN</a:t>
            </a:r>
          </a:p>
          <a:p>
            <a:pPr marL="120650" indent="0">
              <a:buNone/>
            </a:pPr>
            <a:endParaRPr lang="en-GB" dirty="0"/>
          </a:p>
          <a:p>
            <a:pPr lvl="0"/>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2067EE20-B065-60BF-0DCD-E04B77C7E1EC}"/>
              </a:ext>
            </a:extLst>
          </p:cNvPr>
          <p:cNvPicPr>
            <a:picLocks noChangeAspect="1"/>
          </p:cNvPicPr>
          <p:nvPr/>
        </p:nvPicPr>
        <p:blipFill>
          <a:blip r:embed="rId3"/>
          <a:stretch>
            <a:fillRect/>
          </a:stretch>
        </p:blipFill>
        <p:spPr>
          <a:xfrm>
            <a:off x="8661328" y="65196"/>
            <a:ext cx="407258" cy="495579"/>
          </a:xfrm>
          <a:prstGeom prst="rect">
            <a:avLst/>
          </a:prstGeom>
        </p:spPr>
      </p:pic>
      <p:pic>
        <p:nvPicPr>
          <p:cNvPr id="5" name="Immagine 4">
            <a:extLst>
              <a:ext uri="{FF2B5EF4-FFF2-40B4-BE49-F238E27FC236}">
                <a16:creationId xmlns:a16="http://schemas.microsoft.com/office/drawing/2014/main" id="{B61C811C-AA7C-DC47-E1BB-84C5A49F18DF}"/>
              </a:ext>
            </a:extLst>
          </p:cNvPr>
          <p:cNvPicPr>
            <a:picLocks noChangeAspect="1"/>
          </p:cNvPicPr>
          <p:nvPr/>
        </p:nvPicPr>
        <p:blipFill>
          <a:blip r:embed="rId4"/>
          <a:stretch>
            <a:fillRect/>
          </a:stretch>
        </p:blipFill>
        <p:spPr>
          <a:xfrm>
            <a:off x="685800" y="2485261"/>
            <a:ext cx="7772400" cy="4179688"/>
          </a:xfrm>
          <a:prstGeom prst="rect">
            <a:avLst/>
          </a:prstGeom>
        </p:spPr>
      </p:pic>
    </p:spTree>
    <p:extLst>
      <p:ext uri="{BB962C8B-B14F-4D97-AF65-F5344CB8AC3E}">
        <p14:creationId xmlns:p14="http://schemas.microsoft.com/office/powerpoint/2010/main" val="244155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Double Q-Learning (DDQN) (1)</a:t>
            </a:r>
          </a:p>
        </p:txBody>
      </p:sp>
      <p:sp>
        <p:nvSpPr>
          <p:cNvPr id="84" name="Google Shape;84;p14"/>
          <p:cNvSpPr txBox="1">
            <a:spLocks noGrp="1"/>
          </p:cNvSpPr>
          <p:nvPr>
            <p:ph type="body" idx="1"/>
          </p:nvPr>
        </p:nvSpPr>
        <p:spPr>
          <a:xfrm>
            <a:off x="162750" y="1184401"/>
            <a:ext cx="8818500" cy="5224230"/>
          </a:xfrm>
          <a:prstGeom prst="rect">
            <a:avLst/>
          </a:prstGeom>
        </p:spPr>
        <p:txBody>
          <a:bodyPr spcFirstLastPara="1" wrap="square" lIns="91425" tIns="91425" rIns="91425" bIns="91425" anchor="t" anchorCtr="0">
            <a:noAutofit/>
          </a:bodyPr>
          <a:lstStyle/>
          <a:p>
            <a:pPr lvl="0"/>
            <a:r>
              <a:rPr lang="en-GB" dirty="0"/>
              <a:t>Q-learning tends to </a:t>
            </a:r>
            <a:r>
              <a:rPr lang="en-GB" b="1" dirty="0"/>
              <a:t>overestimate action-value functions</a:t>
            </a:r>
            <a:r>
              <a:rPr lang="en-GB" dirty="0"/>
              <a:t> and DQN is no different</a:t>
            </a:r>
          </a:p>
          <a:p>
            <a:pPr lvl="1"/>
            <a:r>
              <a:rPr lang="en-GB" dirty="0"/>
              <a:t>we’re using the same off-policy TD target with the max operator</a:t>
            </a:r>
          </a:p>
          <a:p>
            <a:pPr lvl="1"/>
            <a:r>
              <a:rPr lang="en-GB" dirty="0"/>
              <a:t>we’re taking the </a:t>
            </a:r>
            <a:r>
              <a:rPr lang="en-GB" b="1" dirty="0"/>
              <a:t>max of estimated values </a:t>
            </a:r>
            <a:r>
              <a:rPr lang="en-GB" dirty="0"/>
              <a:t>and estimated values are </a:t>
            </a:r>
            <a:r>
              <a:rPr lang="en-GB" b="1" dirty="0"/>
              <a:t>often </a:t>
            </a:r>
            <a:r>
              <a:rPr lang="en-GB" b="1" dirty="0" err="1"/>
              <a:t>off-center</a:t>
            </a:r>
            <a:endParaRPr lang="en-GB" dirty="0"/>
          </a:p>
          <a:p>
            <a:pPr lvl="1"/>
            <a:r>
              <a:rPr lang="en-GB" dirty="0"/>
              <a:t>some higher than the true values, some lower, but the bottom line is that they’re off and we’re always taking the max of these values</a:t>
            </a:r>
          </a:p>
          <a:p>
            <a:pPr lvl="1"/>
            <a:r>
              <a:rPr lang="en-GB" dirty="0"/>
              <a:t>we prefer higher values, even if they aren’t correct</a:t>
            </a:r>
          </a:p>
          <a:p>
            <a:r>
              <a:rPr lang="en-GB" dirty="0"/>
              <a:t>We can </a:t>
            </a:r>
            <a:r>
              <a:rPr lang="en-GB" b="1" dirty="0"/>
              <a:t>unwrap the max operator</a:t>
            </a:r>
            <a:r>
              <a:rPr lang="en-GB" dirty="0"/>
              <a:t> in the target calculations: </a:t>
            </a:r>
          </a:p>
          <a:p>
            <a:endParaRPr lang="en-GB" dirty="0"/>
          </a:p>
          <a:p>
            <a:endParaRPr lang="en-GB" dirty="0"/>
          </a:p>
          <a:p>
            <a:pPr marL="120650" indent="0">
              <a:buNone/>
            </a:pPr>
            <a:endParaRPr lang="en-GB" dirty="0"/>
          </a:p>
          <a:p>
            <a:pPr lvl="1"/>
            <a:r>
              <a:rPr lang="en-GB" dirty="0"/>
              <a:t>taking the max is like asking the network ”what’s the value of the highest-valued action in state s?” </a:t>
            </a:r>
          </a:p>
          <a:p>
            <a:pPr lvl="1"/>
            <a:r>
              <a:rPr lang="en-GB" dirty="0"/>
              <a:t>we are really asking two questions with a single question:  “which action is the highest-valued action in state s?" and then ”what’s the value of this action in state s?" </a:t>
            </a:r>
          </a:p>
          <a:p>
            <a:pPr lvl="1"/>
            <a:r>
              <a:rPr lang="en-GB" b="1" dirty="0"/>
              <a:t>we are asking both questions to the same Q-function</a:t>
            </a:r>
            <a:r>
              <a:rPr lang="en-GB" dirty="0"/>
              <a:t>, which shows bias</a:t>
            </a:r>
          </a:p>
        </p:txBody>
      </p:sp>
      <p:pic>
        <p:nvPicPr>
          <p:cNvPr id="3" name="Immagine 2">
            <a:extLst>
              <a:ext uri="{FF2B5EF4-FFF2-40B4-BE49-F238E27FC236}">
                <a16:creationId xmlns:a16="http://schemas.microsoft.com/office/drawing/2014/main" id="{CD7B9607-FF67-F275-C1D4-2E80085FDA6D}"/>
              </a:ext>
            </a:extLst>
          </p:cNvPr>
          <p:cNvPicPr>
            <a:picLocks noChangeAspect="1"/>
          </p:cNvPicPr>
          <p:nvPr/>
        </p:nvPicPr>
        <p:blipFill>
          <a:blip r:embed="rId3"/>
          <a:stretch>
            <a:fillRect/>
          </a:stretch>
        </p:blipFill>
        <p:spPr>
          <a:xfrm>
            <a:off x="1095625" y="4098957"/>
            <a:ext cx="4940300" cy="584200"/>
          </a:xfrm>
          <a:prstGeom prst="rect">
            <a:avLst/>
          </a:prstGeom>
        </p:spPr>
      </p:pic>
    </p:spTree>
    <p:extLst>
      <p:ext uri="{BB962C8B-B14F-4D97-AF65-F5344CB8AC3E}">
        <p14:creationId xmlns:p14="http://schemas.microsoft.com/office/powerpoint/2010/main" val="143983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Double Q-Learning (DDQN) (2)</a:t>
            </a:r>
          </a:p>
        </p:txBody>
      </p:sp>
      <p:sp>
        <p:nvSpPr>
          <p:cNvPr id="84" name="Google Shape;84;p14"/>
          <p:cNvSpPr txBox="1">
            <a:spLocks noGrp="1"/>
          </p:cNvSpPr>
          <p:nvPr>
            <p:ph type="body" idx="1"/>
          </p:nvPr>
        </p:nvSpPr>
        <p:spPr>
          <a:xfrm>
            <a:off x="162750" y="1184401"/>
            <a:ext cx="8818500" cy="5224230"/>
          </a:xfrm>
          <a:prstGeom prst="rect">
            <a:avLst/>
          </a:prstGeom>
        </p:spPr>
        <p:txBody>
          <a:bodyPr spcFirstLastPara="1" wrap="square" lIns="91425" tIns="91425" rIns="91425" bIns="91425" anchor="t" anchorCtr="0">
            <a:noAutofit/>
          </a:bodyPr>
          <a:lstStyle/>
          <a:p>
            <a:pPr lvl="0"/>
            <a:r>
              <a:rPr lang="en-GB" dirty="0"/>
              <a:t>Idea: use </a:t>
            </a:r>
            <a:r>
              <a:rPr lang="en-GB" b="1" dirty="0"/>
              <a:t>two instances </a:t>
            </a:r>
            <a:r>
              <a:rPr lang="en-GB" dirty="0"/>
              <a:t>of the action-value function</a:t>
            </a:r>
          </a:p>
          <a:p>
            <a:pPr lvl="0"/>
            <a:r>
              <a:rPr lang="en-GB" dirty="0"/>
              <a:t>Implementing this procedure creates </a:t>
            </a:r>
            <a:r>
              <a:rPr lang="en-GB" b="1" dirty="0"/>
              <a:t>unnecessary overhead</a:t>
            </a:r>
          </a:p>
          <a:p>
            <a:pPr lvl="1">
              <a:spcBef>
                <a:spcPts val="0"/>
              </a:spcBef>
              <a:spcAft>
                <a:spcPts val="0"/>
              </a:spcAft>
            </a:pPr>
            <a:r>
              <a:rPr lang="en-GB" dirty="0"/>
              <a:t>we end up with four networks: two for training and two target networks </a:t>
            </a:r>
          </a:p>
          <a:p>
            <a:pPr lvl="1">
              <a:spcBef>
                <a:spcPts val="0"/>
              </a:spcBef>
              <a:spcAft>
                <a:spcPts val="0"/>
              </a:spcAft>
            </a:pPr>
            <a:r>
              <a:rPr lang="en-GB" dirty="0"/>
              <a:t>and it creates a slowdown in the training process </a:t>
            </a:r>
          </a:p>
          <a:p>
            <a:r>
              <a:rPr lang="en-GB" dirty="0"/>
              <a:t>A simple modification: we can perform double learning with the other network we already have, which is the target network</a:t>
            </a:r>
          </a:p>
          <a:p>
            <a:pPr lvl="1"/>
            <a:r>
              <a:rPr lang="en-GB" dirty="0"/>
              <a:t>use the online network (the network we’re training) for answering the first question (to find the index of the best action), then we use the target network to ask the second question (evaluate the selected action)</a:t>
            </a:r>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marL="120650" lvl="0" indent="0">
              <a:buNone/>
            </a:pPr>
            <a:endParaRPr lang="en-GB" dirty="0"/>
          </a:p>
        </p:txBody>
      </p:sp>
      <p:pic>
        <p:nvPicPr>
          <p:cNvPr id="2" name="Immagine 1">
            <a:extLst>
              <a:ext uri="{FF2B5EF4-FFF2-40B4-BE49-F238E27FC236}">
                <a16:creationId xmlns:a16="http://schemas.microsoft.com/office/drawing/2014/main" id="{66B2E5B5-4CC1-62F2-1FA4-7D66F5B69758}"/>
              </a:ext>
            </a:extLst>
          </p:cNvPr>
          <p:cNvPicPr>
            <a:picLocks noChangeAspect="1"/>
          </p:cNvPicPr>
          <p:nvPr/>
        </p:nvPicPr>
        <p:blipFill>
          <a:blip r:embed="rId3"/>
          <a:stretch>
            <a:fillRect/>
          </a:stretch>
        </p:blipFill>
        <p:spPr>
          <a:xfrm>
            <a:off x="569893" y="3509683"/>
            <a:ext cx="7765477" cy="2440800"/>
          </a:xfrm>
          <a:prstGeom prst="rect">
            <a:avLst/>
          </a:prstGeom>
        </p:spPr>
      </p:pic>
      <p:pic>
        <p:nvPicPr>
          <p:cNvPr id="7" name="Immagine 6">
            <a:extLst>
              <a:ext uri="{FF2B5EF4-FFF2-40B4-BE49-F238E27FC236}">
                <a16:creationId xmlns:a16="http://schemas.microsoft.com/office/drawing/2014/main" id="{BE61FDDB-520C-9EFA-C860-1BA9E3F9BEBE}"/>
              </a:ext>
            </a:extLst>
          </p:cNvPr>
          <p:cNvPicPr>
            <a:picLocks noChangeAspect="1"/>
          </p:cNvPicPr>
          <p:nvPr/>
        </p:nvPicPr>
        <p:blipFill>
          <a:blip r:embed="rId4"/>
          <a:stretch>
            <a:fillRect/>
          </a:stretch>
        </p:blipFill>
        <p:spPr>
          <a:xfrm>
            <a:off x="808630" y="5838099"/>
            <a:ext cx="6819900" cy="711200"/>
          </a:xfrm>
          <a:prstGeom prst="rect">
            <a:avLst/>
          </a:prstGeom>
        </p:spPr>
      </p:pic>
    </p:spTree>
    <p:extLst>
      <p:ext uri="{BB962C8B-B14F-4D97-AF65-F5344CB8AC3E}">
        <p14:creationId xmlns:p14="http://schemas.microsoft.com/office/powerpoint/2010/main" val="1540971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3A302520-A9AC-9185-A16A-4465F8FACA50}"/>
            </a:ext>
          </a:extLst>
        </p:cNvPr>
        <p:cNvGrpSpPr/>
        <p:nvPr/>
      </p:nvGrpSpPr>
      <p:grpSpPr>
        <a:xfrm>
          <a:off x="0" y="0"/>
          <a:ext cx="0" cy="0"/>
          <a:chOff x="0" y="0"/>
          <a:chExt cx="0" cy="0"/>
        </a:xfrm>
      </p:grpSpPr>
      <p:sp>
        <p:nvSpPr>
          <p:cNvPr id="83" name="Google Shape;83;p14">
            <a:extLst>
              <a:ext uri="{FF2B5EF4-FFF2-40B4-BE49-F238E27FC236}">
                <a16:creationId xmlns:a16="http://schemas.microsoft.com/office/drawing/2014/main" id="{3AA98923-7065-B727-24CC-8AE395A9569F}"/>
              </a:ext>
            </a:extLst>
          </p:cNvPr>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Double Q-Learning (DDQN) (3)</a:t>
            </a:r>
            <a:endParaRPr sz="4000" dirty="0"/>
          </a:p>
        </p:txBody>
      </p:sp>
      <p:sp>
        <p:nvSpPr>
          <p:cNvPr id="84" name="Google Shape;84;p14">
            <a:extLst>
              <a:ext uri="{FF2B5EF4-FFF2-40B4-BE49-F238E27FC236}">
                <a16:creationId xmlns:a16="http://schemas.microsoft.com/office/drawing/2014/main" id="{72A0F12C-24CE-9CEB-B783-1199EF280C6A}"/>
              </a:ext>
            </a:extLst>
          </p:cNvPr>
          <p:cNvSpPr txBox="1">
            <a:spLocks noGrp="1"/>
          </p:cNvSpPr>
          <p:nvPr>
            <p:ph type="body" idx="1"/>
          </p:nvPr>
        </p:nvSpPr>
        <p:spPr>
          <a:xfrm>
            <a:off x="162750" y="1114062"/>
            <a:ext cx="8818500" cy="5224230"/>
          </a:xfrm>
          <a:prstGeom prst="rect">
            <a:avLst/>
          </a:prstGeom>
        </p:spPr>
        <p:txBody>
          <a:bodyPr spcFirstLastPara="1" wrap="square" lIns="91425" tIns="91425" rIns="91425" bIns="91425" anchor="t" anchorCtr="0">
            <a:noAutofit/>
          </a:bodyPr>
          <a:lstStyle/>
          <a:p>
            <a:pPr marL="120650" indent="0">
              <a:buNone/>
            </a:pPr>
            <a:endParaRPr lang="en-GB" dirty="0"/>
          </a:p>
          <a:p>
            <a:pPr lvl="0"/>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5B883138-2F36-5C02-813B-0B8E82A3A3C7}"/>
              </a:ext>
            </a:extLst>
          </p:cNvPr>
          <p:cNvPicPr>
            <a:picLocks noChangeAspect="1"/>
          </p:cNvPicPr>
          <p:nvPr/>
        </p:nvPicPr>
        <p:blipFill>
          <a:blip r:embed="rId3"/>
          <a:stretch>
            <a:fillRect/>
          </a:stretch>
        </p:blipFill>
        <p:spPr>
          <a:xfrm>
            <a:off x="8661328" y="65196"/>
            <a:ext cx="407258" cy="495579"/>
          </a:xfrm>
          <a:prstGeom prst="rect">
            <a:avLst/>
          </a:prstGeom>
        </p:spPr>
      </p:pic>
      <p:pic>
        <p:nvPicPr>
          <p:cNvPr id="4" name="Immagine 3" descr="Immagine che contiene Diagramma, diagramma, schermata&#10;&#10;Il contenuto generato dall'IA potrebbe non essere corretto.">
            <a:extLst>
              <a:ext uri="{FF2B5EF4-FFF2-40B4-BE49-F238E27FC236}">
                <a16:creationId xmlns:a16="http://schemas.microsoft.com/office/drawing/2014/main" id="{6CF7218D-8929-FC67-D7F3-C2FFA9DCD44B}"/>
              </a:ext>
            </a:extLst>
          </p:cNvPr>
          <p:cNvPicPr>
            <a:picLocks noChangeAspect="1"/>
          </p:cNvPicPr>
          <p:nvPr/>
        </p:nvPicPr>
        <p:blipFill>
          <a:blip r:embed="rId4"/>
          <a:stretch>
            <a:fillRect/>
          </a:stretch>
        </p:blipFill>
        <p:spPr>
          <a:xfrm>
            <a:off x="162750" y="1411239"/>
            <a:ext cx="8578889" cy="4629876"/>
          </a:xfrm>
          <a:prstGeom prst="rect">
            <a:avLst/>
          </a:prstGeom>
        </p:spPr>
      </p:pic>
    </p:spTree>
    <p:extLst>
      <p:ext uri="{BB962C8B-B14F-4D97-AF65-F5344CB8AC3E}">
        <p14:creationId xmlns:p14="http://schemas.microsoft.com/office/powerpoint/2010/main" val="292713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Prioritized Experience Replay (PER) (1)</a:t>
            </a:r>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We sample experience from the replay memory </a:t>
            </a:r>
            <a:r>
              <a:rPr lang="en-GB" b="1" dirty="0"/>
              <a:t>uniformly at random</a:t>
            </a:r>
          </a:p>
          <a:p>
            <a:pPr lvl="1"/>
            <a:r>
              <a:rPr lang="en-GB" dirty="0"/>
              <a:t>this seems an inferior way of replaying experiences</a:t>
            </a:r>
          </a:p>
          <a:p>
            <a:pPr lvl="1"/>
            <a:r>
              <a:rPr lang="en-GB" dirty="0"/>
              <a:t>it doesn’t feel right that the agent spends time and compute power "learning" things that have nothing to offer to the current state of the agent</a:t>
            </a:r>
          </a:p>
          <a:p>
            <a:r>
              <a:rPr lang="en-GB" dirty="0"/>
              <a:t>What we’re looking for is </a:t>
            </a:r>
            <a:r>
              <a:rPr lang="en-GB" b="1" dirty="0"/>
              <a:t>to learn from experiences with unexpected value (surprising experiences)</a:t>
            </a:r>
          </a:p>
          <a:p>
            <a:r>
              <a:rPr lang="en-GB" dirty="0"/>
              <a:t>Idea: the agent has a view of the world, he anticipates outcomes, and when the difference between expectation and reality is significant, we know he can learn something from that! </a:t>
            </a:r>
          </a:p>
          <a:p>
            <a:pPr lvl="1"/>
            <a:r>
              <a:rPr lang="en-GB" dirty="0"/>
              <a:t>this </a:t>
            </a:r>
            <a:r>
              <a:rPr lang="en-GB" b="1" dirty="0"/>
              <a:t>measure of surprise</a:t>
            </a:r>
            <a:r>
              <a:rPr lang="en-GB" dirty="0"/>
              <a:t> is given by the </a:t>
            </a:r>
            <a:r>
              <a:rPr lang="en-GB" b="1" dirty="0"/>
              <a:t>TD error</a:t>
            </a:r>
          </a:p>
          <a:p>
            <a:pPr lvl="1"/>
            <a:endParaRPr lang="en-GB" b="1" dirty="0"/>
          </a:p>
          <a:p>
            <a:pPr lvl="1"/>
            <a:endParaRPr lang="en-GB" b="1" dirty="0"/>
          </a:p>
          <a:p>
            <a:r>
              <a:rPr lang="en-GB" dirty="0"/>
              <a:t>We can  insert experience into the replay memory as a tuple containing also to the TD error</a:t>
            </a:r>
          </a:p>
          <a:p>
            <a:r>
              <a:rPr lang="en-GB" dirty="0"/>
              <a:t>We can pull out the top experiences from the buffer </a:t>
            </a:r>
            <a:r>
              <a:rPr lang="en-GB" b="1" dirty="0"/>
              <a:t>sorting by this new value</a:t>
            </a:r>
            <a:endParaRPr lang="en-GB" dirty="0"/>
          </a:p>
        </p:txBody>
      </p:sp>
      <p:pic>
        <p:nvPicPr>
          <p:cNvPr id="3" name="Immagine 2">
            <a:extLst>
              <a:ext uri="{FF2B5EF4-FFF2-40B4-BE49-F238E27FC236}">
                <a16:creationId xmlns:a16="http://schemas.microsoft.com/office/drawing/2014/main" id="{040EF577-D899-6620-FD9D-4973A02D06BC}"/>
              </a:ext>
            </a:extLst>
          </p:cNvPr>
          <p:cNvPicPr>
            <a:picLocks noChangeAspect="1"/>
          </p:cNvPicPr>
          <p:nvPr/>
        </p:nvPicPr>
        <p:blipFill>
          <a:blip r:embed="rId3"/>
          <a:stretch>
            <a:fillRect/>
          </a:stretch>
        </p:blipFill>
        <p:spPr>
          <a:xfrm>
            <a:off x="1148977" y="4524936"/>
            <a:ext cx="5232400" cy="533400"/>
          </a:xfrm>
          <a:prstGeom prst="rect">
            <a:avLst/>
          </a:prstGeom>
        </p:spPr>
      </p:pic>
    </p:spTree>
    <p:extLst>
      <p:ext uri="{BB962C8B-B14F-4D97-AF65-F5344CB8AC3E}">
        <p14:creationId xmlns:p14="http://schemas.microsoft.com/office/powerpoint/2010/main" val="2657552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Prioritized Experience Replay (PER) (2)</a:t>
            </a:r>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Two issues: </a:t>
            </a:r>
          </a:p>
          <a:p>
            <a:pPr lvl="1"/>
            <a:r>
              <a:rPr lang="en-GB" dirty="0"/>
              <a:t>we are calculating the TD errors twice (before inserting it into the memory, and then again when we train the network)</a:t>
            </a:r>
          </a:p>
          <a:p>
            <a:pPr lvl="1"/>
            <a:r>
              <a:rPr lang="en-GB" dirty="0"/>
              <a:t>we’re ignoring the fact that TD errors change every time the network changes, we can’t be updating all the TD errors every time step, it’s simply not cost effective</a:t>
            </a:r>
          </a:p>
          <a:p>
            <a:r>
              <a:rPr lang="en-GB" dirty="0"/>
              <a:t>Solution: we </a:t>
            </a:r>
            <a:r>
              <a:rPr lang="en-GB" b="1" dirty="0"/>
              <a:t>update the TD errors only for experiences that are used to update the network</a:t>
            </a:r>
            <a:r>
              <a:rPr lang="en-GB" dirty="0"/>
              <a:t>, insert </a:t>
            </a:r>
            <a:r>
              <a:rPr lang="en-GB" b="1" dirty="0"/>
              <a:t>new experiences with the highest magnitude TD error</a:t>
            </a:r>
            <a:r>
              <a:rPr lang="en-GB" dirty="0"/>
              <a:t> in the memory</a:t>
            </a:r>
          </a:p>
          <a:p>
            <a:r>
              <a:rPr lang="en-GB" dirty="0"/>
              <a:t>We need to ensure </a:t>
            </a:r>
            <a:r>
              <a:rPr lang="en-GB" b="1" dirty="0"/>
              <a:t>all experiences have a chance </a:t>
            </a:r>
            <a:r>
              <a:rPr lang="en-GB" dirty="0"/>
              <a:t>of being replayed: </a:t>
            </a:r>
            <a:r>
              <a:rPr lang="en-GB" b="1" dirty="0"/>
              <a:t>we samples stochastically, not greedily</a:t>
            </a:r>
            <a:r>
              <a:rPr lang="en-GB" dirty="0"/>
              <a:t>:</a:t>
            </a:r>
          </a:p>
          <a:p>
            <a:endParaRPr lang="en-GB" dirty="0"/>
          </a:p>
          <a:p>
            <a:endParaRPr lang="en-GB" dirty="0"/>
          </a:p>
          <a:p>
            <a:endParaRPr lang="en-GB" dirty="0"/>
          </a:p>
          <a:p>
            <a:endParaRPr lang="en-GB" dirty="0"/>
          </a:p>
          <a:p>
            <a:endParaRPr lang="en-GB" dirty="0"/>
          </a:p>
          <a:p>
            <a:pPr marL="120650" indent="0">
              <a:buNone/>
            </a:pPr>
            <a:endParaRPr lang="en-GB" dirty="0"/>
          </a:p>
        </p:txBody>
      </p:sp>
      <p:pic>
        <p:nvPicPr>
          <p:cNvPr id="3" name="Immagine 2" descr="Immagine che contiene Carattere, testo, tipografia, bianco&#10;&#10;Descrizione generata automaticamente">
            <a:extLst>
              <a:ext uri="{FF2B5EF4-FFF2-40B4-BE49-F238E27FC236}">
                <a16:creationId xmlns:a16="http://schemas.microsoft.com/office/drawing/2014/main" id="{1FBD6F56-AD4C-A83E-B7A5-6D29CCC2D9E4}"/>
              </a:ext>
            </a:extLst>
          </p:cNvPr>
          <p:cNvPicPr>
            <a:picLocks noChangeAspect="1"/>
          </p:cNvPicPr>
          <p:nvPr/>
        </p:nvPicPr>
        <p:blipFill>
          <a:blip r:embed="rId3"/>
          <a:stretch>
            <a:fillRect/>
          </a:stretch>
        </p:blipFill>
        <p:spPr>
          <a:xfrm>
            <a:off x="693549" y="4601596"/>
            <a:ext cx="1371600" cy="482600"/>
          </a:xfrm>
          <a:prstGeom prst="rect">
            <a:avLst/>
          </a:prstGeom>
        </p:spPr>
      </p:pic>
      <p:pic>
        <p:nvPicPr>
          <p:cNvPr id="6" name="Immagine 5" descr="Immagine che contiene Carattere, bianco, testo, numero&#10;&#10;Descrizione generata automaticamente">
            <a:extLst>
              <a:ext uri="{FF2B5EF4-FFF2-40B4-BE49-F238E27FC236}">
                <a16:creationId xmlns:a16="http://schemas.microsoft.com/office/drawing/2014/main" id="{85D2D4CD-F54F-59D2-A239-14F2B869BBCA}"/>
              </a:ext>
            </a:extLst>
          </p:cNvPr>
          <p:cNvPicPr>
            <a:picLocks noChangeAspect="1"/>
          </p:cNvPicPr>
          <p:nvPr/>
        </p:nvPicPr>
        <p:blipFill>
          <a:blip r:embed="rId4"/>
          <a:stretch>
            <a:fillRect/>
          </a:stretch>
        </p:blipFill>
        <p:spPr>
          <a:xfrm>
            <a:off x="2523954" y="4485536"/>
            <a:ext cx="1346200" cy="876300"/>
          </a:xfrm>
          <a:prstGeom prst="rect">
            <a:avLst/>
          </a:prstGeom>
        </p:spPr>
      </p:pic>
      <p:pic>
        <p:nvPicPr>
          <p:cNvPr id="8" name="Immagine 7" descr="Immagine che contiene Carattere, bianco, diagramma, simbolo&#10;&#10;Descrizione generata automaticamente">
            <a:extLst>
              <a:ext uri="{FF2B5EF4-FFF2-40B4-BE49-F238E27FC236}">
                <a16:creationId xmlns:a16="http://schemas.microsoft.com/office/drawing/2014/main" id="{DE5C51D7-F751-CEAD-0B55-65945C92FF38}"/>
              </a:ext>
            </a:extLst>
          </p:cNvPr>
          <p:cNvPicPr>
            <a:picLocks noChangeAspect="1"/>
          </p:cNvPicPr>
          <p:nvPr/>
        </p:nvPicPr>
        <p:blipFill>
          <a:blip r:embed="rId5"/>
          <a:stretch>
            <a:fillRect/>
          </a:stretch>
        </p:blipFill>
        <p:spPr>
          <a:xfrm>
            <a:off x="4426353" y="4418768"/>
            <a:ext cx="1689100" cy="850900"/>
          </a:xfrm>
          <a:prstGeom prst="rect">
            <a:avLst/>
          </a:prstGeom>
        </p:spPr>
      </p:pic>
      <p:pic>
        <p:nvPicPr>
          <p:cNvPr id="4" name="Immagine 3">
            <a:extLst>
              <a:ext uri="{FF2B5EF4-FFF2-40B4-BE49-F238E27FC236}">
                <a16:creationId xmlns:a16="http://schemas.microsoft.com/office/drawing/2014/main" id="{307CE671-F12C-80B5-F8FB-8E3FAC015FA9}"/>
              </a:ext>
            </a:extLst>
          </p:cNvPr>
          <p:cNvPicPr>
            <a:picLocks noChangeAspect="1"/>
          </p:cNvPicPr>
          <p:nvPr/>
        </p:nvPicPr>
        <p:blipFill>
          <a:blip r:embed="rId6"/>
          <a:stretch>
            <a:fillRect/>
          </a:stretch>
        </p:blipFill>
        <p:spPr>
          <a:xfrm>
            <a:off x="821804" y="5558603"/>
            <a:ext cx="6845300" cy="774700"/>
          </a:xfrm>
          <a:prstGeom prst="rect">
            <a:avLst/>
          </a:prstGeom>
        </p:spPr>
      </p:pic>
    </p:spTree>
    <p:extLst>
      <p:ext uri="{BB962C8B-B14F-4D97-AF65-F5344CB8AC3E}">
        <p14:creationId xmlns:p14="http://schemas.microsoft.com/office/powerpoint/2010/main" val="2551691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B1F39ED6-B93A-173B-1A12-C393ACB7456B}"/>
            </a:ext>
          </a:extLst>
        </p:cNvPr>
        <p:cNvGrpSpPr/>
        <p:nvPr/>
      </p:nvGrpSpPr>
      <p:grpSpPr>
        <a:xfrm>
          <a:off x="0" y="0"/>
          <a:ext cx="0" cy="0"/>
          <a:chOff x="0" y="0"/>
          <a:chExt cx="0" cy="0"/>
        </a:xfrm>
      </p:grpSpPr>
      <p:sp>
        <p:nvSpPr>
          <p:cNvPr id="83" name="Google Shape;83;p14">
            <a:extLst>
              <a:ext uri="{FF2B5EF4-FFF2-40B4-BE49-F238E27FC236}">
                <a16:creationId xmlns:a16="http://schemas.microsoft.com/office/drawing/2014/main" id="{5050A81E-1DE0-547E-0971-DFAFC94C31B6}"/>
              </a:ext>
            </a:extLst>
          </p:cNvPr>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Prioritized Experience Replay (PER) (3)</a:t>
            </a:r>
            <a:endParaRPr sz="4000" dirty="0"/>
          </a:p>
        </p:txBody>
      </p:sp>
      <p:sp>
        <p:nvSpPr>
          <p:cNvPr id="84" name="Google Shape;84;p14">
            <a:extLst>
              <a:ext uri="{FF2B5EF4-FFF2-40B4-BE49-F238E27FC236}">
                <a16:creationId xmlns:a16="http://schemas.microsoft.com/office/drawing/2014/main" id="{47D55308-D5CF-B261-218E-2E56E7B1A983}"/>
              </a:ext>
            </a:extLst>
          </p:cNvPr>
          <p:cNvSpPr txBox="1">
            <a:spLocks noGrp="1"/>
          </p:cNvSpPr>
          <p:nvPr>
            <p:ph type="body" idx="1"/>
          </p:nvPr>
        </p:nvSpPr>
        <p:spPr>
          <a:xfrm>
            <a:off x="162750" y="1114062"/>
            <a:ext cx="8818500" cy="5224230"/>
          </a:xfrm>
          <a:prstGeom prst="rect">
            <a:avLst/>
          </a:prstGeom>
        </p:spPr>
        <p:txBody>
          <a:bodyPr spcFirstLastPara="1" wrap="square" lIns="91425" tIns="91425" rIns="91425" bIns="91425" anchor="t" anchorCtr="0">
            <a:noAutofit/>
          </a:bodyPr>
          <a:lstStyle/>
          <a:p>
            <a:pPr marL="120650" indent="0">
              <a:buNone/>
            </a:pPr>
            <a:endParaRPr lang="en-GB" dirty="0"/>
          </a:p>
          <a:p>
            <a:pPr lvl="0"/>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1979FD4A-356A-DB5F-AB16-639B881E4CBB}"/>
              </a:ext>
            </a:extLst>
          </p:cNvPr>
          <p:cNvPicPr>
            <a:picLocks noChangeAspect="1"/>
          </p:cNvPicPr>
          <p:nvPr/>
        </p:nvPicPr>
        <p:blipFill>
          <a:blip r:embed="rId3"/>
          <a:stretch>
            <a:fillRect/>
          </a:stretch>
        </p:blipFill>
        <p:spPr>
          <a:xfrm>
            <a:off x="8661328" y="65196"/>
            <a:ext cx="407258" cy="495579"/>
          </a:xfrm>
          <a:prstGeom prst="rect">
            <a:avLst/>
          </a:prstGeom>
        </p:spPr>
      </p:pic>
      <p:pic>
        <p:nvPicPr>
          <p:cNvPr id="5" name="Immagine 4">
            <a:extLst>
              <a:ext uri="{FF2B5EF4-FFF2-40B4-BE49-F238E27FC236}">
                <a16:creationId xmlns:a16="http://schemas.microsoft.com/office/drawing/2014/main" id="{02391FB7-7F00-55B1-8F2E-97B5E74AC825}"/>
              </a:ext>
            </a:extLst>
          </p:cNvPr>
          <p:cNvPicPr>
            <a:picLocks noChangeAspect="1"/>
          </p:cNvPicPr>
          <p:nvPr/>
        </p:nvPicPr>
        <p:blipFill>
          <a:blip r:embed="rId4"/>
          <a:stretch>
            <a:fillRect/>
          </a:stretch>
        </p:blipFill>
        <p:spPr>
          <a:xfrm>
            <a:off x="141229" y="1399770"/>
            <a:ext cx="8830325" cy="4687131"/>
          </a:xfrm>
          <a:prstGeom prst="rect">
            <a:avLst/>
          </a:prstGeom>
        </p:spPr>
      </p:pic>
    </p:spTree>
    <p:extLst>
      <p:ext uri="{BB962C8B-B14F-4D97-AF65-F5344CB8AC3E}">
        <p14:creationId xmlns:p14="http://schemas.microsoft.com/office/powerpoint/2010/main" val="508395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D7DF6763-000F-4310-35E1-E62FA80E7CE7}"/>
            </a:ext>
          </a:extLst>
        </p:cNvPr>
        <p:cNvGrpSpPr/>
        <p:nvPr/>
      </p:nvGrpSpPr>
      <p:grpSpPr>
        <a:xfrm>
          <a:off x="0" y="0"/>
          <a:ext cx="0" cy="0"/>
          <a:chOff x="0" y="0"/>
          <a:chExt cx="0" cy="0"/>
        </a:xfrm>
      </p:grpSpPr>
      <p:sp>
        <p:nvSpPr>
          <p:cNvPr id="83" name="Google Shape;83;p14">
            <a:extLst>
              <a:ext uri="{FF2B5EF4-FFF2-40B4-BE49-F238E27FC236}">
                <a16:creationId xmlns:a16="http://schemas.microsoft.com/office/drawing/2014/main" id="{B9731B69-8219-3695-DAE3-8153C6FB8915}"/>
              </a:ext>
            </a:extLst>
          </p:cNvPr>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err="1"/>
              <a:t>Dueling</a:t>
            </a:r>
            <a:r>
              <a:rPr lang="en-GB" sz="4000" dirty="0"/>
              <a:t> architecture (1)</a:t>
            </a:r>
          </a:p>
        </p:txBody>
      </p:sp>
      <p:sp>
        <p:nvSpPr>
          <p:cNvPr id="84" name="Google Shape;84;p14">
            <a:extLst>
              <a:ext uri="{FF2B5EF4-FFF2-40B4-BE49-F238E27FC236}">
                <a16:creationId xmlns:a16="http://schemas.microsoft.com/office/drawing/2014/main" id="{58DE7402-B158-CE07-5A5F-EB659DE5BF3A}"/>
              </a:ext>
            </a:extLst>
          </p:cNvPr>
          <p:cNvSpPr txBox="1">
            <a:spLocks noGrp="1"/>
          </p:cNvSpPr>
          <p:nvPr>
            <p:ph type="body" idx="1"/>
          </p:nvPr>
        </p:nvSpPr>
        <p:spPr>
          <a:xfrm>
            <a:off x="162750" y="1044919"/>
            <a:ext cx="8818500" cy="5224230"/>
          </a:xfrm>
          <a:prstGeom prst="rect">
            <a:avLst/>
          </a:prstGeom>
        </p:spPr>
        <p:txBody>
          <a:bodyPr spcFirstLastPara="1" wrap="square" lIns="91425" tIns="91425" rIns="91425" bIns="91425" anchor="t" anchorCtr="0">
            <a:noAutofit/>
          </a:bodyPr>
          <a:lstStyle/>
          <a:p>
            <a:pPr lvl="0"/>
            <a:r>
              <a:rPr lang="en-GB" dirty="0"/>
              <a:t>We can introduce the </a:t>
            </a:r>
            <a:r>
              <a:rPr lang="en-GB" b="1" dirty="0"/>
              <a:t>action-advantage function </a:t>
            </a:r>
            <a:r>
              <a:rPr lang="en-GB" dirty="0"/>
              <a:t>A</a:t>
            </a:r>
          </a:p>
          <a:p>
            <a:pPr lvl="1"/>
            <a:r>
              <a:rPr lang="en-GB" dirty="0"/>
              <a:t>the difference between the value of taking an action in a state and the value of choosing the policy action	</a:t>
            </a:r>
            <a:endParaRPr lang="en-GB" sz="100" dirty="0"/>
          </a:p>
          <a:p>
            <a:pPr marL="590550" lvl="1" indent="0">
              <a:buNone/>
            </a:pPr>
            <a:r>
              <a:rPr lang="en-GB" dirty="0"/>
              <a:t>				=&gt;</a:t>
            </a:r>
          </a:p>
          <a:p>
            <a:pPr marL="590550" lvl="1" indent="0">
              <a:buNone/>
            </a:pPr>
            <a:endParaRPr lang="en-GB" sz="100" dirty="0"/>
          </a:p>
        </p:txBody>
      </p:sp>
      <p:pic>
        <p:nvPicPr>
          <p:cNvPr id="4" name="Immagine 3" descr="Immagine che contiene Carattere, calligrafia, tipografia, bianco&#10;&#10;Descrizione generata automaticamente">
            <a:extLst>
              <a:ext uri="{FF2B5EF4-FFF2-40B4-BE49-F238E27FC236}">
                <a16:creationId xmlns:a16="http://schemas.microsoft.com/office/drawing/2014/main" id="{07270196-8166-6803-3E8F-6FB3D6388425}"/>
              </a:ext>
            </a:extLst>
          </p:cNvPr>
          <p:cNvPicPr>
            <a:picLocks noChangeAspect="1"/>
          </p:cNvPicPr>
          <p:nvPr/>
        </p:nvPicPr>
        <p:blipFill>
          <a:blip r:embed="rId3"/>
          <a:stretch>
            <a:fillRect/>
          </a:stretch>
        </p:blipFill>
        <p:spPr>
          <a:xfrm>
            <a:off x="1149150" y="2009674"/>
            <a:ext cx="2552700" cy="419100"/>
          </a:xfrm>
          <a:prstGeom prst="rect">
            <a:avLst/>
          </a:prstGeom>
        </p:spPr>
      </p:pic>
      <p:pic>
        <p:nvPicPr>
          <p:cNvPr id="6" name="Immagine 5" descr="Immagine che contiene Carattere, calligrafia, tipografia, bianco&#10;&#10;Descrizione generata automaticamente">
            <a:extLst>
              <a:ext uri="{FF2B5EF4-FFF2-40B4-BE49-F238E27FC236}">
                <a16:creationId xmlns:a16="http://schemas.microsoft.com/office/drawing/2014/main" id="{025E117E-4ACB-3F5C-F640-AAB6FC8DE025}"/>
              </a:ext>
            </a:extLst>
          </p:cNvPr>
          <p:cNvPicPr>
            <a:picLocks noChangeAspect="1"/>
          </p:cNvPicPr>
          <p:nvPr/>
        </p:nvPicPr>
        <p:blipFill>
          <a:blip r:embed="rId4"/>
          <a:stretch>
            <a:fillRect/>
          </a:stretch>
        </p:blipFill>
        <p:spPr>
          <a:xfrm>
            <a:off x="4340242" y="2009674"/>
            <a:ext cx="2692400" cy="419100"/>
          </a:xfrm>
          <a:prstGeom prst="rect">
            <a:avLst/>
          </a:prstGeom>
        </p:spPr>
      </p:pic>
      <p:pic>
        <p:nvPicPr>
          <p:cNvPr id="2" name="Immagine 1">
            <a:extLst>
              <a:ext uri="{FF2B5EF4-FFF2-40B4-BE49-F238E27FC236}">
                <a16:creationId xmlns:a16="http://schemas.microsoft.com/office/drawing/2014/main" id="{695EC29F-8659-1F0E-D045-96DB9698B112}"/>
              </a:ext>
            </a:extLst>
          </p:cNvPr>
          <p:cNvPicPr>
            <a:picLocks noChangeAspect="1"/>
          </p:cNvPicPr>
          <p:nvPr/>
        </p:nvPicPr>
        <p:blipFill>
          <a:blip r:embed="rId5"/>
          <a:stretch>
            <a:fillRect/>
          </a:stretch>
        </p:blipFill>
        <p:spPr>
          <a:xfrm>
            <a:off x="1532149" y="2428774"/>
            <a:ext cx="6079702" cy="4141359"/>
          </a:xfrm>
          <a:prstGeom prst="rect">
            <a:avLst/>
          </a:prstGeom>
        </p:spPr>
      </p:pic>
    </p:spTree>
    <p:extLst>
      <p:ext uri="{BB962C8B-B14F-4D97-AF65-F5344CB8AC3E}">
        <p14:creationId xmlns:p14="http://schemas.microsoft.com/office/powerpoint/2010/main" val="1552565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Dueling architecture (2)</a:t>
            </a:r>
          </a:p>
        </p:txBody>
      </p:sp>
      <p:sp>
        <p:nvSpPr>
          <p:cNvPr id="84" name="Google Shape;84;p14"/>
          <p:cNvSpPr txBox="1">
            <a:spLocks noGrp="1"/>
          </p:cNvSpPr>
          <p:nvPr>
            <p:ph type="body" idx="1"/>
          </p:nvPr>
        </p:nvSpPr>
        <p:spPr>
          <a:xfrm>
            <a:off x="162750" y="1044919"/>
            <a:ext cx="8818500" cy="5224230"/>
          </a:xfrm>
          <a:prstGeom prst="rect">
            <a:avLst/>
          </a:prstGeom>
        </p:spPr>
        <p:txBody>
          <a:bodyPr spcFirstLastPara="1" wrap="square" lIns="91425" tIns="91425" rIns="91425" bIns="91425" anchor="t" anchorCtr="0">
            <a:noAutofit/>
          </a:bodyPr>
          <a:lstStyle/>
          <a:p>
            <a:r>
              <a:rPr lang="en-GB" dirty="0"/>
              <a:t>This means that we’re learning inefficiently, because </a:t>
            </a:r>
            <a:r>
              <a:rPr lang="en-GB" b="1" dirty="0"/>
              <a:t>some information is shared between the nodes of a network</a:t>
            </a:r>
            <a:endParaRPr lang="en-GB" dirty="0"/>
          </a:p>
        </p:txBody>
      </p:sp>
      <p:pic>
        <p:nvPicPr>
          <p:cNvPr id="3" name="Immagine 2">
            <a:extLst>
              <a:ext uri="{FF2B5EF4-FFF2-40B4-BE49-F238E27FC236}">
                <a16:creationId xmlns:a16="http://schemas.microsoft.com/office/drawing/2014/main" id="{D6FAB0A3-FC5F-AF5F-1E4E-62A6A0692276}"/>
              </a:ext>
            </a:extLst>
          </p:cNvPr>
          <p:cNvPicPr>
            <a:picLocks noChangeAspect="1"/>
          </p:cNvPicPr>
          <p:nvPr/>
        </p:nvPicPr>
        <p:blipFill>
          <a:blip r:embed="rId3"/>
          <a:stretch>
            <a:fillRect/>
          </a:stretch>
        </p:blipFill>
        <p:spPr>
          <a:xfrm>
            <a:off x="311700" y="2495931"/>
            <a:ext cx="8622510" cy="3159801"/>
          </a:xfrm>
          <a:prstGeom prst="rect">
            <a:avLst/>
          </a:prstGeom>
        </p:spPr>
      </p:pic>
    </p:spTree>
    <p:extLst>
      <p:ext uri="{BB962C8B-B14F-4D97-AF65-F5344CB8AC3E}">
        <p14:creationId xmlns:p14="http://schemas.microsoft.com/office/powerpoint/2010/main" val="2879475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Dueling architecture (3)</a:t>
            </a:r>
          </a:p>
        </p:txBody>
      </p:sp>
      <p:sp>
        <p:nvSpPr>
          <p:cNvPr id="84" name="Google Shape;84;p14"/>
          <p:cNvSpPr txBox="1">
            <a:spLocks noGrp="1"/>
          </p:cNvSpPr>
          <p:nvPr>
            <p:ph type="body" idx="1"/>
          </p:nvPr>
        </p:nvSpPr>
        <p:spPr>
          <a:xfrm>
            <a:off x="162750" y="1044919"/>
            <a:ext cx="8818500" cy="5495840"/>
          </a:xfrm>
          <a:prstGeom prst="rect">
            <a:avLst/>
          </a:prstGeom>
        </p:spPr>
        <p:txBody>
          <a:bodyPr spcFirstLastPara="1" wrap="square" lIns="91425" tIns="91425" rIns="91425" bIns="91425" anchor="t" anchorCtr="0">
            <a:noAutofit/>
          </a:bodyPr>
          <a:lstStyle/>
          <a:p>
            <a:pPr lvl="0"/>
            <a:r>
              <a:rPr lang="en-GB" dirty="0"/>
              <a:t>We can create  two separate estimators</a:t>
            </a:r>
          </a:p>
          <a:p>
            <a:pPr lvl="1"/>
            <a:r>
              <a:rPr lang="en-GB" dirty="0"/>
              <a:t>one of the state-value function</a:t>
            </a:r>
          </a:p>
          <a:p>
            <a:pPr lvl="1"/>
            <a:r>
              <a:rPr lang="en-GB" dirty="0"/>
              <a:t>the other of the action-advantage function</a:t>
            </a:r>
          </a:p>
          <a:p>
            <a:pPr lvl="1"/>
            <a:r>
              <a:rPr lang="en-GB" dirty="0"/>
              <a:t>a single network sharing most of the internal nodes and layers, the layer before the output splits into two streams:</a:t>
            </a:r>
          </a:p>
          <a:p>
            <a:pPr lvl="1"/>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pic>
        <p:nvPicPr>
          <p:cNvPr id="7" name="Immagine 6">
            <a:extLst>
              <a:ext uri="{FF2B5EF4-FFF2-40B4-BE49-F238E27FC236}">
                <a16:creationId xmlns:a16="http://schemas.microsoft.com/office/drawing/2014/main" id="{0372F280-8257-2399-BAFB-B78B1617AD42}"/>
              </a:ext>
            </a:extLst>
          </p:cNvPr>
          <p:cNvPicPr>
            <a:picLocks noChangeAspect="1"/>
          </p:cNvPicPr>
          <p:nvPr/>
        </p:nvPicPr>
        <p:blipFill>
          <a:blip r:embed="rId3"/>
          <a:stretch>
            <a:fillRect/>
          </a:stretch>
        </p:blipFill>
        <p:spPr>
          <a:xfrm>
            <a:off x="978466" y="5571781"/>
            <a:ext cx="4064000" cy="482600"/>
          </a:xfrm>
          <a:prstGeom prst="rect">
            <a:avLst/>
          </a:prstGeom>
        </p:spPr>
      </p:pic>
      <p:pic>
        <p:nvPicPr>
          <p:cNvPr id="2" name="Immagine 1">
            <a:extLst>
              <a:ext uri="{FF2B5EF4-FFF2-40B4-BE49-F238E27FC236}">
                <a16:creationId xmlns:a16="http://schemas.microsoft.com/office/drawing/2014/main" id="{4600131F-75F1-E95E-7D3B-3EF388001528}"/>
              </a:ext>
            </a:extLst>
          </p:cNvPr>
          <p:cNvPicPr>
            <a:picLocks noChangeAspect="1"/>
          </p:cNvPicPr>
          <p:nvPr/>
        </p:nvPicPr>
        <p:blipFill>
          <a:blip r:embed="rId4"/>
          <a:stretch>
            <a:fillRect/>
          </a:stretch>
        </p:blipFill>
        <p:spPr>
          <a:xfrm>
            <a:off x="978466" y="2944907"/>
            <a:ext cx="5574734" cy="2559361"/>
          </a:xfrm>
          <a:prstGeom prst="rect">
            <a:avLst/>
          </a:prstGeom>
        </p:spPr>
      </p:pic>
    </p:spTree>
    <p:extLst>
      <p:ext uri="{BB962C8B-B14F-4D97-AF65-F5344CB8AC3E}">
        <p14:creationId xmlns:p14="http://schemas.microsoft.com/office/powerpoint/2010/main" val="1291969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25FD7B46-785A-799A-EACF-21B3F16237CC}"/>
            </a:ext>
          </a:extLst>
        </p:cNvPr>
        <p:cNvGrpSpPr/>
        <p:nvPr/>
      </p:nvGrpSpPr>
      <p:grpSpPr>
        <a:xfrm>
          <a:off x="0" y="0"/>
          <a:ext cx="0" cy="0"/>
          <a:chOff x="0" y="0"/>
          <a:chExt cx="0" cy="0"/>
        </a:xfrm>
      </p:grpSpPr>
      <p:sp>
        <p:nvSpPr>
          <p:cNvPr id="83" name="Google Shape;83;p14">
            <a:extLst>
              <a:ext uri="{FF2B5EF4-FFF2-40B4-BE49-F238E27FC236}">
                <a16:creationId xmlns:a16="http://schemas.microsoft.com/office/drawing/2014/main" id="{793C85EC-B76C-D22F-0AE7-5F9674D15A8A}"/>
              </a:ext>
            </a:extLst>
          </p:cNvPr>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Dueling architecture (4)</a:t>
            </a:r>
            <a:endParaRPr sz="4000" dirty="0"/>
          </a:p>
        </p:txBody>
      </p:sp>
      <p:sp>
        <p:nvSpPr>
          <p:cNvPr id="84" name="Google Shape;84;p14">
            <a:extLst>
              <a:ext uri="{FF2B5EF4-FFF2-40B4-BE49-F238E27FC236}">
                <a16:creationId xmlns:a16="http://schemas.microsoft.com/office/drawing/2014/main" id="{0A57D8E8-0823-034D-8555-453210DDC425}"/>
              </a:ext>
            </a:extLst>
          </p:cNvPr>
          <p:cNvSpPr txBox="1">
            <a:spLocks noGrp="1"/>
          </p:cNvSpPr>
          <p:nvPr>
            <p:ph type="body" idx="1"/>
          </p:nvPr>
        </p:nvSpPr>
        <p:spPr>
          <a:xfrm>
            <a:off x="162750" y="1114062"/>
            <a:ext cx="8818500" cy="5224230"/>
          </a:xfrm>
          <a:prstGeom prst="rect">
            <a:avLst/>
          </a:prstGeom>
        </p:spPr>
        <p:txBody>
          <a:bodyPr spcFirstLastPara="1" wrap="square" lIns="91425" tIns="91425" rIns="91425" bIns="91425" anchor="t" anchorCtr="0">
            <a:noAutofit/>
          </a:bodyPr>
          <a:lstStyle/>
          <a:p>
            <a:pPr marL="120650" indent="0">
              <a:buNone/>
            </a:pPr>
            <a:endParaRPr lang="en-GB" dirty="0"/>
          </a:p>
          <a:p>
            <a:pPr lvl="0"/>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C7D5356E-FC19-6398-9E33-EEC909000AF8}"/>
              </a:ext>
            </a:extLst>
          </p:cNvPr>
          <p:cNvPicPr>
            <a:picLocks noChangeAspect="1"/>
          </p:cNvPicPr>
          <p:nvPr/>
        </p:nvPicPr>
        <p:blipFill>
          <a:blip r:embed="rId3"/>
          <a:stretch>
            <a:fillRect/>
          </a:stretch>
        </p:blipFill>
        <p:spPr>
          <a:xfrm>
            <a:off x="8661328" y="65196"/>
            <a:ext cx="407258" cy="495579"/>
          </a:xfrm>
          <a:prstGeom prst="rect">
            <a:avLst/>
          </a:prstGeom>
        </p:spPr>
      </p:pic>
      <p:pic>
        <p:nvPicPr>
          <p:cNvPr id="4" name="Immagine 3">
            <a:extLst>
              <a:ext uri="{FF2B5EF4-FFF2-40B4-BE49-F238E27FC236}">
                <a16:creationId xmlns:a16="http://schemas.microsoft.com/office/drawing/2014/main" id="{8622931B-F0AD-2D2A-294A-ED7CC579AA83}"/>
              </a:ext>
            </a:extLst>
          </p:cNvPr>
          <p:cNvPicPr>
            <a:picLocks noChangeAspect="1"/>
          </p:cNvPicPr>
          <p:nvPr/>
        </p:nvPicPr>
        <p:blipFill>
          <a:blip r:embed="rId4"/>
          <a:stretch>
            <a:fillRect/>
          </a:stretch>
        </p:blipFill>
        <p:spPr>
          <a:xfrm>
            <a:off x="155567" y="1399770"/>
            <a:ext cx="8676733" cy="4629876"/>
          </a:xfrm>
          <a:prstGeom prst="rect">
            <a:avLst/>
          </a:prstGeom>
        </p:spPr>
      </p:pic>
    </p:spTree>
    <p:extLst>
      <p:ext uri="{BB962C8B-B14F-4D97-AF65-F5344CB8AC3E}">
        <p14:creationId xmlns:p14="http://schemas.microsoft.com/office/powerpoint/2010/main" val="2227500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Challenges: The deadly triad</a:t>
            </a:r>
            <a:endParaRPr sz="4000" dirty="0"/>
          </a:p>
        </p:txBody>
      </p:sp>
      <p:sp>
        <p:nvSpPr>
          <p:cNvPr id="84" name="Google Shape;84;p14"/>
          <p:cNvSpPr txBox="1">
            <a:spLocks noGrp="1"/>
          </p:cNvSpPr>
          <p:nvPr>
            <p:ph type="body" idx="1"/>
          </p:nvPr>
        </p:nvSpPr>
        <p:spPr>
          <a:xfrm>
            <a:off x="162750" y="1136334"/>
            <a:ext cx="8818500" cy="5416863"/>
          </a:xfrm>
          <a:prstGeom prst="rect">
            <a:avLst/>
          </a:prstGeom>
        </p:spPr>
        <p:txBody>
          <a:bodyPr spcFirstLastPara="1" wrap="square" lIns="91425" tIns="91425" rIns="91425" bIns="91425" anchor="t" anchorCtr="0">
            <a:noAutofit/>
          </a:bodyPr>
          <a:lstStyle/>
          <a:p>
            <a:r>
              <a:rPr lang="en-GB" dirty="0"/>
              <a:t>All improvements can be </a:t>
            </a:r>
            <a:r>
              <a:rPr lang="en-GB" b="1" dirty="0"/>
              <a:t>combined together</a:t>
            </a:r>
            <a:r>
              <a:rPr lang="en-GB" dirty="0"/>
              <a:t> in several different ways in order to improve the performance of the agent</a:t>
            </a:r>
          </a:p>
          <a:p>
            <a:pPr lvl="1"/>
            <a:r>
              <a:rPr lang="en-GB" dirty="0"/>
              <a:t>the </a:t>
            </a:r>
            <a:r>
              <a:rPr lang="en-GB" b="1" dirty="0"/>
              <a:t>Rainbow algorithm</a:t>
            </a:r>
            <a:r>
              <a:rPr lang="en-GB" dirty="0"/>
              <a:t> combines all of the components we’ve seen so far and others to achieve better performance and stability. </a:t>
            </a:r>
          </a:p>
          <a:p>
            <a:pPr lvl="2"/>
            <a:r>
              <a:rPr lang="en-GB" dirty="0"/>
              <a:t>Double DQN, </a:t>
            </a:r>
            <a:r>
              <a:rPr lang="en-GB" dirty="0" err="1"/>
              <a:t>Dueling</a:t>
            </a:r>
            <a:r>
              <a:rPr lang="en-GB" dirty="0"/>
              <a:t> DQN, Prioritized Experience Replay</a:t>
            </a:r>
          </a:p>
          <a:p>
            <a:pPr lvl="2"/>
            <a:r>
              <a:rPr lang="en-GB" dirty="0"/>
              <a:t>Noisy Nets, Distributional DQN, and Categorical DQN</a:t>
            </a:r>
          </a:p>
          <a:p>
            <a:r>
              <a:rPr lang="en-GB" dirty="0"/>
              <a:t>However, value-based methods are </a:t>
            </a:r>
            <a:r>
              <a:rPr lang="en-GB" b="1" dirty="0"/>
              <a:t>sensitive to hyperparameters</a:t>
            </a:r>
            <a:r>
              <a:rPr lang="en-GB" dirty="0"/>
              <a:t> </a:t>
            </a:r>
          </a:p>
          <a:p>
            <a:pPr lvl="1"/>
            <a:r>
              <a:rPr lang="en-GB" dirty="0"/>
              <a:t>try it for yourself: change any hyperparameter, you can find more values that don’t work than values that do. </a:t>
            </a:r>
          </a:p>
          <a:p>
            <a:r>
              <a:rPr lang="en-GB" dirty="0"/>
              <a:t>Second, value-based methods </a:t>
            </a:r>
            <a:r>
              <a:rPr lang="en-GB" b="1" dirty="0"/>
              <a:t>assume they interact with a Markovian environment</a:t>
            </a:r>
          </a:p>
          <a:p>
            <a:pPr lvl="1"/>
            <a:r>
              <a:rPr lang="en-GB" dirty="0"/>
              <a:t>the state should contain all information required by the agent</a:t>
            </a:r>
          </a:p>
          <a:p>
            <a:pPr lvl="1"/>
            <a:r>
              <a:rPr lang="en-GB" dirty="0"/>
              <a:t>this assumption dissipates</a:t>
            </a:r>
          </a:p>
          <a:p>
            <a:r>
              <a:rPr lang="en-GB" dirty="0"/>
              <a:t>Finally, the combination of </a:t>
            </a:r>
            <a:r>
              <a:rPr lang="en-GB" b="1" dirty="0"/>
              <a:t>bootstrapping</a:t>
            </a:r>
            <a:r>
              <a:rPr lang="en-GB" dirty="0"/>
              <a:t>, </a:t>
            </a:r>
            <a:r>
              <a:rPr lang="en-GB" b="1" dirty="0"/>
              <a:t>off-policy learning</a:t>
            </a:r>
            <a:r>
              <a:rPr lang="en-GB" dirty="0"/>
              <a:t>, and </a:t>
            </a:r>
            <a:r>
              <a:rPr lang="en-GB" b="1" dirty="0"/>
              <a:t>function approximators </a:t>
            </a:r>
            <a:r>
              <a:rPr lang="en-GB" dirty="0"/>
              <a:t>are known conjointly as the </a:t>
            </a:r>
            <a:r>
              <a:rPr lang="en-GB" b="1" dirty="0"/>
              <a:t>deadly triad</a:t>
            </a:r>
          </a:p>
          <a:p>
            <a:pPr lvl="1"/>
            <a:r>
              <a:rPr lang="en-GB" dirty="0"/>
              <a:t>it is known to produce divergence</a:t>
            </a:r>
          </a:p>
          <a:p>
            <a:pPr lvl="2"/>
            <a:endParaRPr lang="en-GB" dirty="0"/>
          </a:p>
        </p:txBody>
      </p:sp>
    </p:spTree>
    <p:extLst>
      <p:ext uri="{BB962C8B-B14F-4D97-AF65-F5344CB8AC3E}">
        <p14:creationId xmlns:p14="http://schemas.microsoft.com/office/powerpoint/2010/main" val="2112374369"/>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9b5433c-2372-4cb7-8bab-09518096b29b" xsi:nil="true"/>
    <lcf76f155ced4ddcb4097134ff3c332f xmlns="3bd0d43f-5e5b-43cd-b6fc-691bd77672c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B8FA822B18A0634FB7342CF29752587A" ma:contentTypeVersion="13" ma:contentTypeDescription="Creare un nuovo documento." ma:contentTypeScope="" ma:versionID="5c5a1a1f66437ceed8e2102d49525b77">
  <xsd:schema xmlns:xsd="http://www.w3.org/2001/XMLSchema" xmlns:xs="http://www.w3.org/2001/XMLSchema" xmlns:p="http://schemas.microsoft.com/office/2006/metadata/properties" xmlns:ns2="3bd0d43f-5e5b-43cd-b6fc-691bd77672c6" xmlns:ns3="e9b5433c-2372-4cb7-8bab-09518096b29b" targetNamespace="http://schemas.microsoft.com/office/2006/metadata/properties" ma:root="true" ma:fieldsID="79bbaae61552c66980d55f32a6cab4b6" ns2:_="" ns3:_="">
    <xsd:import namespace="3bd0d43f-5e5b-43cd-b6fc-691bd77672c6"/>
    <xsd:import namespace="e9b5433c-2372-4cb7-8bab-09518096b29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d0d43f-5e5b-43cd-b6fc-691bd77672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Tag immagine" ma:readOnly="false" ma:fieldId="{5cf76f15-5ced-4ddc-b409-7134ff3c332f}" ma:taxonomyMulti="true" ma:sspId="b3f316dc-fb4b-4146-8b22-f4ef2efe4b0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b5433c-2372-4cb7-8bab-09518096b29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c4bbe8c-9a55-4d5f-b385-d948ddfe6c4d}" ma:internalName="TaxCatchAll" ma:showField="CatchAllData" ma:web="e9b5433c-2372-4cb7-8bab-09518096b29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FAAFB8-A189-4ABF-9FCF-C4A2F2164530}">
  <ds:schemaRefs>
    <ds:schemaRef ds:uri="http://schemas.microsoft.com/sharepoint/v3/contenttype/forms"/>
  </ds:schemaRefs>
</ds:datastoreItem>
</file>

<file path=customXml/itemProps2.xml><?xml version="1.0" encoding="utf-8"?>
<ds:datastoreItem xmlns:ds="http://schemas.openxmlformats.org/officeDocument/2006/customXml" ds:itemID="{94F53D2C-3FCD-49A8-9E7B-0762244D939F}">
  <ds:schemaRefs>
    <ds:schemaRef ds:uri="http://purl.org/dc/dcmitype/"/>
    <ds:schemaRef ds:uri="http://purl.org/dc/terms/"/>
    <ds:schemaRef ds:uri="http://schemas.microsoft.com/office/2006/metadata/properties"/>
    <ds:schemaRef ds:uri="http://schemas.microsoft.com/office/2006/documentManagement/types"/>
    <ds:schemaRef ds:uri="http://schemas.openxmlformats.org/package/2006/metadata/core-properties"/>
    <ds:schemaRef ds:uri="3bd0d43f-5e5b-43cd-b6fc-691bd77672c6"/>
    <ds:schemaRef ds:uri="http://www.w3.org/XML/1998/namespace"/>
    <ds:schemaRef ds:uri="http://schemas.microsoft.com/office/infopath/2007/PartnerControls"/>
    <ds:schemaRef ds:uri="e9b5433c-2372-4cb7-8bab-09518096b29b"/>
    <ds:schemaRef ds:uri="http://purl.org/dc/elements/1.1/"/>
  </ds:schemaRefs>
</ds:datastoreItem>
</file>

<file path=customXml/itemProps3.xml><?xml version="1.0" encoding="utf-8"?>
<ds:datastoreItem xmlns:ds="http://schemas.openxmlformats.org/officeDocument/2006/customXml" ds:itemID="{A54EE6D4-F739-49F4-9F2B-B4D7761729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d0d43f-5e5b-43cd-b6fc-691bd77672c6"/>
    <ds:schemaRef ds:uri="e9b5433c-2372-4cb7-8bab-09518096b2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22591</TotalTime>
  <Words>1570</Words>
  <Application>Microsoft Macintosh PowerPoint</Application>
  <PresentationFormat>Presentazione su schermo (4:3)</PresentationFormat>
  <Paragraphs>192</Paragraphs>
  <Slides>23</Slides>
  <Notes>23</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23</vt:i4>
      </vt:variant>
    </vt:vector>
  </HeadingPairs>
  <TitlesOfParts>
    <vt:vector size="27" baseType="lpstr">
      <vt:lpstr>Economica</vt:lpstr>
      <vt:lpstr>Arial</vt:lpstr>
      <vt:lpstr>Open Sans</vt:lpstr>
      <vt:lpstr>Luxe</vt:lpstr>
      <vt:lpstr>Deep-Q Network</vt:lpstr>
      <vt:lpstr>Objectives</vt:lpstr>
      <vt:lpstr>NFQ Challenges (1)</vt:lpstr>
      <vt:lpstr>NFQ Challenges (2)</vt:lpstr>
      <vt:lpstr>Experience Replay (1)</vt:lpstr>
      <vt:lpstr>Experience Replay (2)</vt:lpstr>
      <vt:lpstr>Target Network (1)</vt:lpstr>
      <vt:lpstr>Target Network (2)</vt:lpstr>
      <vt:lpstr>Better exploration strategies</vt:lpstr>
      <vt:lpstr>Deep Q-network (DQN) (1)</vt:lpstr>
      <vt:lpstr>Deep Q-network (DQN) (2)</vt:lpstr>
      <vt:lpstr>Deep Q-network (DQN) (3)</vt:lpstr>
      <vt:lpstr>Double Q-Learning (DDQN) (1)</vt:lpstr>
      <vt:lpstr>Double Q-Learning (DDQN) (2)</vt:lpstr>
      <vt:lpstr>Double Q-Learning (DDQN) (3)</vt:lpstr>
      <vt:lpstr>Prioritized Experience Replay (PER) (1)</vt:lpstr>
      <vt:lpstr>Prioritized Experience Replay (PER) (2)</vt:lpstr>
      <vt:lpstr>Prioritized Experience Replay (PER) (3)</vt:lpstr>
      <vt:lpstr>Dueling architecture (1)</vt:lpstr>
      <vt:lpstr>Dueling architecture (2)</vt:lpstr>
      <vt:lpstr>Dueling architecture (3)</vt:lpstr>
      <vt:lpstr>Dueling architecture (4)</vt:lpstr>
      <vt:lpstr>Challenges: The deadly triad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Digital Abstraction</dc:title>
  <dc:subject/>
  <dc:creator/>
  <cp:keywords/>
  <dc:description/>
  <cp:lastModifiedBy>Riccardo Berta</cp:lastModifiedBy>
  <cp:revision>51</cp:revision>
  <dcterms:modified xsi:type="dcterms:W3CDTF">2025-12-03T16:17:37Z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0x010100B8FA822B18A0634FB7342CF29752587A</vt:lpwstr>
  </property>
</Properties>
</file>